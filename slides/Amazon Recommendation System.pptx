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58" r:id="rId4"/>
    <p:sldId id="268" r:id="rId5"/>
    <p:sldId id="260" r:id="rId6"/>
    <p:sldId id="270" r:id="rId7"/>
    <p:sldId id="271" r:id="rId8"/>
    <p:sldId id="272" r:id="rId9"/>
    <p:sldId id="273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738E07-9E75-424D-8EDB-A207FC540BB0}" v="2443" dt="2026-04-29T23:02:25.609"/>
    <p1510:client id="{A2E873E5-F0A1-472B-903D-47AC59271DC4}" v="43" dt="2026-04-29T20:04:13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0452" autoAdjust="0"/>
  </p:normalViewPr>
  <p:slideViewPr>
    <p:cSldViewPr snapToGrid="0">
      <p:cViewPr varScale="1">
        <p:scale>
          <a:sx n="57" d="100"/>
          <a:sy n="57" d="100"/>
        </p:scale>
        <p:origin x="16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land Jones" userId="45560c3213db1e7d" providerId="LiveId" clId="{52DD5F27-7C81-4A7A-B13D-5BC8AF8AD529}"/>
    <pc:docChg chg="undo custSel addSld delSld modSld sldOrd">
      <pc:chgData name="Leland Jones" userId="45560c3213db1e7d" providerId="LiveId" clId="{52DD5F27-7C81-4A7A-B13D-5BC8AF8AD529}" dt="2026-04-29T23:02:25.609" v="2442" actId="26606"/>
      <pc:docMkLst>
        <pc:docMk/>
      </pc:docMkLst>
      <pc:sldChg chg="addSp delSp modSp mod">
        <pc:chgData name="Leland Jones" userId="45560c3213db1e7d" providerId="LiveId" clId="{52DD5F27-7C81-4A7A-B13D-5BC8AF8AD529}" dt="2026-04-29T23:02:25.609" v="2442" actId="26606"/>
        <pc:sldMkLst>
          <pc:docMk/>
          <pc:sldMk cId="2398344069" sldId="256"/>
        </pc:sldMkLst>
        <pc:spChg chg="mod">
          <ac:chgData name="Leland Jones" userId="45560c3213db1e7d" providerId="LiveId" clId="{52DD5F27-7C81-4A7A-B13D-5BC8AF8AD529}" dt="2026-04-29T23:02:25.609" v="2442" actId="26606"/>
          <ac:spMkLst>
            <pc:docMk/>
            <pc:sldMk cId="2398344069" sldId="256"/>
            <ac:spMk id="2" creationId="{1D2B42AD-B515-0C22-FB32-2418871789C0}"/>
          </ac:spMkLst>
        </pc:spChg>
        <pc:spChg chg="mod">
          <ac:chgData name="Leland Jones" userId="45560c3213db1e7d" providerId="LiveId" clId="{52DD5F27-7C81-4A7A-B13D-5BC8AF8AD529}" dt="2026-04-29T23:02:25.609" v="2442" actId="26606"/>
          <ac:spMkLst>
            <pc:docMk/>
            <pc:sldMk cId="2398344069" sldId="256"/>
            <ac:spMk id="3" creationId="{A3F0767A-8E2B-F857-2ED5-FDABF90CE292}"/>
          </ac:spMkLst>
        </pc:spChg>
        <pc:spChg chg="del">
          <ac:chgData name="Leland Jones" userId="45560c3213db1e7d" providerId="LiveId" clId="{52DD5F27-7C81-4A7A-B13D-5BC8AF8AD529}" dt="2026-04-29T23:01:38.149" v="2441" actId="26606"/>
          <ac:spMkLst>
            <pc:docMk/>
            <pc:sldMk cId="2398344069" sldId="256"/>
            <ac:spMk id="48" creationId="{1A3C89F8-0D2F-47FF-B903-151248265F47}"/>
          </ac:spMkLst>
        </pc:spChg>
        <pc:spChg chg="del">
          <ac:chgData name="Leland Jones" userId="45560c3213db1e7d" providerId="LiveId" clId="{52DD5F27-7C81-4A7A-B13D-5BC8AF8AD529}" dt="2026-04-29T23:01:38.149" v="2441" actId="26606"/>
          <ac:spMkLst>
            <pc:docMk/>
            <pc:sldMk cId="2398344069" sldId="256"/>
            <ac:spMk id="50" creationId="{C5CB530E-515E-412C-9DF1-5F8FFBD6F383}"/>
          </ac:spMkLst>
        </pc:spChg>
        <pc:spChg chg="del">
          <ac:chgData name="Leland Jones" userId="45560c3213db1e7d" providerId="LiveId" clId="{52DD5F27-7C81-4A7A-B13D-5BC8AF8AD529}" dt="2026-04-29T23:01:38.149" v="2441" actId="26606"/>
          <ac:spMkLst>
            <pc:docMk/>
            <pc:sldMk cId="2398344069" sldId="256"/>
            <ac:spMk id="52" creationId="{712D4376-A578-4FF1-94FC-245E7A6A489F}"/>
          </ac:spMkLst>
        </pc:spChg>
        <pc:spChg chg="del">
          <ac:chgData name="Leland Jones" userId="45560c3213db1e7d" providerId="LiveId" clId="{52DD5F27-7C81-4A7A-B13D-5BC8AF8AD529}" dt="2026-04-29T23:01:38.149" v="2441" actId="26606"/>
          <ac:spMkLst>
            <pc:docMk/>
            <pc:sldMk cId="2398344069" sldId="256"/>
            <ac:spMk id="54" creationId="{AEA7509D-F04F-40CB-A0B3-EEF16499CC9F}"/>
          </ac:spMkLst>
        </pc:spChg>
        <pc:spChg chg="del">
          <ac:chgData name="Leland Jones" userId="45560c3213db1e7d" providerId="LiveId" clId="{52DD5F27-7C81-4A7A-B13D-5BC8AF8AD529}" dt="2026-04-29T23:01:38.149" v="2441" actId="26606"/>
          <ac:spMkLst>
            <pc:docMk/>
            <pc:sldMk cId="2398344069" sldId="256"/>
            <ac:spMk id="60" creationId="{3FBAD350-5664-4811-A208-657FB882D350}"/>
          </ac:spMkLst>
        </pc:spChg>
        <pc:spChg chg="del">
          <ac:chgData name="Leland Jones" userId="45560c3213db1e7d" providerId="LiveId" clId="{52DD5F27-7C81-4A7A-B13D-5BC8AF8AD529}" dt="2026-04-29T23:01:38.149" v="2441" actId="26606"/>
          <ac:spMkLst>
            <pc:docMk/>
            <pc:sldMk cId="2398344069" sldId="256"/>
            <ac:spMk id="62" creationId="{C39ADB8F-D187-49D7-BDCF-C1B6DC727068}"/>
          </ac:spMkLst>
        </pc:spChg>
        <pc:spChg chg="add del">
          <ac:chgData name="Leland Jones" userId="45560c3213db1e7d" providerId="LiveId" clId="{52DD5F27-7C81-4A7A-B13D-5BC8AF8AD529}" dt="2026-04-29T23:02:25.609" v="2442" actId="26606"/>
          <ac:spMkLst>
            <pc:docMk/>
            <pc:sldMk cId="2398344069" sldId="256"/>
            <ac:spMk id="1031" creationId="{B7BD7FCF-A254-4A97-A15C-319B67622677}"/>
          </ac:spMkLst>
        </pc:spChg>
        <pc:spChg chg="add del">
          <ac:chgData name="Leland Jones" userId="45560c3213db1e7d" providerId="LiveId" clId="{52DD5F27-7C81-4A7A-B13D-5BC8AF8AD529}" dt="2026-04-29T23:02:25.609" v="2442" actId="26606"/>
          <ac:spMkLst>
            <pc:docMk/>
            <pc:sldMk cId="2398344069" sldId="256"/>
            <ac:spMk id="1033" creationId="{52FFAF72-6204-4676-9C6F-9A4CC4D91805}"/>
          </ac:spMkLst>
        </pc:spChg>
        <pc:spChg chg="add">
          <ac:chgData name="Leland Jones" userId="45560c3213db1e7d" providerId="LiveId" clId="{52DD5F27-7C81-4A7A-B13D-5BC8AF8AD529}" dt="2026-04-29T23:02:25.609" v="2442" actId="26606"/>
          <ac:spMkLst>
            <pc:docMk/>
            <pc:sldMk cId="2398344069" sldId="256"/>
            <ac:spMk id="1038" creationId="{5DCB5928-DC7D-4612-9922-441966E15627}"/>
          </ac:spMkLst>
        </pc:spChg>
        <pc:spChg chg="add">
          <ac:chgData name="Leland Jones" userId="45560c3213db1e7d" providerId="LiveId" clId="{52DD5F27-7C81-4A7A-B13D-5BC8AF8AD529}" dt="2026-04-29T23:02:25.609" v="2442" actId="26606"/>
          <ac:spMkLst>
            <pc:docMk/>
            <pc:sldMk cId="2398344069" sldId="256"/>
            <ac:spMk id="1040" creationId="{682C1161-1736-45EC-99B7-33F3CAE9D517}"/>
          </ac:spMkLst>
        </pc:spChg>
        <pc:spChg chg="add">
          <ac:chgData name="Leland Jones" userId="45560c3213db1e7d" providerId="LiveId" clId="{52DD5F27-7C81-4A7A-B13D-5BC8AF8AD529}" dt="2026-04-29T23:02:25.609" v="2442" actId="26606"/>
          <ac:spMkLst>
            <pc:docMk/>
            <pc:sldMk cId="2398344069" sldId="256"/>
            <ac:spMk id="1042" creationId="{84D4DDB8-B68F-45B0-9F62-C4279996F672}"/>
          </ac:spMkLst>
        </pc:spChg>
        <pc:spChg chg="add">
          <ac:chgData name="Leland Jones" userId="45560c3213db1e7d" providerId="LiveId" clId="{52DD5F27-7C81-4A7A-B13D-5BC8AF8AD529}" dt="2026-04-29T23:02:25.609" v="2442" actId="26606"/>
          <ac:spMkLst>
            <pc:docMk/>
            <pc:sldMk cId="2398344069" sldId="256"/>
            <ac:spMk id="1044" creationId="{AF2F604E-43BE-4DC3-B983-E071523364F8}"/>
          </ac:spMkLst>
        </pc:spChg>
        <pc:spChg chg="add">
          <ac:chgData name="Leland Jones" userId="45560c3213db1e7d" providerId="LiveId" clId="{52DD5F27-7C81-4A7A-B13D-5BC8AF8AD529}" dt="2026-04-29T23:02:25.609" v="2442" actId="26606"/>
          <ac:spMkLst>
            <pc:docMk/>
            <pc:sldMk cId="2398344069" sldId="256"/>
            <ac:spMk id="1046" creationId="{08C9B587-E65E-4B52-B37C-ABEBB6E87928}"/>
          </ac:spMkLst>
        </pc:spChg>
        <pc:picChg chg="add mod">
          <ac:chgData name="Leland Jones" userId="45560c3213db1e7d" providerId="LiveId" clId="{52DD5F27-7C81-4A7A-B13D-5BC8AF8AD529}" dt="2026-04-29T23:02:25.609" v="2442" actId="26606"/>
          <ac:picMkLst>
            <pc:docMk/>
            <pc:sldMk cId="2398344069" sldId="256"/>
            <ac:picMk id="1026" creationId="{D482F927-E879-92F2-3FC7-73850CCDA80D}"/>
          </ac:picMkLst>
        </pc:picChg>
      </pc:sldChg>
      <pc:sldChg chg="modSp mod">
        <pc:chgData name="Leland Jones" userId="45560c3213db1e7d" providerId="LiveId" clId="{52DD5F27-7C81-4A7A-B13D-5BC8AF8AD529}" dt="2026-04-29T19:17:28.791" v="0" actId="20577"/>
        <pc:sldMkLst>
          <pc:docMk/>
          <pc:sldMk cId="1493940080" sldId="258"/>
        </pc:sldMkLst>
        <pc:spChg chg="mod">
          <ac:chgData name="Leland Jones" userId="45560c3213db1e7d" providerId="LiveId" clId="{52DD5F27-7C81-4A7A-B13D-5BC8AF8AD529}" dt="2026-04-29T19:17:28.791" v="0" actId="20577"/>
          <ac:spMkLst>
            <pc:docMk/>
            <pc:sldMk cId="1493940080" sldId="258"/>
            <ac:spMk id="3" creationId="{B8D6A742-0525-96B7-EC14-60BE002E6DB9}"/>
          </ac:spMkLst>
        </pc:spChg>
      </pc:sldChg>
      <pc:sldChg chg="modSp mod">
        <pc:chgData name="Leland Jones" userId="45560c3213db1e7d" providerId="LiveId" clId="{52DD5F27-7C81-4A7A-B13D-5BC8AF8AD529}" dt="2026-04-29T19:55:44.788" v="2052" actId="20577"/>
        <pc:sldMkLst>
          <pc:docMk/>
          <pc:sldMk cId="4009092202" sldId="259"/>
        </pc:sldMkLst>
        <pc:spChg chg="mod">
          <ac:chgData name="Leland Jones" userId="45560c3213db1e7d" providerId="LiveId" clId="{52DD5F27-7C81-4A7A-B13D-5BC8AF8AD529}" dt="2026-04-29T19:55:44.788" v="2052" actId="20577"/>
          <ac:spMkLst>
            <pc:docMk/>
            <pc:sldMk cId="4009092202" sldId="259"/>
            <ac:spMk id="4" creationId="{22993EB3-29F0-F6A2-253E-3C2F6215F849}"/>
          </ac:spMkLst>
        </pc:spChg>
      </pc:sldChg>
      <pc:sldChg chg="modSp mod">
        <pc:chgData name="Leland Jones" userId="45560c3213db1e7d" providerId="LiveId" clId="{52DD5F27-7C81-4A7A-B13D-5BC8AF8AD529}" dt="2026-04-29T19:52:59.340" v="1996" actId="255"/>
        <pc:sldMkLst>
          <pc:docMk/>
          <pc:sldMk cId="268160560" sldId="260"/>
        </pc:sldMkLst>
        <pc:spChg chg="mod">
          <ac:chgData name="Leland Jones" userId="45560c3213db1e7d" providerId="LiveId" clId="{52DD5F27-7C81-4A7A-B13D-5BC8AF8AD529}" dt="2026-04-29T19:52:59.340" v="1996" actId="255"/>
          <ac:spMkLst>
            <pc:docMk/>
            <pc:sldMk cId="268160560" sldId="260"/>
            <ac:spMk id="56" creationId="{AD80DB4A-3D18-340F-535D-6DBB475EEF85}"/>
          </ac:spMkLst>
        </pc:spChg>
      </pc:sldChg>
      <pc:sldChg chg="del">
        <pc:chgData name="Leland Jones" userId="45560c3213db1e7d" providerId="LiveId" clId="{52DD5F27-7C81-4A7A-B13D-5BC8AF8AD529}" dt="2026-04-29T19:28:02.820" v="740" actId="2696"/>
        <pc:sldMkLst>
          <pc:docMk/>
          <pc:sldMk cId="1102288954" sldId="261"/>
        </pc:sldMkLst>
      </pc:sldChg>
      <pc:sldChg chg="addSp delSp modSp mod setBg setClrOvrMap modNotesTx">
        <pc:chgData name="Leland Jones" userId="45560c3213db1e7d" providerId="LiveId" clId="{52DD5F27-7C81-4A7A-B13D-5BC8AF8AD529}" dt="2026-04-29T22:50:57.218" v="2417" actId="20577"/>
        <pc:sldMkLst>
          <pc:docMk/>
          <pc:sldMk cId="130622873" sldId="263"/>
        </pc:sldMkLst>
        <pc:spChg chg="mod">
          <ac:chgData name="Leland Jones" userId="45560c3213db1e7d" providerId="LiveId" clId="{52DD5F27-7C81-4A7A-B13D-5BC8AF8AD529}" dt="2026-04-29T19:47:21.332" v="1979" actId="26606"/>
          <ac:spMkLst>
            <pc:docMk/>
            <pc:sldMk cId="130622873" sldId="263"/>
            <ac:spMk id="2" creationId="{7E0939BA-78B7-7786-873B-C5B0AEC7F19C}"/>
          </ac:spMkLst>
        </pc:spChg>
        <pc:spChg chg="del">
          <ac:chgData name="Leland Jones" userId="45560c3213db1e7d" providerId="LiveId" clId="{52DD5F27-7C81-4A7A-B13D-5BC8AF8AD529}" dt="2026-04-29T19:47:00.519" v="1977" actId="26606"/>
          <ac:spMkLst>
            <pc:docMk/>
            <pc:sldMk cId="130622873" sldId="263"/>
            <ac:spMk id="3" creationId="{00E3995E-6D7D-3403-FE7A-51513AB5CBEE}"/>
          </ac:spMkLst>
        </pc:spChg>
        <pc:spChg chg="del">
          <ac:chgData name="Leland Jones" userId="45560c3213db1e7d" providerId="LiveId" clId="{52DD5F27-7C81-4A7A-B13D-5BC8AF8AD529}" dt="2026-04-29T19:47:00.519" v="1977" actId="26606"/>
          <ac:spMkLst>
            <pc:docMk/>
            <pc:sldMk cId="130622873" sldId="263"/>
            <ac:spMk id="8" creationId="{327D73B4-9F5C-4A64-A179-51B9500CB8B5}"/>
          </ac:spMkLst>
        </pc:spChg>
        <pc:spChg chg="del">
          <ac:chgData name="Leland Jones" userId="45560c3213db1e7d" providerId="LiveId" clId="{52DD5F27-7C81-4A7A-B13D-5BC8AF8AD529}" dt="2026-04-29T19:47:00.519" v="1977" actId="26606"/>
          <ac:spMkLst>
            <pc:docMk/>
            <pc:sldMk cId="130622873" sldId="263"/>
            <ac:spMk id="10" creationId="{C1F06963-6374-4B48-844F-071A9BAAAE02}"/>
          </ac:spMkLst>
        </pc:spChg>
        <pc:spChg chg="del">
          <ac:chgData name="Leland Jones" userId="45560c3213db1e7d" providerId="LiveId" clId="{52DD5F27-7C81-4A7A-B13D-5BC8AF8AD529}" dt="2026-04-29T19:47:00.519" v="1977" actId="26606"/>
          <ac:spMkLst>
            <pc:docMk/>
            <pc:sldMk cId="130622873" sldId="263"/>
            <ac:spMk id="12" creationId="{6CB927A4-E432-4310-9CD5-E89FF5063179}"/>
          </ac:spMkLst>
        </pc:spChg>
        <pc:spChg chg="del">
          <ac:chgData name="Leland Jones" userId="45560c3213db1e7d" providerId="LiveId" clId="{52DD5F27-7C81-4A7A-B13D-5BC8AF8AD529}" dt="2026-04-29T19:47:00.519" v="1977" actId="26606"/>
          <ac:spMkLst>
            <pc:docMk/>
            <pc:sldMk cId="130622873" sldId="263"/>
            <ac:spMk id="14" creationId="{1453BF6C-B012-48B7-B4E8-6D7AC7C27D02}"/>
          </ac:spMkLst>
        </pc:spChg>
        <pc:spChg chg="del">
          <ac:chgData name="Leland Jones" userId="45560c3213db1e7d" providerId="LiveId" clId="{52DD5F27-7C81-4A7A-B13D-5BC8AF8AD529}" dt="2026-04-29T19:47:00.519" v="1977" actId="26606"/>
          <ac:spMkLst>
            <pc:docMk/>
            <pc:sldMk cId="130622873" sldId="263"/>
            <ac:spMk id="16" creationId="{E3020543-B24B-4EC4-8FFC-8DD88EEA91A8}"/>
          </ac:spMkLst>
        </pc:spChg>
        <pc:spChg chg="add del">
          <ac:chgData name="Leland Jones" userId="45560c3213db1e7d" providerId="LiveId" clId="{52DD5F27-7C81-4A7A-B13D-5BC8AF8AD529}" dt="2026-04-29T19:47:06.108" v="1978" actId="26606"/>
          <ac:spMkLst>
            <pc:docMk/>
            <pc:sldMk cId="130622873" sldId="263"/>
            <ac:spMk id="24" creationId="{345A976A-8DE3-4B67-B94B-2044FDD12899}"/>
          </ac:spMkLst>
        </pc:spChg>
        <pc:spChg chg="add del">
          <ac:chgData name="Leland Jones" userId="45560c3213db1e7d" providerId="LiveId" clId="{52DD5F27-7C81-4A7A-B13D-5BC8AF8AD529}" dt="2026-04-29T19:47:06.108" v="1978" actId="26606"/>
          <ac:spMkLst>
            <pc:docMk/>
            <pc:sldMk cId="130622873" sldId="263"/>
            <ac:spMk id="26" creationId="{6EAAA1B9-2DDB-49C9-A037-A523D2F13C15}"/>
          </ac:spMkLst>
        </pc:spChg>
        <pc:spChg chg="add del">
          <ac:chgData name="Leland Jones" userId="45560c3213db1e7d" providerId="LiveId" clId="{52DD5F27-7C81-4A7A-B13D-5BC8AF8AD529}" dt="2026-04-29T19:47:21.332" v="1979" actId="26606"/>
          <ac:spMkLst>
            <pc:docMk/>
            <pc:sldMk cId="130622873" sldId="263"/>
            <ac:spMk id="43" creationId="{8DF67618-B87B-4195-8E24-3B126F79FF55}"/>
          </ac:spMkLst>
        </pc:spChg>
        <pc:spChg chg="add del">
          <ac:chgData name="Leland Jones" userId="45560c3213db1e7d" providerId="LiveId" clId="{52DD5F27-7C81-4A7A-B13D-5BC8AF8AD529}" dt="2026-04-29T19:47:21.332" v="1979" actId="26606"/>
          <ac:spMkLst>
            <pc:docMk/>
            <pc:sldMk cId="130622873" sldId="263"/>
            <ac:spMk id="45" creationId="{64960379-9FF9-400A-A8A8-F5AB633FD3BF}"/>
          </ac:spMkLst>
        </pc:spChg>
        <pc:grpChg chg="del">
          <ac:chgData name="Leland Jones" userId="45560c3213db1e7d" providerId="LiveId" clId="{52DD5F27-7C81-4A7A-B13D-5BC8AF8AD529}" dt="2026-04-29T19:47:06.108" v="1978" actId="26606"/>
          <ac:grpSpMkLst>
            <pc:docMk/>
            <pc:sldMk cId="130622873" sldId="263"/>
            <ac:grpSpMk id="28" creationId="{B441F8D5-EBCE-4FB9-91A9-3425971C1F99}"/>
          </ac:grpSpMkLst>
        </pc:grpChg>
        <pc:grpChg chg="del">
          <ac:chgData name="Leland Jones" userId="45560c3213db1e7d" providerId="LiveId" clId="{52DD5F27-7C81-4A7A-B13D-5BC8AF8AD529}" dt="2026-04-29T19:47:06.108" v="1978" actId="26606"/>
          <ac:grpSpMkLst>
            <pc:docMk/>
            <pc:sldMk cId="130622873" sldId="263"/>
            <ac:grpSpMk id="34" creationId="{08701F99-7E4C-4B92-A4B5-307CDFB7A4DE}"/>
          </ac:grpSpMkLst>
        </pc:grpChg>
        <pc:grpChg chg="add del">
          <ac:chgData name="Leland Jones" userId="45560c3213db1e7d" providerId="LiveId" clId="{52DD5F27-7C81-4A7A-B13D-5BC8AF8AD529}" dt="2026-04-29T19:47:21.332" v="1979" actId="26606"/>
          <ac:grpSpMkLst>
            <pc:docMk/>
            <pc:sldMk cId="130622873" sldId="263"/>
            <ac:grpSpMk id="47" creationId="{2C491629-AE25-486B-9B22-2CE4EE8F7E47}"/>
          </ac:grpSpMkLst>
        </pc:grpChg>
        <pc:grpChg chg="add del">
          <ac:chgData name="Leland Jones" userId="45560c3213db1e7d" providerId="LiveId" clId="{52DD5F27-7C81-4A7A-B13D-5BC8AF8AD529}" dt="2026-04-29T19:47:21.332" v="1979" actId="26606"/>
          <ac:grpSpMkLst>
            <pc:docMk/>
            <pc:sldMk cId="130622873" sldId="263"/>
            <ac:grpSpMk id="51" creationId="{43F5E015-E085-4624-B431-B42414448684}"/>
          </ac:grpSpMkLst>
        </pc:grpChg>
        <pc:graphicFrameChg chg="add mod modGraphic">
          <ac:chgData name="Leland Jones" userId="45560c3213db1e7d" providerId="LiveId" clId="{52DD5F27-7C81-4A7A-B13D-5BC8AF8AD529}" dt="2026-04-29T19:47:28.978" v="1980" actId="26606"/>
          <ac:graphicFrameMkLst>
            <pc:docMk/>
            <pc:sldMk cId="130622873" sldId="263"/>
            <ac:graphicFrameMk id="20" creationId="{27BEBF2E-752E-F86A-5C37-E3C119E6D3D9}"/>
          </ac:graphicFrameMkLst>
        </pc:graphicFrameChg>
        <pc:picChg chg="add mod">
          <ac:chgData name="Leland Jones" userId="45560c3213db1e7d" providerId="LiveId" clId="{52DD5F27-7C81-4A7A-B13D-5BC8AF8AD529}" dt="2026-04-29T19:47:28.978" v="1980" actId="26606"/>
          <ac:picMkLst>
            <pc:docMk/>
            <pc:sldMk cId="130622873" sldId="263"/>
            <ac:picMk id="60" creationId="{C630FA53-1321-D5CA-2B5F-CE991F56F21E}"/>
          </ac:picMkLst>
        </pc:picChg>
      </pc:sldChg>
      <pc:sldChg chg="addSp delSp modSp mod setBg setClrOvrMap">
        <pc:chgData name="Leland Jones" userId="45560c3213db1e7d" providerId="LiveId" clId="{52DD5F27-7C81-4A7A-B13D-5BC8AF8AD529}" dt="2026-04-29T19:48:09.491" v="1982" actId="26606"/>
        <pc:sldMkLst>
          <pc:docMk/>
          <pc:sldMk cId="948573855" sldId="265"/>
        </pc:sldMkLst>
        <pc:spChg chg="mod">
          <ac:chgData name="Leland Jones" userId="45560c3213db1e7d" providerId="LiveId" clId="{52DD5F27-7C81-4A7A-B13D-5BC8AF8AD529}" dt="2026-04-29T19:47:57.680" v="1981" actId="26606"/>
          <ac:spMkLst>
            <pc:docMk/>
            <pc:sldMk cId="948573855" sldId="265"/>
            <ac:spMk id="2" creationId="{3610FCC4-85E0-6923-C62F-5B002B9D176D}"/>
          </ac:spMkLst>
        </pc:spChg>
        <pc:spChg chg="del mod">
          <ac:chgData name="Leland Jones" userId="45560c3213db1e7d" providerId="LiveId" clId="{52DD5F27-7C81-4A7A-B13D-5BC8AF8AD529}" dt="2026-04-29T19:48:09.491" v="1982" actId="26606"/>
          <ac:spMkLst>
            <pc:docMk/>
            <pc:sldMk cId="948573855" sldId="265"/>
            <ac:spMk id="3" creationId="{315AEA86-18A7-BC2D-45F8-4563D1F4D2EE}"/>
          </ac:spMkLst>
        </pc:spChg>
        <pc:spChg chg="del">
          <ac:chgData name="Leland Jones" userId="45560c3213db1e7d" providerId="LiveId" clId="{52DD5F27-7C81-4A7A-B13D-5BC8AF8AD529}" dt="2026-04-29T19:47:57.680" v="1981" actId="26606"/>
          <ac:spMkLst>
            <pc:docMk/>
            <pc:sldMk cId="948573855" sldId="265"/>
            <ac:spMk id="8" creationId="{91A1FA41-E1D1-43CF-8B3B-5E6140890832}"/>
          </ac:spMkLst>
        </pc:spChg>
        <pc:spChg chg="del">
          <ac:chgData name="Leland Jones" userId="45560c3213db1e7d" providerId="LiveId" clId="{52DD5F27-7C81-4A7A-B13D-5BC8AF8AD529}" dt="2026-04-29T19:47:57.680" v="1981" actId="26606"/>
          <ac:spMkLst>
            <pc:docMk/>
            <pc:sldMk cId="948573855" sldId="265"/>
            <ac:spMk id="10" creationId="{FCC2D84B-6969-4F00-BEBA-81C2EBCD3299}"/>
          </ac:spMkLst>
        </pc:spChg>
        <pc:spChg chg="del">
          <ac:chgData name="Leland Jones" userId="45560c3213db1e7d" providerId="LiveId" clId="{52DD5F27-7C81-4A7A-B13D-5BC8AF8AD529}" dt="2026-04-29T19:47:57.680" v="1981" actId="26606"/>
          <ac:spMkLst>
            <pc:docMk/>
            <pc:sldMk cId="948573855" sldId="265"/>
            <ac:spMk id="12" creationId="{B0D282BE-4461-4794-89A5-394723CDF2F3}"/>
          </ac:spMkLst>
        </pc:spChg>
        <pc:graphicFrameChg chg="add">
          <ac:chgData name="Leland Jones" userId="45560c3213db1e7d" providerId="LiveId" clId="{52DD5F27-7C81-4A7A-B13D-5BC8AF8AD529}" dt="2026-04-29T19:48:09.491" v="1982" actId="26606"/>
          <ac:graphicFrameMkLst>
            <pc:docMk/>
            <pc:sldMk cId="948573855" sldId="265"/>
            <ac:graphicFrameMk id="16" creationId="{53018B44-EE98-043E-1000-DF58DDA313B2}"/>
          </ac:graphicFrameMkLst>
        </pc:graphicFrameChg>
        <pc:picChg chg="add">
          <ac:chgData name="Leland Jones" userId="45560c3213db1e7d" providerId="LiveId" clId="{52DD5F27-7C81-4A7A-B13D-5BC8AF8AD529}" dt="2026-04-29T19:47:57.680" v="1981" actId="26606"/>
          <ac:picMkLst>
            <pc:docMk/>
            <pc:sldMk cId="948573855" sldId="265"/>
            <ac:picMk id="14" creationId="{D17E8586-46FB-58EA-FB90-F4F3A0B292E8}"/>
          </ac:picMkLst>
        </pc:picChg>
      </pc:sldChg>
      <pc:sldChg chg="addSp delSp modSp mod">
        <pc:chgData name="Leland Jones" userId="45560c3213db1e7d" providerId="LiveId" clId="{52DD5F27-7C81-4A7A-B13D-5BC8AF8AD529}" dt="2026-04-29T22:51:53.106" v="2425" actId="20577"/>
        <pc:sldMkLst>
          <pc:docMk/>
          <pc:sldMk cId="167272544" sldId="266"/>
        </pc:sldMkLst>
        <pc:spChg chg="mod">
          <ac:chgData name="Leland Jones" userId="45560c3213db1e7d" providerId="LiveId" clId="{52DD5F27-7C81-4A7A-B13D-5BC8AF8AD529}" dt="2026-04-29T19:48:37.737" v="1988" actId="26606"/>
          <ac:spMkLst>
            <pc:docMk/>
            <pc:sldMk cId="167272544" sldId="266"/>
            <ac:spMk id="2" creationId="{47A62E98-06AD-2817-7BEA-1768698327C1}"/>
          </ac:spMkLst>
        </pc:spChg>
        <pc:spChg chg="mod">
          <ac:chgData name="Leland Jones" userId="45560c3213db1e7d" providerId="LiveId" clId="{52DD5F27-7C81-4A7A-B13D-5BC8AF8AD529}" dt="2026-04-29T22:51:53.106" v="2425" actId="20577"/>
          <ac:spMkLst>
            <pc:docMk/>
            <pc:sldMk cId="167272544" sldId="266"/>
            <ac:spMk id="3" creationId="{69AB457F-28ED-2693-8E84-12D0D0A53B81}"/>
          </ac:spMkLst>
        </pc:spChg>
        <pc:spChg chg="add del">
          <ac:chgData name="Leland Jones" userId="45560c3213db1e7d" providerId="LiveId" clId="{52DD5F27-7C81-4A7A-B13D-5BC8AF8AD529}" dt="2026-04-29T19:48:32.888" v="1987" actId="26606"/>
          <ac:spMkLst>
            <pc:docMk/>
            <pc:sldMk cId="167272544" sldId="266"/>
            <ac:spMk id="8" creationId="{CB299CAB-C506-454B-90FC-4065728297D3}"/>
          </ac:spMkLst>
        </pc:spChg>
        <pc:spChg chg="add del">
          <ac:chgData name="Leland Jones" userId="45560c3213db1e7d" providerId="LiveId" clId="{52DD5F27-7C81-4A7A-B13D-5BC8AF8AD529}" dt="2026-04-29T19:48:32.888" v="1987" actId="26606"/>
          <ac:spMkLst>
            <pc:docMk/>
            <pc:sldMk cId="167272544" sldId="266"/>
            <ac:spMk id="10" creationId="{C8D99311-F254-40F1-8AB5-EE3E7B9B6872}"/>
          </ac:spMkLst>
        </pc:spChg>
        <pc:spChg chg="add del">
          <ac:chgData name="Leland Jones" userId="45560c3213db1e7d" providerId="LiveId" clId="{52DD5F27-7C81-4A7A-B13D-5BC8AF8AD529}" dt="2026-04-29T19:48:32.888" v="1987" actId="26606"/>
          <ac:spMkLst>
            <pc:docMk/>
            <pc:sldMk cId="167272544" sldId="266"/>
            <ac:spMk id="12" creationId="{7D89E3CB-00ED-4691-9F0F-F23EA3564705}"/>
          </ac:spMkLst>
        </pc:spChg>
        <pc:spChg chg="add del">
          <ac:chgData name="Leland Jones" userId="45560c3213db1e7d" providerId="LiveId" clId="{52DD5F27-7C81-4A7A-B13D-5BC8AF8AD529}" dt="2026-04-29T19:48:32.881" v="1986" actId="26606"/>
          <ac:spMkLst>
            <pc:docMk/>
            <pc:sldMk cId="167272544" sldId="266"/>
            <ac:spMk id="19" creationId="{EDDBB197-D710-4A4F-A9CA-FD2177498BE8}"/>
          </ac:spMkLst>
        </pc:spChg>
        <pc:spChg chg="add del">
          <ac:chgData name="Leland Jones" userId="45560c3213db1e7d" providerId="LiveId" clId="{52DD5F27-7C81-4A7A-B13D-5BC8AF8AD529}" dt="2026-04-29T19:48:30.809" v="1984" actId="26606"/>
          <ac:spMkLst>
            <pc:docMk/>
            <pc:sldMk cId="167272544" sldId="266"/>
            <ac:spMk id="21" creationId="{5D7F64A8-D625-4F61-A290-B499BB62ACFF}"/>
          </ac:spMkLst>
        </pc:spChg>
        <pc:spChg chg="add del">
          <ac:chgData name="Leland Jones" userId="45560c3213db1e7d" providerId="LiveId" clId="{52DD5F27-7C81-4A7A-B13D-5BC8AF8AD529}" dt="2026-04-29T19:48:32.881" v="1986" actId="26606"/>
          <ac:spMkLst>
            <pc:docMk/>
            <pc:sldMk cId="167272544" sldId="266"/>
            <ac:spMk id="28" creationId="{975D1CFA-2CDB-4B64-BD9F-85744E8DA12F}"/>
          </ac:spMkLst>
        </pc:spChg>
        <pc:spChg chg="add del">
          <ac:chgData name="Leland Jones" userId="45560c3213db1e7d" providerId="LiveId" clId="{52DD5F27-7C81-4A7A-B13D-5BC8AF8AD529}" dt="2026-04-29T19:48:37.737" v="1988" actId="26606"/>
          <ac:spMkLst>
            <pc:docMk/>
            <pc:sldMk cId="167272544" sldId="266"/>
            <ac:spMk id="31" creationId="{5D7F64A8-D625-4F61-A290-B499BB62ACFF}"/>
          </ac:spMkLst>
        </pc:spChg>
        <pc:spChg chg="add">
          <ac:chgData name="Leland Jones" userId="45560c3213db1e7d" providerId="LiveId" clId="{52DD5F27-7C81-4A7A-B13D-5BC8AF8AD529}" dt="2026-04-29T19:48:37.737" v="1988" actId="26606"/>
          <ac:spMkLst>
            <pc:docMk/>
            <pc:sldMk cId="167272544" sldId="266"/>
            <ac:spMk id="38" creationId="{7FF47CB7-972F-479F-A36D-9E72D26EC8DA}"/>
          </ac:spMkLst>
        </pc:spChg>
        <pc:spChg chg="add">
          <ac:chgData name="Leland Jones" userId="45560c3213db1e7d" providerId="LiveId" clId="{52DD5F27-7C81-4A7A-B13D-5BC8AF8AD529}" dt="2026-04-29T19:48:37.737" v="1988" actId="26606"/>
          <ac:spMkLst>
            <pc:docMk/>
            <pc:sldMk cId="167272544" sldId="266"/>
            <ac:spMk id="40" creationId="{0D153B68-5844-490D-8E67-F616D6D721CA}"/>
          </ac:spMkLst>
        </pc:spChg>
        <pc:spChg chg="add">
          <ac:chgData name="Leland Jones" userId="45560c3213db1e7d" providerId="LiveId" clId="{52DD5F27-7C81-4A7A-B13D-5BC8AF8AD529}" dt="2026-04-29T19:48:37.737" v="1988" actId="26606"/>
          <ac:spMkLst>
            <pc:docMk/>
            <pc:sldMk cId="167272544" sldId="266"/>
            <ac:spMk id="42" creationId="{9A0D773F-7A7D-4DBB-9DEA-86BB8B8F4BC8}"/>
          </ac:spMkLst>
        </pc:spChg>
        <pc:grpChg chg="add del">
          <ac:chgData name="Leland Jones" userId="45560c3213db1e7d" providerId="LiveId" clId="{52DD5F27-7C81-4A7A-B13D-5BC8AF8AD529}" dt="2026-04-29T19:48:32.881" v="1986" actId="26606"/>
          <ac:grpSpMkLst>
            <pc:docMk/>
            <pc:sldMk cId="167272544" sldId="266"/>
            <ac:grpSpMk id="23" creationId="{25EE5136-01F1-466C-962D-BA9B4C6757AA}"/>
          </ac:grpSpMkLst>
        </pc:grpChg>
        <pc:picChg chg="add del">
          <ac:chgData name="Leland Jones" userId="45560c3213db1e7d" providerId="LiveId" clId="{52DD5F27-7C81-4A7A-B13D-5BC8AF8AD529}" dt="2026-04-29T19:48:30.809" v="1984" actId="26606"/>
          <ac:picMkLst>
            <pc:docMk/>
            <pc:sldMk cId="167272544" sldId="266"/>
            <ac:picMk id="16" creationId="{BBD2BD39-6983-8D79-172B-D07ED5371D67}"/>
          </ac:picMkLst>
        </pc:picChg>
        <pc:picChg chg="add del">
          <ac:chgData name="Leland Jones" userId="45560c3213db1e7d" providerId="LiveId" clId="{52DD5F27-7C81-4A7A-B13D-5BC8AF8AD529}" dt="2026-04-29T19:48:30.809" v="1984" actId="26606"/>
          <ac:picMkLst>
            <pc:docMk/>
            <pc:sldMk cId="167272544" sldId="266"/>
            <ac:picMk id="18" creationId="{6C60FECC-03C9-4681-A55D-1F8AD184FC77}"/>
          </ac:picMkLst>
        </pc:picChg>
        <pc:picChg chg="add del">
          <ac:chgData name="Leland Jones" userId="45560c3213db1e7d" providerId="LiveId" clId="{52DD5F27-7C81-4A7A-B13D-5BC8AF8AD529}" dt="2026-04-29T19:48:32.881" v="1986" actId="26606"/>
          <ac:picMkLst>
            <pc:docMk/>
            <pc:sldMk cId="167272544" sldId="266"/>
            <ac:picMk id="29" creationId="{946AACAC-62B4-A2F9-4512-A783603DF140}"/>
          </ac:picMkLst>
        </pc:picChg>
        <pc:picChg chg="add mod ord">
          <ac:chgData name="Leland Jones" userId="45560c3213db1e7d" providerId="LiveId" clId="{52DD5F27-7C81-4A7A-B13D-5BC8AF8AD529}" dt="2026-04-29T19:48:37.737" v="1988" actId="26606"/>
          <ac:picMkLst>
            <pc:docMk/>
            <pc:sldMk cId="167272544" sldId="266"/>
            <ac:picMk id="32" creationId="{BBD2BD39-6983-8D79-172B-D07ED5371D67}"/>
          </ac:picMkLst>
        </pc:picChg>
        <pc:picChg chg="add del">
          <ac:chgData name="Leland Jones" userId="45560c3213db1e7d" providerId="LiveId" clId="{52DD5F27-7C81-4A7A-B13D-5BC8AF8AD529}" dt="2026-04-29T19:48:37.737" v="1988" actId="26606"/>
          <ac:picMkLst>
            <pc:docMk/>
            <pc:sldMk cId="167272544" sldId="266"/>
            <ac:picMk id="33" creationId="{6C60FECC-03C9-4681-A55D-1F8AD184FC77}"/>
          </ac:picMkLst>
        </pc:picChg>
      </pc:sldChg>
      <pc:sldChg chg="addSp delSp modSp mod">
        <pc:chgData name="Leland Jones" userId="45560c3213db1e7d" providerId="LiveId" clId="{52DD5F27-7C81-4A7A-B13D-5BC8AF8AD529}" dt="2026-04-29T19:49:56.761" v="1995" actId="26606"/>
        <pc:sldMkLst>
          <pc:docMk/>
          <pc:sldMk cId="693359857" sldId="267"/>
        </pc:sldMkLst>
        <pc:spChg chg="mod">
          <ac:chgData name="Leland Jones" userId="45560c3213db1e7d" providerId="LiveId" clId="{52DD5F27-7C81-4A7A-B13D-5BC8AF8AD529}" dt="2026-04-29T19:49:46.581" v="1994" actId="26606"/>
          <ac:spMkLst>
            <pc:docMk/>
            <pc:sldMk cId="693359857" sldId="267"/>
            <ac:spMk id="2" creationId="{6FFB2619-C642-C8C1-D877-170CD0EEA583}"/>
          </ac:spMkLst>
        </pc:spChg>
        <pc:spChg chg="del mod">
          <ac:chgData name="Leland Jones" userId="45560c3213db1e7d" providerId="LiveId" clId="{52DD5F27-7C81-4A7A-B13D-5BC8AF8AD529}" dt="2026-04-29T19:49:56.761" v="1995" actId="26606"/>
          <ac:spMkLst>
            <pc:docMk/>
            <pc:sldMk cId="693359857" sldId="267"/>
            <ac:spMk id="3" creationId="{320489DD-70C9-3578-4B79-13CF033F60B6}"/>
          </ac:spMkLst>
        </pc:spChg>
        <pc:spChg chg="del">
          <ac:chgData name="Leland Jones" userId="45560c3213db1e7d" providerId="LiveId" clId="{52DD5F27-7C81-4A7A-B13D-5BC8AF8AD529}" dt="2026-04-29T19:49:32.349" v="1992" actId="26606"/>
          <ac:spMkLst>
            <pc:docMk/>
            <pc:sldMk cId="693359857" sldId="267"/>
            <ac:spMk id="14" creationId="{98DDA986-B6EE-4642-AC60-0490373E69D0}"/>
          </ac:spMkLst>
        </pc:spChg>
        <pc:spChg chg="del">
          <ac:chgData name="Leland Jones" userId="45560c3213db1e7d" providerId="LiveId" clId="{52DD5F27-7C81-4A7A-B13D-5BC8AF8AD529}" dt="2026-04-29T19:49:32.349" v="1992" actId="26606"/>
          <ac:spMkLst>
            <pc:docMk/>
            <pc:sldMk cId="693359857" sldId="267"/>
            <ac:spMk id="15" creationId="{80B62878-12EF-4E97-A284-47BAFC30DA2E}"/>
          </ac:spMkLst>
        </pc:spChg>
        <pc:spChg chg="del">
          <ac:chgData name="Leland Jones" userId="45560c3213db1e7d" providerId="LiveId" clId="{52DD5F27-7C81-4A7A-B13D-5BC8AF8AD529}" dt="2026-04-29T19:49:32.349" v="1992" actId="26606"/>
          <ac:spMkLst>
            <pc:docMk/>
            <pc:sldMk cId="693359857" sldId="267"/>
            <ac:spMk id="16" creationId="{6D79188D-1ED5-4705-B8C7-5D6FB7670AB3}"/>
          </ac:spMkLst>
        </pc:spChg>
        <pc:spChg chg="add del">
          <ac:chgData name="Leland Jones" userId="45560c3213db1e7d" providerId="LiveId" clId="{52DD5F27-7C81-4A7A-B13D-5BC8AF8AD529}" dt="2026-04-29T19:49:38.033" v="1993" actId="26606"/>
          <ac:spMkLst>
            <pc:docMk/>
            <pc:sldMk cId="693359857" sldId="267"/>
            <ac:spMk id="21" creationId="{C9A36457-A5F4-4103-A443-02581C09185B}"/>
          </ac:spMkLst>
        </pc:spChg>
        <pc:spChg chg="add del">
          <ac:chgData name="Leland Jones" userId="45560c3213db1e7d" providerId="LiveId" clId="{52DD5F27-7C81-4A7A-B13D-5BC8AF8AD529}" dt="2026-04-29T19:49:38.033" v="1993" actId="26606"/>
          <ac:spMkLst>
            <pc:docMk/>
            <pc:sldMk cId="693359857" sldId="267"/>
            <ac:spMk id="23" creationId="{DC5FB7E8-B636-40FA-BE8D-48145C0F5C57}"/>
          </ac:spMkLst>
        </pc:spChg>
        <pc:spChg chg="add del">
          <ac:chgData name="Leland Jones" userId="45560c3213db1e7d" providerId="LiveId" clId="{52DD5F27-7C81-4A7A-B13D-5BC8AF8AD529}" dt="2026-04-29T19:49:38.033" v="1993" actId="26606"/>
          <ac:spMkLst>
            <pc:docMk/>
            <pc:sldMk cId="693359857" sldId="267"/>
            <ac:spMk id="25" creationId="{142DCE2C-2863-46FA-9BE7-24365A24D9BA}"/>
          </ac:spMkLst>
        </pc:spChg>
        <pc:spChg chg="add del">
          <ac:chgData name="Leland Jones" userId="45560c3213db1e7d" providerId="LiveId" clId="{52DD5F27-7C81-4A7A-B13D-5BC8AF8AD529}" dt="2026-04-29T19:49:46.581" v="1994" actId="26606"/>
          <ac:spMkLst>
            <pc:docMk/>
            <pc:sldMk cId="693359857" sldId="267"/>
            <ac:spMk id="30" creationId="{84697CDA-BDB7-4883-B48B-1D4EDB2F0E93}"/>
          </ac:spMkLst>
        </pc:spChg>
        <pc:spChg chg="add del">
          <ac:chgData name="Leland Jones" userId="45560c3213db1e7d" providerId="LiveId" clId="{52DD5F27-7C81-4A7A-B13D-5BC8AF8AD529}" dt="2026-04-29T19:49:46.581" v="1994" actId="26606"/>
          <ac:spMkLst>
            <pc:docMk/>
            <pc:sldMk cId="693359857" sldId="267"/>
            <ac:spMk id="32" creationId="{6295B176-FA0E-4B6A-A190-5E2E82BEA57A}"/>
          </ac:spMkLst>
        </pc:spChg>
        <pc:spChg chg="add del">
          <ac:chgData name="Leland Jones" userId="45560c3213db1e7d" providerId="LiveId" clId="{52DD5F27-7C81-4A7A-B13D-5BC8AF8AD529}" dt="2026-04-29T19:49:46.581" v="1994" actId="26606"/>
          <ac:spMkLst>
            <pc:docMk/>
            <pc:sldMk cId="693359857" sldId="267"/>
            <ac:spMk id="34" creationId="{48F779DE-4744-42D6-9C74-33EC94460CCC}"/>
          </ac:spMkLst>
        </pc:spChg>
        <pc:spChg chg="add">
          <ac:chgData name="Leland Jones" userId="45560c3213db1e7d" providerId="LiveId" clId="{52DD5F27-7C81-4A7A-B13D-5BC8AF8AD529}" dt="2026-04-29T19:49:46.581" v="1994" actId="26606"/>
          <ac:spMkLst>
            <pc:docMk/>
            <pc:sldMk cId="693359857" sldId="267"/>
            <ac:spMk id="39" creationId="{84697CDA-BDB7-4883-B48B-1D4EDB2F0E93}"/>
          </ac:spMkLst>
        </pc:spChg>
        <pc:spChg chg="add">
          <ac:chgData name="Leland Jones" userId="45560c3213db1e7d" providerId="LiveId" clId="{52DD5F27-7C81-4A7A-B13D-5BC8AF8AD529}" dt="2026-04-29T19:49:46.581" v="1994" actId="26606"/>
          <ac:spMkLst>
            <pc:docMk/>
            <pc:sldMk cId="693359857" sldId="267"/>
            <ac:spMk id="41" creationId="{11026190-6B62-46DB-B5FF-9E0FF9BDCDC6}"/>
          </ac:spMkLst>
        </pc:spChg>
        <pc:spChg chg="add">
          <ac:chgData name="Leland Jones" userId="45560c3213db1e7d" providerId="LiveId" clId="{52DD5F27-7C81-4A7A-B13D-5BC8AF8AD529}" dt="2026-04-29T19:49:46.581" v="1994" actId="26606"/>
          <ac:spMkLst>
            <pc:docMk/>
            <pc:sldMk cId="693359857" sldId="267"/>
            <ac:spMk id="43" creationId="{66DA0389-D66E-4727-8EFB-E60E6C412FC8}"/>
          </ac:spMkLst>
        </pc:spChg>
        <pc:spChg chg="add">
          <ac:chgData name="Leland Jones" userId="45560c3213db1e7d" providerId="LiveId" clId="{52DD5F27-7C81-4A7A-B13D-5BC8AF8AD529}" dt="2026-04-29T19:49:46.581" v="1994" actId="26606"/>
          <ac:spMkLst>
            <pc:docMk/>
            <pc:sldMk cId="693359857" sldId="267"/>
            <ac:spMk id="45" creationId="{B24A3A03-2C4E-45B5-B388-FAD638CDF0A1}"/>
          </ac:spMkLst>
        </pc:spChg>
        <pc:graphicFrameChg chg="add">
          <ac:chgData name="Leland Jones" userId="45560c3213db1e7d" providerId="LiveId" clId="{52DD5F27-7C81-4A7A-B13D-5BC8AF8AD529}" dt="2026-04-29T19:49:56.761" v="1995" actId="26606"/>
          <ac:graphicFrameMkLst>
            <pc:docMk/>
            <pc:sldMk cId="693359857" sldId="267"/>
            <ac:graphicFrameMk id="47" creationId="{48F95801-2073-699B-8F9D-855162A79A0F}"/>
          </ac:graphicFrameMkLst>
        </pc:graphicFrameChg>
      </pc:sldChg>
      <pc:sldChg chg="addSp modSp mod">
        <pc:chgData name="Leland Jones" userId="45560c3213db1e7d" providerId="LiveId" clId="{52DD5F27-7C81-4A7A-B13D-5BC8AF8AD529}" dt="2026-04-29T22:57:44.989" v="2430" actId="27636"/>
        <pc:sldMkLst>
          <pc:docMk/>
          <pc:sldMk cId="46860323" sldId="268"/>
        </pc:sldMkLst>
        <pc:spChg chg="mod">
          <ac:chgData name="Leland Jones" userId="45560c3213db1e7d" providerId="LiveId" clId="{52DD5F27-7C81-4A7A-B13D-5BC8AF8AD529}" dt="2026-04-29T22:57:44.989" v="2430" actId="27636"/>
          <ac:spMkLst>
            <pc:docMk/>
            <pc:sldMk cId="46860323" sldId="268"/>
            <ac:spMk id="3" creationId="{222B9910-8C80-CBBB-832A-E83CA520F0A7}"/>
          </ac:spMkLst>
        </pc:spChg>
        <pc:picChg chg="add mod">
          <ac:chgData name="Leland Jones" userId="45560c3213db1e7d" providerId="LiveId" clId="{52DD5F27-7C81-4A7A-B13D-5BC8AF8AD529}" dt="2026-04-29T22:57:41.197" v="2428" actId="1076"/>
          <ac:picMkLst>
            <pc:docMk/>
            <pc:sldMk cId="46860323" sldId="268"/>
            <ac:picMk id="5" creationId="{F91822B2-166F-02A6-885B-63FDDD02A8A0}"/>
          </ac:picMkLst>
        </pc:picChg>
      </pc:sldChg>
      <pc:sldChg chg="del">
        <pc:chgData name="Leland Jones" userId="45560c3213db1e7d" providerId="LiveId" clId="{52DD5F27-7C81-4A7A-B13D-5BC8AF8AD529}" dt="2026-04-29T19:31:39.609" v="922" actId="2696"/>
        <pc:sldMkLst>
          <pc:docMk/>
          <pc:sldMk cId="349202968" sldId="269"/>
        </pc:sldMkLst>
      </pc:sldChg>
      <pc:sldChg chg="new del">
        <pc:chgData name="Leland Jones" userId="45560c3213db1e7d" providerId="LiveId" clId="{52DD5F27-7C81-4A7A-B13D-5BC8AF8AD529}" dt="2026-04-29T19:25:45.126" v="636" actId="47"/>
        <pc:sldMkLst>
          <pc:docMk/>
          <pc:sldMk cId="1944824240" sldId="270"/>
        </pc:sldMkLst>
      </pc:sldChg>
      <pc:sldChg chg="addSp delSp modSp add mod setBg delDesignElem">
        <pc:chgData name="Leland Jones" userId="45560c3213db1e7d" providerId="LiveId" clId="{52DD5F27-7C81-4A7A-B13D-5BC8AF8AD529}" dt="2026-04-29T19:27:16.991" v="739" actId="26606"/>
        <pc:sldMkLst>
          <pc:docMk/>
          <pc:sldMk cId="2832642908" sldId="270"/>
        </pc:sldMkLst>
        <pc:spChg chg="mod">
          <ac:chgData name="Leland Jones" userId="45560c3213db1e7d" providerId="LiveId" clId="{52DD5F27-7C81-4A7A-B13D-5BC8AF8AD529}" dt="2026-04-29T19:27:16.991" v="739" actId="26606"/>
          <ac:spMkLst>
            <pc:docMk/>
            <pc:sldMk cId="2832642908" sldId="270"/>
            <ac:spMk id="2" creationId="{F0ADEDE8-8935-77C0-4563-2404A065CD00}"/>
          </ac:spMkLst>
        </pc:spChg>
        <pc:spChg chg="del">
          <ac:chgData name="Leland Jones" userId="45560c3213db1e7d" providerId="LiveId" clId="{52DD5F27-7C81-4A7A-B13D-5BC8AF8AD529}" dt="2026-04-29T19:25:47" v="638"/>
          <ac:spMkLst>
            <pc:docMk/>
            <pc:sldMk cId="2832642908" sldId="270"/>
            <ac:spMk id="54" creationId="{FFC7ECC8-F78C-7700-1619-A0412B3C71D9}"/>
          </ac:spMkLst>
        </pc:spChg>
        <pc:spChg chg="del">
          <ac:chgData name="Leland Jones" userId="45560c3213db1e7d" providerId="LiveId" clId="{52DD5F27-7C81-4A7A-B13D-5BC8AF8AD529}" dt="2026-04-29T19:25:47" v="638"/>
          <ac:spMkLst>
            <pc:docMk/>
            <pc:sldMk cId="2832642908" sldId="270"/>
            <ac:spMk id="55" creationId="{52001D42-705B-7397-8F1B-240E73E5B233}"/>
          </ac:spMkLst>
        </pc:spChg>
        <pc:spChg chg="del mod">
          <ac:chgData name="Leland Jones" userId="45560c3213db1e7d" providerId="LiveId" clId="{52DD5F27-7C81-4A7A-B13D-5BC8AF8AD529}" dt="2026-04-29T19:27:16.991" v="739" actId="26606"/>
          <ac:spMkLst>
            <pc:docMk/>
            <pc:sldMk cId="2832642908" sldId="270"/>
            <ac:spMk id="56" creationId="{1979880D-7B3B-E313-84A9-1C2E4EB14B68}"/>
          </ac:spMkLst>
        </pc:spChg>
        <pc:spChg chg="del">
          <ac:chgData name="Leland Jones" userId="45560c3213db1e7d" providerId="LiveId" clId="{52DD5F27-7C81-4A7A-B13D-5BC8AF8AD529}" dt="2026-04-29T19:25:47" v="638"/>
          <ac:spMkLst>
            <pc:docMk/>
            <pc:sldMk cId="2832642908" sldId="270"/>
            <ac:spMk id="57" creationId="{160F1EE8-0515-A052-1700-59CB94634DE1}"/>
          </ac:spMkLst>
        </pc:spChg>
        <pc:spChg chg="add">
          <ac:chgData name="Leland Jones" userId="45560c3213db1e7d" providerId="LiveId" clId="{52DD5F27-7C81-4A7A-B13D-5BC8AF8AD529}" dt="2026-04-29T19:27:16.991" v="739" actId="26606"/>
          <ac:spMkLst>
            <pc:docMk/>
            <pc:sldMk cId="2832642908" sldId="270"/>
            <ac:spMk id="62" creationId="{BACC6370-2D7E-4714-9D71-7542949D7D5D}"/>
          </ac:spMkLst>
        </pc:spChg>
        <pc:spChg chg="add">
          <ac:chgData name="Leland Jones" userId="45560c3213db1e7d" providerId="LiveId" clId="{52DD5F27-7C81-4A7A-B13D-5BC8AF8AD529}" dt="2026-04-29T19:27:16.991" v="739" actId="26606"/>
          <ac:spMkLst>
            <pc:docMk/>
            <pc:sldMk cId="2832642908" sldId="270"/>
            <ac:spMk id="64" creationId="{F68B3F68-107C-434F-AA38-110D5EA91B85}"/>
          </ac:spMkLst>
        </pc:spChg>
        <pc:spChg chg="add">
          <ac:chgData name="Leland Jones" userId="45560c3213db1e7d" providerId="LiveId" clId="{52DD5F27-7C81-4A7A-B13D-5BC8AF8AD529}" dt="2026-04-29T19:27:16.991" v="739" actId="26606"/>
          <ac:spMkLst>
            <pc:docMk/>
            <pc:sldMk cId="2832642908" sldId="270"/>
            <ac:spMk id="66" creationId="{AAD0DBB9-1A4B-4391-81D4-CB19F9AB918A}"/>
          </ac:spMkLst>
        </pc:spChg>
        <pc:spChg chg="add">
          <ac:chgData name="Leland Jones" userId="45560c3213db1e7d" providerId="LiveId" clId="{52DD5F27-7C81-4A7A-B13D-5BC8AF8AD529}" dt="2026-04-29T19:27:16.991" v="739" actId="26606"/>
          <ac:spMkLst>
            <pc:docMk/>
            <pc:sldMk cId="2832642908" sldId="270"/>
            <ac:spMk id="68" creationId="{063BBA22-50EA-4C4D-BE05-F1CE4E63AA56}"/>
          </ac:spMkLst>
        </pc:spChg>
        <pc:graphicFrameChg chg="add">
          <ac:chgData name="Leland Jones" userId="45560c3213db1e7d" providerId="LiveId" clId="{52DD5F27-7C81-4A7A-B13D-5BC8AF8AD529}" dt="2026-04-29T19:27:16.991" v="739" actId="26606"/>
          <ac:graphicFrameMkLst>
            <pc:docMk/>
            <pc:sldMk cId="2832642908" sldId="270"/>
            <ac:graphicFrameMk id="58" creationId="{EC59B626-0E75-5FF3-49C4-949659E5B191}"/>
          </ac:graphicFrameMkLst>
        </pc:graphicFrameChg>
      </pc:sldChg>
      <pc:sldChg chg="addSp delSp modSp new mod ord setBg modNotesTx">
        <pc:chgData name="Leland Jones" userId="45560c3213db1e7d" providerId="LiveId" clId="{52DD5F27-7C81-4A7A-B13D-5BC8AF8AD529}" dt="2026-04-29T22:49:10.385" v="2165" actId="20577"/>
        <pc:sldMkLst>
          <pc:docMk/>
          <pc:sldMk cId="1662293735" sldId="271"/>
        </pc:sldMkLst>
        <pc:spChg chg="mod">
          <ac:chgData name="Leland Jones" userId="45560c3213db1e7d" providerId="LiveId" clId="{52DD5F27-7C81-4A7A-B13D-5BC8AF8AD529}" dt="2026-04-29T19:45:32.043" v="1967" actId="26606"/>
          <ac:spMkLst>
            <pc:docMk/>
            <pc:sldMk cId="1662293735" sldId="271"/>
            <ac:spMk id="2" creationId="{8AFF65FC-12D8-E661-643B-9E7D34D9AA66}"/>
          </ac:spMkLst>
        </pc:spChg>
        <pc:spChg chg="add del mod">
          <ac:chgData name="Leland Jones" userId="45560c3213db1e7d" providerId="LiveId" clId="{52DD5F27-7C81-4A7A-B13D-5BC8AF8AD529}" dt="2026-04-29T19:45:32.043" v="1967" actId="26606"/>
          <ac:spMkLst>
            <pc:docMk/>
            <pc:sldMk cId="1662293735" sldId="271"/>
            <ac:spMk id="3" creationId="{7D624C05-9DA8-5561-D286-5778959B68C8}"/>
          </ac:spMkLst>
        </pc:spChg>
        <pc:spChg chg="add del">
          <ac:chgData name="Leland Jones" userId="45560c3213db1e7d" providerId="LiveId" clId="{52DD5F27-7C81-4A7A-B13D-5BC8AF8AD529}" dt="2026-04-29T19:45:32.027" v="1966" actId="26606"/>
          <ac:spMkLst>
            <pc:docMk/>
            <pc:sldMk cId="1662293735" sldId="271"/>
            <ac:spMk id="9" creationId="{BACC6370-2D7E-4714-9D71-7542949D7D5D}"/>
          </ac:spMkLst>
        </pc:spChg>
        <pc:spChg chg="add">
          <ac:chgData name="Leland Jones" userId="45560c3213db1e7d" providerId="LiveId" clId="{52DD5F27-7C81-4A7A-B13D-5BC8AF8AD529}" dt="2026-04-29T19:45:32.043" v="1967" actId="26606"/>
          <ac:spMkLst>
            <pc:docMk/>
            <pc:sldMk cId="1662293735" sldId="271"/>
            <ac:spMk id="10" creationId="{EDDBB197-D710-4A4F-A9CA-FD2177498BE8}"/>
          </ac:spMkLst>
        </pc:spChg>
        <pc:spChg chg="add del">
          <ac:chgData name="Leland Jones" userId="45560c3213db1e7d" providerId="LiveId" clId="{52DD5F27-7C81-4A7A-B13D-5BC8AF8AD529}" dt="2026-04-29T19:45:32.027" v="1966" actId="26606"/>
          <ac:spMkLst>
            <pc:docMk/>
            <pc:sldMk cId="1662293735" sldId="271"/>
            <ac:spMk id="11" creationId="{F68B3F68-107C-434F-AA38-110D5EA91B85}"/>
          </ac:spMkLst>
        </pc:spChg>
        <pc:spChg chg="add">
          <ac:chgData name="Leland Jones" userId="45560c3213db1e7d" providerId="LiveId" clId="{52DD5F27-7C81-4A7A-B13D-5BC8AF8AD529}" dt="2026-04-29T19:45:32.043" v="1967" actId="26606"/>
          <ac:spMkLst>
            <pc:docMk/>
            <pc:sldMk cId="1662293735" sldId="271"/>
            <ac:spMk id="12" creationId="{975D1CFA-2CDB-4B64-BD9F-85744E8DA12F}"/>
          </ac:spMkLst>
        </pc:spChg>
        <pc:spChg chg="add del">
          <ac:chgData name="Leland Jones" userId="45560c3213db1e7d" providerId="LiveId" clId="{52DD5F27-7C81-4A7A-B13D-5BC8AF8AD529}" dt="2026-04-29T19:45:32.027" v="1966" actId="26606"/>
          <ac:spMkLst>
            <pc:docMk/>
            <pc:sldMk cId="1662293735" sldId="271"/>
            <ac:spMk id="13" creationId="{AAD0DBB9-1A4B-4391-81D4-CB19F9AB918A}"/>
          </ac:spMkLst>
        </pc:spChg>
        <pc:spChg chg="add del">
          <ac:chgData name="Leland Jones" userId="45560c3213db1e7d" providerId="LiveId" clId="{52DD5F27-7C81-4A7A-B13D-5BC8AF8AD529}" dt="2026-04-29T19:45:32.027" v="1966" actId="26606"/>
          <ac:spMkLst>
            <pc:docMk/>
            <pc:sldMk cId="1662293735" sldId="271"/>
            <ac:spMk id="15" creationId="{063BBA22-50EA-4C4D-BE05-F1CE4E63AA56}"/>
          </ac:spMkLst>
        </pc:spChg>
        <pc:spChg chg="add mod">
          <ac:chgData name="Leland Jones" userId="45560c3213db1e7d" providerId="LiveId" clId="{52DD5F27-7C81-4A7A-B13D-5BC8AF8AD529}" dt="2026-04-29T22:45:42.537" v="2053" actId="20577"/>
          <ac:spMkLst>
            <pc:docMk/>
            <pc:sldMk cId="1662293735" sldId="271"/>
            <ac:spMk id="19" creationId="{7D624C05-9DA8-5561-D286-5778959B68C8}"/>
          </ac:spMkLst>
        </pc:spChg>
        <pc:grpChg chg="add">
          <ac:chgData name="Leland Jones" userId="45560c3213db1e7d" providerId="LiveId" clId="{52DD5F27-7C81-4A7A-B13D-5BC8AF8AD529}" dt="2026-04-29T19:45:32.043" v="1967" actId="26606"/>
          <ac:grpSpMkLst>
            <pc:docMk/>
            <pc:sldMk cId="1662293735" sldId="271"/>
            <ac:grpSpMk id="14" creationId="{25EE5136-01F1-466C-962D-BA9B4C6757AA}"/>
          </ac:grpSpMkLst>
        </pc:grpChg>
        <pc:graphicFrameChg chg="add del">
          <ac:chgData name="Leland Jones" userId="45560c3213db1e7d" providerId="LiveId" clId="{52DD5F27-7C81-4A7A-B13D-5BC8AF8AD529}" dt="2026-04-29T19:45:32.027" v="1966" actId="26606"/>
          <ac:graphicFrameMkLst>
            <pc:docMk/>
            <pc:sldMk cId="1662293735" sldId="271"/>
            <ac:graphicFrameMk id="5" creationId="{2856E14A-97CA-0D00-13E3-76BCA8A95EBC}"/>
          </ac:graphicFrameMkLst>
        </pc:graphicFrameChg>
        <pc:picChg chg="add">
          <ac:chgData name="Leland Jones" userId="45560c3213db1e7d" providerId="LiveId" clId="{52DD5F27-7C81-4A7A-B13D-5BC8AF8AD529}" dt="2026-04-29T19:45:32.043" v="1967" actId="26606"/>
          <ac:picMkLst>
            <pc:docMk/>
            <pc:sldMk cId="1662293735" sldId="271"/>
            <ac:picMk id="7" creationId="{98A5E66F-2B82-586F-9115-D9D157E24CCE}"/>
          </ac:picMkLst>
        </pc:picChg>
      </pc:sldChg>
      <pc:sldChg chg="addSp delSp modSp new mod setBg modNotesTx">
        <pc:chgData name="Leland Jones" userId="45560c3213db1e7d" providerId="LiveId" clId="{52DD5F27-7C81-4A7A-B13D-5BC8AF8AD529}" dt="2026-04-29T19:46:26.296" v="1976" actId="26606"/>
        <pc:sldMkLst>
          <pc:docMk/>
          <pc:sldMk cId="1597731224" sldId="272"/>
        </pc:sldMkLst>
        <pc:spChg chg="mod">
          <ac:chgData name="Leland Jones" userId="45560c3213db1e7d" providerId="LiveId" clId="{52DD5F27-7C81-4A7A-B13D-5BC8AF8AD529}" dt="2026-04-29T19:46:26.287" v="1975" actId="26606"/>
          <ac:spMkLst>
            <pc:docMk/>
            <pc:sldMk cId="1597731224" sldId="272"/>
            <ac:spMk id="2" creationId="{44986008-3558-6B4B-38E1-20AB8C599790}"/>
          </ac:spMkLst>
        </pc:spChg>
        <pc:spChg chg="add del mod">
          <ac:chgData name="Leland Jones" userId="45560c3213db1e7d" providerId="LiveId" clId="{52DD5F27-7C81-4A7A-B13D-5BC8AF8AD529}" dt="2026-04-29T19:46:26.296" v="1976" actId="26606"/>
          <ac:spMkLst>
            <pc:docMk/>
            <pc:sldMk cId="1597731224" sldId="272"/>
            <ac:spMk id="3" creationId="{6932535C-5782-0D4E-7158-7885100AEB98}"/>
          </ac:spMkLst>
        </pc:spChg>
        <pc:spChg chg="add del">
          <ac:chgData name="Leland Jones" userId="45560c3213db1e7d" providerId="LiveId" clId="{52DD5F27-7C81-4A7A-B13D-5BC8AF8AD529}" dt="2026-04-29T19:46:26.287" v="1975" actId="26606"/>
          <ac:spMkLst>
            <pc:docMk/>
            <pc:sldMk cId="1597731224" sldId="272"/>
            <ac:spMk id="9" creationId="{BACC6370-2D7E-4714-9D71-7542949D7D5D}"/>
          </ac:spMkLst>
        </pc:spChg>
        <pc:spChg chg="add del">
          <ac:chgData name="Leland Jones" userId="45560c3213db1e7d" providerId="LiveId" clId="{52DD5F27-7C81-4A7A-B13D-5BC8AF8AD529}" dt="2026-04-29T19:46:26.287" v="1975" actId="26606"/>
          <ac:spMkLst>
            <pc:docMk/>
            <pc:sldMk cId="1597731224" sldId="272"/>
            <ac:spMk id="11" creationId="{F68B3F68-107C-434F-AA38-110D5EA91B85}"/>
          </ac:spMkLst>
        </pc:spChg>
        <pc:spChg chg="add del">
          <ac:chgData name="Leland Jones" userId="45560c3213db1e7d" providerId="LiveId" clId="{52DD5F27-7C81-4A7A-B13D-5BC8AF8AD529}" dt="2026-04-29T19:46:26.287" v="1975" actId="26606"/>
          <ac:spMkLst>
            <pc:docMk/>
            <pc:sldMk cId="1597731224" sldId="272"/>
            <ac:spMk id="13" creationId="{AAD0DBB9-1A4B-4391-81D4-CB19F9AB918A}"/>
          </ac:spMkLst>
        </pc:spChg>
        <pc:spChg chg="add del">
          <ac:chgData name="Leland Jones" userId="45560c3213db1e7d" providerId="LiveId" clId="{52DD5F27-7C81-4A7A-B13D-5BC8AF8AD529}" dt="2026-04-29T19:46:26.287" v="1975" actId="26606"/>
          <ac:spMkLst>
            <pc:docMk/>
            <pc:sldMk cId="1597731224" sldId="272"/>
            <ac:spMk id="15" creationId="{063BBA22-50EA-4C4D-BE05-F1CE4E63AA56}"/>
          </ac:spMkLst>
        </pc:spChg>
        <pc:graphicFrameChg chg="add del">
          <ac:chgData name="Leland Jones" userId="45560c3213db1e7d" providerId="LiveId" clId="{52DD5F27-7C81-4A7A-B13D-5BC8AF8AD529}" dt="2026-04-29T19:46:26.287" v="1975" actId="26606"/>
          <ac:graphicFrameMkLst>
            <pc:docMk/>
            <pc:sldMk cId="1597731224" sldId="272"/>
            <ac:graphicFrameMk id="5" creationId="{60414953-2AD9-5D01-5D3C-D86305385DD8}"/>
          </ac:graphicFrameMkLst>
        </pc:graphicFrameChg>
        <pc:graphicFrameChg chg="add">
          <ac:chgData name="Leland Jones" userId="45560c3213db1e7d" providerId="LiveId" clId="{52DD5F27-7C81-4A7A-B13D-5BC8AF8AD529}" dt="2026-04-29T19:46:26.296" v="1976" actId="26606"/>
          <ac:graphicFrameMkLst>
            <pc:docMk/>
            <pc:sldMk cId="1597731224" sldId="272"/>
            <ac:graphicFrameMk id="17" creationId="{1633F84E-3DC9-4F8F-DC2B-82D49EA6EF1B}"/>
          </ac:graphicFrameMkLst>
        </pc:graphicFrameChg>
      </pc:sldChg>
      <pc:sldChg chg="addSp delSp modSp new mod ord setBg">
        <pc:chgData name="Leland Jones" userId="45560c3213db1e7d" providerId="LiveId" clId="{52DD5F27-7C81-4A7A-B13D-5BC8AF8AD529}" dt="2026-04-29T23:00:07.115" v="2439"/>
        <pc:sldMkLst>
          <pc:docMk/>
          <pc:sldMk cId="1362012287" sldId="273"/>
        </pc:sldMkLst>
        <pc:spChg chg="del">
          <ac:chgData name="Leland Jones" userId="45560c3213db1e7d" providerId="LiveId" clId="{52DD5F27-7C81-4A7A-B13D-5BC8AF8AD529}" dt="2026-04-29T22:59:42.886" v="2434" actId="26606"/>
          <ac:spMkLst>
            <pc:docMk/>
            <pc:sldMk cId="1362012287" sldId="273"/>
            <ac:spMk id="2" creationId="{4C9E0962-5A0D-6D66-327B-75E4B97DF744}"/>
          </ac:spMkLst>
        </pc:spChg>
        <pc:spChg chg="del">
          <ac:chgData name="Leland Jones" userId="45560c3213db1e7d" providerId="LiveId" clId="{52DD5F27-7C81-4A7A-B13D-5BC8AF8AD529}" dt="2026-04-29T22:59:42.886" v="2434" actId="26606"/>
          <ac:spMkLst>
            <pc:docMk/>
            <pc:sldMk cId="1362012287" sldId="273"/>
            <ac:spMk id="3" creationId="{8A115DCC-C59C-F94C-7A57-46C7FEDEF4AF}"/>
          </ac:spMkLst>
        </pc:spChg>
        <pc:picChg chg="add mod">
          <ac:chgData name="Leland Jones" userId="45560c3213db1e7d" providerId="LiveId" clId="{52DD5F27-7C81-4A7A-B13D-5BC8AF8AD529}" dt="2026-04-29T22:59:54.933" v="2437" actId="1076"/>
          <ac:picMkLst>
            <pc:docMk/>
            <pc:sldMk cId="1362012287" sldId="273"/>
            <ac:picMk id="5" creationId="{9369069B-7E57-9128-C7DA-7107B6E81236}"/>
          </ac:picMkLst>
        </pc:picChg>
      </pc:sldChg>
    </pc:docChg>
  </pc:docChgLst>
  <pc:docChgLst>
    <pc:chgData name="Leland Jones" userId="45560c3213db1e7d" providerId="LiveId" clId="{DCB954C6-AA6F-441E-A451-0EF4C88CFC2F}"/>
    <pc:docChg chg="undo custSel addSld delSld modSld sldOrd">
      <pc:chgData name="Leland Jones" userId="45560c3213db1e7d" providerId="LiveId" clId="{DCB954C6-AA6F-441E-A451-0EF4C88CFC2F}" dt="2026-04-29T20:04:13.974" v="1269" actId="2711"/>
      <pc:docMkLst>
        <pc:docMk/>
      </pc:docMkLst>
      <pc:sldChg chg="addSp delSp modSp mod addAnim">
        <pc:chgData name="Leland Jones" userId="45560c3213db1e7d" providerId="LiveId" clId="{DCB954C6-AA6F-441E-A451-0EF4C88CFC2F}" dt="2026-04-25T23:32:40.858" v="18"/>
        <pc:sldMkLst>
          <pc:docMk/>
          <pc:sldMk cId="2398344069" sldId="256"/>
        </pc:sldMkLst>
        <pc:spChg chg="mod">
          <ac:chgData name="Leland Jones" userId="45560c3213db1e7d" providerId="LiveId" clId="{DCB954C6-AA6F-441E-A451-0EF4C88CFC2F}" dt="2026-04-25T23:32:40.857" v="16" actId="26606"/>
          <ac:spMkLst>
            <pc:docMk/>
            <pc:sldMk cId="2398344069" sldId="256"/>
            <ac:spMk id="2" creationId="{1D2B42AD-B515-0C22-FB32-2418871789C0}"/>
          </ac:spMkLst>
        </pc:spChg>
        <pc:spChg chg="add">
          <ac:chgData name="Leland Jones" userId="45560c3213db1e7d" providerId="LiveId" clId="{DCB954C6-AA6F-441E-A451-0EF4C88CFC2F}" dt="2026-04-25T23:32:40.857" v="16" actId="26606"/>
          <ac:spMkLst>
            <pc:docMk/>
            <pc:sldMk cId="2398344069" sldId="256"/>
            <ac:spMk id="48" creationId="{1A3C89F8-0D2F-47FF-B903-151248265F47}"/>
          </ac:spMkLst>
        </pc:spChg>
        <pc:spChg chg="add">
          <ac:chgData name="Leland Jones" userId="45560c3213db1e7d" providerId="LiveId" clId="{DCB954C6-AA6F-441E-A451-0EF4C88CFC2F}" dt="2026-04-25T23:32:40.857" v="16" actId="26606"/>
          <ac:spMkLst>
            <pc:docMk/>
            <pc:sldMk cId="2398344069" sldId="256"/>
            <ac:spMk id="50" creationId="{C5CB530E-515E-412C-9DF1-5F8FFBD6F383}"/>
          </ac:spMkLst>
        </pc:spChg>
        <pc:spChg chg="add">
          <ac:chgData name="Leland Jones" userId="45560c3213db1e7d" providerId="LiveId" clId="{DCB954C6-AA6F-441E-A451-0EF4C88CFC2F}" dt="2026-04-25T23:32:40.857" v="16" actId="26606"/>
          <ac:spMkLst>
            <pc:docMk/>
            <pc:sldMk cId="2398344069" sldId="256"/>
            <ac:spMk id="54" creationId="{AEA7509D-F04F-40CB-A0B3-EEF16499CC9F}"/>
          </ac:spMkLst>
        </pc:spChg>
        <pc:spChg chg="add">
          <ac:chgData name="Leland Jones" userId="45560c3213db1e7d" providerId="LiveId" clId="{DCB954C6-AA6F-441E-A451-0EF4C88CFC2F}" dt="2026-04-25T23:32:40.857" v="16" actId="26606"/>
          <ac:spMkLst>
            <pc:docMk/>
            <pc:sldMk cId="2398344069" sldId="256"/>
            <ac:spMk id="62" creationId="{C39ADB8F-D187-49D7-BDCF-C1B6DC727068}"/>
          </ac:spMkLst>
        </pc:spChg>
      </pc:sldChg>
      <pc:sldChg chg="addSp delSp modSp del mod">
        <pc:chgData name="Leland Jones" userId="45560c3213db1e7d" providerId="LiveId" clId="{DCB954C6-AA6F-441E-A451-0EF4C88CFC2F}" dt="2026-04-29T17:43:12.347" v="63" actId="2696"/>
        <pc:sldMkLst>
          <pc:docMk/>
          <pc:sldMk cId="1998605019" sldId="257"/>
        </pc:sldMkLst>
        <pc:spChg chg="mod ord">
          <ac:chgData name="Leland Jones" userId="45560c3213db1e7d" providerId="LiveId" clId="{DCB954C6-AA6F-441E-A451-0EF4C88CFC2F}" dt="2026-04-29T17:42:57.078" v="55" actId="26606"/>
          <ac:spMkLst>
            <pc:docMk/>
            <pc:sldMk cId="1998605019" sldId="257"/>
            <ac:spMk id="2" creationId="{5399443D-10C5-4A07-8BD7-C88D46AC1090}"/>
          </ac:spMkLst>
        </pc:spChg>
        <pc:spChg chg="add del mod">
          <ac:chgData name="Leland Jones" userId="45560c3213db1e7d" providerId="LiveId" clId="{DCB954C6-AA6F-441E-A451-0EF4C88CFC2F}" dt="2026-04-29T17:42:51.138" v="54" actId="478"/>
          <ac:spMkLst>
            <pc:docMk/>
            <pc:sldMk cId="1998605019" sldId="257"/>
            <ac:spMk id="3" creationId="{0C155509-119D-2A3B-CC29-AD43440FF597}"/>
          </ac:spMkLst>
        </pc:spChg>
        <pc:spChg chg="add">
          <ac:chgData name="Leland Jones" userId="45560c3213db1e7d" providerId="LiveId" clId="{DCB954C6-AA6F-441E-A451-0EF4C88CFC2F}" dt="2026-04-29T17:42:11.305" v="36"/>
          <ac:spMkLst>
            <pc:docMk/>
            <pc:sldMk cId="1998605019" sldId="257"/>
            <ac:spMk id="4" creationId="{CE7D54E7-2722-A509-142F-ADD9470DF004}"/>
          </ac:spMkLst>
        </pc:spChg>
        <pc:spChg chg="add">
          <ac:chgData name="Leland Jones" userId="45560c3213db1e7d" providerId="LiveId" clId="{DCB954C6-AA6F-441E-A451-0EF4C88CFC2F}" dt="2026-04-29T17:42:24.597" v="43"/>
          <ac:spMkLst>
            <pc:docMk/>
            <pc:sldMk cId="1998605019" sldId="257"/>
            <ac:spMk id="5" creationId="{B14EC3CC-0E58-DD27-F863-A9155060CBF2}"/>
          </ac:spMkLst>
        </pc:spChg>
        <pc:spChg chg="add del mod">
          <ac:chgData name="Leland Jones" userId="45560c3213db1e7d" providerId="LiveId" clId="{DCB954C6-AA6F-441E-A451-0EF4C88CFC2F}" dt="2026-04-29T17:42:43.800" v="50"/>
          <ac:spMkLst>
            <pc:docMk/>
            <pc:sldMk cId="1998605019" sldId="257"/>
            <ac:spMk id="6" creationId="{CA17156E-5DBD-ACB3-EBCA-312E079A62EB}"/>
          </ac:spMkLst>
        </pc:spChg>
        <pc:spChg chg="add del mod">
          <ac:chgData name="Leland Jones" userId="45560c3213db1e7d" providerId="LiveId" clId="{DCB954C6-AA6F-441E-A451-0EF4C88CFC2F}" dt="2026-04-29T17:42:50.223" v="53"/>
          <ac:spMkLst>
            <pc:docMk/>
            <pc:sldMk cId="1998605019" sldId="257"/>
            <ac:spMk id="7" creationId="{C39504E6-C1C8-AAAF-AE6B-ED529AA336AE}"/>
          </ac:spMkLst>
        </pc:spChg>
        <pc:spChg chg="add del mod">
          <ac:chgData name="Leland Jones" userId="45560c3213db1e7d" providerId="LiveId" clId="{DCB954C6-AA6F-441E-A451-0EF4C88CFC2F}" dt="2026-04-29T17:43:10.005" v="60"/>
          <ac:spMkLst>
            <pc:docMk/>
            <pc:sldMk cId="1998605019" sldId="257"/>
            <ac:spMk id="8" creationId="{086DC93B-550C-7097-303C-7830658A678B}"/>
          </ac:spMkLst>
        </pc:spChg>
        <pc:spChg chg="add del mod">
          <ac:chgData name="Leland Jones" userId="45560c3213db1e7d" providerId="LiveId" clId="{DCB954C6-AA6F-441E-A451-0EF4C88CFC2F}" dt="2026-04-29T17:43:10.006" v="62"/>
          <ac:spMkLst>
            <pc:docMk/>
            <pc:sldMk cId="1998605019" sldId="257"/>
            <ac:spMk id="9" creationId="{F84CA6A0-33F8-924F-51CE-F3EE5718573A}"/>
          </ac:spMkLst>
        </pc:spChg>
        <pc:spChg chg="add del">
          <ac:chgData name="Leland Jones" userId="45560c3213db1e7d" providerId="LiveId" clId="{DCB954C6-AA6F-441E-A451-0EF4C88CFC2F}" dt="2026-04-29T17:42:57.078" v="55" actId="26606"/>
          <ac:spMkLst>
            <pc:docMk/>
            <pc:sldMk cId="1998605019" sldId="257"/>
            <ac:spMk id="27" creationId="{E7F94237-0536-4DB1-8C95-39E355CED94B}"/>
          </ac:spMkLst>
        </pc:spChg>
        <pc:spChg chg="add del">
          <ac:chgData name="Leland Jones" userId="45560c3213db1e7d" providerId="LiveId" clId="{DCB954C6-AA6F-441E-A451-0EF4C88CFC2F}" dt="2026-04-29T17:42:57.078" v="55" actId="26606"/>
          <ac:spMkLst>
            <pc:docMk/>
            <pc:sldMk cId="1998605019" sldId="257"/>
            <ac:spMk id="29" creationId="{1A3C89F8-0D2F-47FF-B903-151248265F47}"/>
          </ac:spMkLst>
        </pc:spChg>
        <pc:spChg chg="add del">
          <ac:chgData name="Leland Jones" userId="45560c3213db1e7d" providerId="LiveId" clId="{DCB954C6-AA6F-441E-A451-0EF4C88CFC2F}" dt="2026-04-29T17:42:57.078" v="55" actId="26606"/>
          <ac:spMkLst>
            <pc:docMk/>
            <pc:sldMk cId="1998605019" sldId="257"/>
            <ac:spMk id="31" creationId="{C5CB530E-515E-412C-9DF1-5F8FFBD6F383}"/>
          </ac:spMkLst>
        </pc:spChg>
        <pc:spChg chg="add del">
          <ac:chgData name="Leland Jones" userId="45560c3213db1e7d" providerId="LiveId" clId="{DCB954C6-AA6F-441E-A451-0EF4C88CFC2F}" dt="2026-04-29T17:42:57.078" v="55" actId="26606"/>
          <ac:spMkLst>
            <pc:docMk/>
            <pc:sldMk cId="1998605019" sldId="257"/>
            <ac:spMk id="33" creationId="{712D4376-A578-4FF1-94FC-245E7A6A489F}"/>
          </ac:spMkLst>
        </pc:spChg>
        <pc:spChg chg="add del">
          <ac:chgData name="Leland Jones" userId="45560c3213db1e7d" providerId="LiveId" clId="{DCB954C6-AA6F-441E-A451-0EF4C88CFC2F}" dt="2026-04-29T17:42:57.078" v="55" actId="26606"/>
          <ac:spMkLst>
            <pc:docMk/>
            <pc:sldMk cId="1998605019" sldId="257"/>
            <ac:spMk id="35" creationId="{AEA7509D-F04F-40CB-A0B3-EEF16499CC9F}"/>
          </ac:spMkLst>
        </pc:spChg>
        <pc:spChg chg="add del">
          <ac:chgData name="Leland Jones" userId="45560c3213db1e7d" providerId="LiveId" clId="{DCB954C6-AA6F-441E-A451-0EF4C88CFC2F}" dt="2026-04-29T17:42:57.078" v="55" actId="26606"/>
          <ac:spMkLst>
            <pc:docMk/>
            <pc:sldMk cId="1998605019" sldId="257"/>
            <ac:spMk id="39" creationId="{508BEF50-7B1E-49A4-BC19-5F4F1D755E64}"/>
          </ac:spMkLst>
        </pc:spChg>
        <pc:spChg chg="add del">
          <ac:chgData name="Leland Jones" userId="45560c3213db1e7d" providerId="LiveId" clId="{DCB954C6-AA6F-441E-A451-0EF4C88CFC2F}" dt="2026-04-29T17:42:57.078" v="55" actId="26606"/>
          <ac:spMkLst>
            <pc:docMk/>
            <pc:sldMk cId="1998605019" sldId="257"/>
            <ac:spMk id="41" creationId="{3FBAD350-5664-4811-A208-657FB882D350}"/>
          </ac:spMkLst>
        </pc:spChg>
        <pc:spChg chg="add del">
          <ac:chgData name="Leland Jones" userId="45560c3213db1e7d" providerId="LiveId" clId="{DCB954C6-AA6F-441E-A451-0EF4C88CFC2F}" dt="2026-04-29T17:42:57.078" v="55" actId="26606"/>
          <ac:spMkLst>
            <pc:docMk/>
            <pc:sldMk cId="1998605019" sldId="257"/>
            <ac:spMk id="43" creationId="{C39ADB8F-D187-49D7-BDCF-C1B6DC727068}"/>
          </ac:spMkLst>
        </pc:spChg>
        <pc:picChg chg="add mod ord">
          <ac:chgData name="Leland Jones" userId="45560c3213db1e7d" providerId="LiveId" clId="{DCB954C6-AA6F-441E-A451-0EF4C88CFC2F}" dt="2026-04-29T17:42:57.078" v="55" actId="26606"/>
          <ac:picMkLst>
            <pc:docMk/>
            <pc:sldMk cId="1998605019" sldId="257"/>
            <ac:picMk id="18" creationId="{F1F352BF-0095-96B5-579E-C822C3046E8E}"/>
          </ac:picMkLst>
        </pc:picChg>
      </pc:sldChg>
      <pc:sldChg chg="addSp modSp mod">
        <pc:chgData name="Leland Jones" userId="45560c3213db1e7d" providerId="LiveId" clId="{DCB954C6-AA6F-441E-A451-0EF4C88CFC2F}" dt="2026-04-29T18:27:01.224" v="432" actId="20577"/>
        <pc:sldMkLst>
          <pc:docMk/>
          <pc:sldMk cId="1493940080" sldId="258"/>
        </pc:sldMkLst>
        <pc:spChg chg="mod">
          <ac:chgData name="Leland Jones" userId="45560c3213db1e7d" providerId="LiveId" clId="{DCB954C6-AA6F-441E-A451-0EF4C88CFC2F}" dt="2026-04-29T18:27:01.224" v="432" actId="20577"/>
          <ac:spMkLst>
            <pc:docMk/>
            <pc:sldMk cId="1493940080" sldId="258"/>
            <ac:spMk id="3" creationId="{B8D6A742-0525-96B7-EC14-60BE002E6DB9}"/>
          </ac:spMkLst>
        </pc:spChg>
        <pc:spChg chg="add">
          <ac:chgData name="Leland Jones" userId="45560c3213db1e7d" providerId="LiveId" clId="{DCB954C6-AA6F-441E-A451-0EF4C88CFC2F}" dt="2026-04-29T18:26:21.593" v="320"/>
          <ac:spMkLst>
            <pc:docMk/>
            <pc:sldMk cId="1493940080" sldId="258"/>
            <ac:spMk id="4" creationId="{E651F5DB-9788-353A-C5A5-158EFF2FF12B}"/>
          </ac:spMkLst>
        </pc:spChg>
      </pc:sldChg>
      <pc:sldChg chg="addSp delSp modSp mod ord">
        <pc:chgData name="Leland Jones" userId="45560c3213db1e7d" providerId="LiveId" clId="{DCB954C6-AA6F-441E-A451-0EF4C88CFC2F}" dt="2026-04-29T18:25:40.093" v="223" actId="1076"/>
        <pc:sldMkLst>
          <pc:docMk/>
          <pc:sldMk cId="4009092202" sldId="259"/>
        </pc:sldMkLst>
        <pc:spChg chg="mod">
          <ac:chgData name="Leland Jones" userId="45560c3213db1e7d" providerId="LiveId" clId="{DCB954C6-AA6F-441E-A451-0EF4C88CFC2F}" dt="2026-04-29T17:43:38.561" v="109" actId="20577"/>
          <ac:spMkLst>
            <pc:docMk/>
            <pc:sldMk cId="4009092202" sldId="259"/>
            <ac:spMk id="2" creationId="{0753A6F2-C4C9-A3C3-5371-FA470D6D5A72}"/>
          </ac:spMkLst>
        </pc:spChg>
        <pc:spChg chg="add">
          <ac:chgData name="Leland Jones" userId="45560c3213db1e7d" providerId="LiveId" clId="{DCB954C6-AA6F-441E-A451-0EF4C88CFC2F}" dt="2026-04-29T18:24:07.029" v="119"/>
          <ac:spMkLst>
            <pc:docMk/>
            <pc:sldMk cId="4009092202" sldId="259"/>
            <ac:spMk id="3" creationId="{7EAEC89C-36F6-A729-92B8-C0DD8D9E9803}"/>
          </ac:spMkLst>
        </pc:spChg>
        <pc:spChg chg="del">
          <ac:chgData name="Leland Jones" userId="45560c3213db1e7d" providerId="LiveId" clId="{DCB954C6-AA6F-441E-A451-0EF4C88CFC2F}" dt="2026-04-29T17:43:41.398" v="110"/>
          <ac:spMkLst>
            <pc:docMk/>
            <pc:sldMk cId="4009092202" sldId="259"/>
            <ac:spMk id="3" creationId="{90FF81AC-CAA0-963F-082E-6537C263E722}"/>
          </ac:spMkLst>
        </pc:spChg>
        <pc:spChg chg="add mod">
          <ac:chgData name="Leland Jones" userId="45560c3213db1e7d" providerId="LiveId" clId="{DCB954C6-AA6F-441E-A451-0EF4C88CFC2F}" dt="2026-04-29T18:25:40.093" v="223" actId="1076"/>
          <ac:spMkLst>
            <pc:docMk/>
            <pc:sldMk cId="4009092202" sldId="259"/>
            <ac:spMk id="4" creationId="{22993EB3-29F0-F6A2-253E-3C2F6215F849}"/>
          </ac:spMkLst>
        </pc:spChg>
        <pc:spChg chg="add">
          <ac:chgData name="Leland Jones" userId="45560c3213db1e7d" providerId="LiveId" clId="{DCB954C6-AA6F-441E-A451-0EF4C88CFC2F}" dt="2026-04-29T18:24:13.690" v="122"/>
          <ac:spMkLst>
            <pc:docMk/>
            <pc:sldMk cId="4009092202" sldId="259"/>
            <ac:spMk id="5" creationId="{E3B09772-D64D-FD85-3AF2-8419CB83EB9E}"/>
          </ac:spMkLst>
        </pc:spChg>
        <pc:spChg chg="add">
          <ac:chgData name="Leland Jones" userId="45560c3213db1e7d" providerId="LiveId" clId="{DCB954C6-AA6F-441E-A451-0EF4C88CFC2F}" dt="2026-04-29T18:24:21.470" v="124"/>
          <ac:spMkLst>
            <pc:docMk/>
            <pc:sldMk cId="4009092202" sldId="259"/>
            <ac:spMk id="6" creationId="{3B0837AB-97E1-7B8B-0DA0-041387DADC99}"/>
          </ac:spMkLst>
        </pc:spChg>
      </pc:sldChg>
      <pc:sldChg chg="addSp delSp modSp mod">
        <pc:chgData name="Leland Jones" userId="45560c3213db1e7d" providerId="LiveId" clId="{DCB954C6-AA6F-441E-A451-0EF4C88CFC2F}" dt="2026-04-29T18:30:37.711" v="800" actId="20577"/>
        <pc:sldMkLst>
          <pc:docMk/>
          <pc:sldMk cId="268160560" sldId="260"/>
        </pc:sldMkLst>
        <pc:spChg chg="mod">
          <ac:chgData name="Leland Jones" userId="45560c3213db1e7d" providerId="LiveId" clId="{DCB954C6-AA6F-441E-A451-0EF4C88CFC2F}" dt="2026-04-29T18:29:53.277" v="652" actId="20577"/>
          <ac:spMkLst>
            <pc:docMk/>
            <pc:sldMk cId="268160560" sldId="260"/>
            <ac:spMk id="2" creationId="{5043DD4E-5CB6-4342-D724-B133CFDF9771}"/>
          </ac:spMkLst>
        </pc:spChg>
        <pc:spChg chg="add">
          <ac:chgData name="Leland Jones" userId="45560c3213db1e7d" providerId="LiveId" clId="{DCB954C6-AA6F-441E-A451-0EF4C88CFC2F}" dt="2026-04-25T23:33:29.178" v="26" actId="26606"/>
          <ac:spMkLst>
            <pc:docMk/>
            <pc:sldMk cId="268160560" sldId="260"/>
            <ac:spMk id="54" creationId="{C9A36457-A5F4-4103-A443-02581C09185B}"/>
          </ac:spMkLst>
        </pc:spChg>
        <pc:spChg chg="add mod">
          <ac:chgData name="Leland Jones" userId="45560c3213db1e7d" providerId="LiveId" clId="{DCB954C6-AA6F-441E-A451-0EF4C88CFC2F}" dt="2026-04-29T18:30:37.711" v="800" actId="20577"/>
          <ac:spMkLst>
            <pc:docMk/>
            <pc:sldMk cId="268160560" sldId="260"/>
            <ac:spMk id="56" creationId="{AD80DB4A-3D18-340F-535D-6DBB475EEF85}"/>
          </ac:spMkLst>
        </pc:spChg>
        <pc:spChg chg="add">
          <ac:chgData name="Leland Jones" userId="45560c3213db1e7d" providerId="LiveId" clId="{DCB954C6-AA6F-441E-A451-0EF4C88CFC2F}" dt="2026-04-25T23:33:29.178" v="26" actId="26606"/>
          <ac:spMkLst>
            <pc:docMk/>
            <pc:sldMk cId="268160560" sldId="260"/>
            <ac:spMk id="57" creationId="{142DCE2C-2863-46FA-9BE7-24365A24D9BA}"/>
          </ac:spMkLst>
        </pc:spChg>
      </pc:sldChg>
      <pc:sldChg chg="addSp delSp modSp mod">
        <pc:chgData name="Leland Jones" userId="45560c3213db1e7d" providerId="LiveId" clId="{DCB954C6-AA6F-441E-A451-0EF4C88CFC2F}" dt="2026-04-29T18:32:07.578" v="950" actId="20577"/>
        <pc:sldMkLst>
          <pc:docMk/>
          <pc:sldMk cId="1102288954" sldId="261"/>
        </pc:sldMkLst>
        <pc:spChg chg="mod">
          <ac:chgData name="Leland Jones" userId="45560c3213db1e7d" providerId="LiveId" clId="{DCB954C6-AA6F-441E-A451-0EF4C88CFC2F}" dt="2026-04-29T18:30:48.438" v="809" actId="20577"/>
          <ac:spMkLst>
            <pc:docMk/>
            <pc:sldMk cId="1102288954" sldId="261"/>
            <ac:spMk id="2" creationId="{AE4168EC-54A5-FDA0-E346-6FFCE782B6CC}"/>
          </ac:spMkLst>
        </pc:spChg>
        <pc:spChg chg="mod">
          <ac:chgData name="Leland Jones" userId="45560c3213db1e7d" providerId="LiveId" clId="{DCB954C6-AA6F-441E-A451-0EF4C88CFC2F}" dt="2026-04-29T18:32:07.578" v="950" actId="20577"/>
          <ac:spMkLst>
            <pc:docMk/>
            <pc:sldMk cId="1102288954" sldId="261"/>
            <ac:spMk id="3" creationId="{67E465B5-5775-15DA-2BA6-A219D92E60AB}"/>
          </ac:spMkLst>
        </pc:spChg>
      </pc:sldChg>
      <pc:sldChg chg="addSp delSp modSp del mod setBg">
        <pc:chgData name="Leland Jones" userId="45560c3213db1e7d" providerId="LiveId" clId="{DCB954C6-AA6F-441E-A451-0EF4C88CFC2F}" dt="2026-04-29T18:33:04.513" v="953" actId="2696"/>
        <pc:sldMkLst>
          <pc:docMk/>
          <pc:sldMk cId="3389038926" sldId="262"/>
        </pc:sldMkLst>
      </pc:sldChg>
      <pc:sldChg chg="addSp modSp mod setBg">
        <pc:chgData name="Leland Jones" userId="45560c3213db1e7d" providerId="LiveId" clId="{DCB954C6-AA6F-441E-A451-0EF4C88CFC2F}" dt="2026-04-29T18:35:07.301" v="1094" actId="20577"/>
        <pc:sldMkLst>
          <pc:docMk/>
          <pc:sldMk cId="130622873" sldId="263"/>
        </pc:sldMkLst>
        <pc:spChg chg="mod">
          <ac:chgData name="Leland Jones" userId="45560c3213db1e7d" providerId="LiveId" clId="{DCB954C6-AA6F-441E-A451-0EF4C88CFC2F}" dt="2026-04-25T23:33:47.445" v="28" actId="26606"/>
          <ac:spMkLst>
            <pc:docMk/>
            <pc:sldMk cId="130622873" sldId="263"/>
            <ac:spMk id="2" creationId="{7E0939BA-78B7-7786-873B-C5B0AEC7F19C}"/>
          </ac:spMkLst>
        </pc:spChg>
        <pc:spChg chg="mod">
          <ac:chgData name="Leland Jones" userId="45560c3213db1e7d" providerId="LiveId" clId="{DCB954C6-AA6F-441E-A451-0EF4C88CFC2F}" dt="2026-04-29T18:35:07.301" v="1094" actId="20577"/>
          <ac:spMkLst>
            <pc:docMk/>
            <pc:sldMk cId="130622873" sldId="263"/>
            <ac:spMk id="3" creationId="{00E3995E-6D7D-3403-FE7A-51513AB5CBEE}"/>
          </ac:spMkLst>
        </pc:spChg>
      </pc:sldChg>
      <pc:sldChg chg="addSp delSp modSp mod setBg">
        <pc:chgData name="Leland Jones" userId="45560c3213db1e7d" providerId="LiveId" clId="{DCB954C6-AA6F-441E-A451-0EF4C88CFC2F}" dt="2026-04-25T23:33:53.077" v="29" actId="26606"/>
        <pc:sldMkLst>
          <pc:docMk/>
          <pc:sldMk cId="1722951055" sldId="264"/>
        </pc:sldMkLst>
        <pc:spChg chg="mod">
          <ac:chgData name="Leland Jones" userId="45560c3213db1e7d" providerId="LiveId" clId="{DCB954C6-AA6F-441E-A451-0EF4C88CFC2F}" dt="2026-04-25T23:33:53.077" v="29" actId="26606"/>
          <ac:spMkLst>
            <pc:docMk/>
            <pc:sldMk cId="1722951055" sldId="264"/>
            <ac:spMk id="2" creationId="{D343124A-3B29-0641-6481-94165868D477}"/>
          </ac:spMkLst>
        </pc:spChg>
        <pc:spChg chg="add">
          <ac:chgData name="Leland Jones" userId="45560c3213db1e7d" providerId="LiveId" clId="{DCB954C6-AA6F-441E-A451-0EF4C88CFC2F}" dt="2026-04-25T23:33:53.077" v="29" actId="26606"/>
          <ac:spMkLst>
            <pc:docMk/>
            <pc:sldMk cId="1722951055" sldId="264"/>
            <ac:spMk id="9" creationId="{A6C9D1EE-B6E6-4AB8-A1DB-EFACAF0EA30B}"/>
          </ac:spMkLst>
        </pc:spChg>
        <pc:spChg chg="add">
          <ac:chgData name="Leland Jones" userId="45560c3213db1e7d" providerId="LiveId" clId="{DCB954C6-AA6F-441E-A451-0EF4C88CFC2F}" dt="2026-04-25T23:33:53.077" v="29" actId="26606"/>
          <ac:spMkLst>
            <pc:docMk/>
            <pc:sldMk cId="1722951055" sldId="264"/>
            <ac:spMk id="11" creationId="{F4155C20-3F0E-4576-8A0B-C345B62312DA}"/>
          </ac:spMkLst>
        </pc:spChg>
        <pc:spChg chg="add">
          <ac:chgData name="Leland Jones" userId="45560c3213db1e7d" providerId="LiveId" clId="{DCB954C6-AA6F-441E-A451-0EF4C88CFC2F}" dt="2026-04-25T23:33:53.077" v="29" actId="26606"/>
          <ac:spMkLst>
            <pc:docMk/>
            <pc:sldMk cId="1722951055" sldId="264"/>
            <ac:spMk id="15" creationId="{0BAEB82B-9A6B-4982-B56B-7529C6EA9A95}"/>
          </ac:spMkLst>
        </pc:spChg>
        <pc:spChg chg="add">
          <ac:chgData name="Leland Jones" userId="45560c3213db1e7d" providerId="LiveId" clId="{DCB954C6-AA6F-441E-A451-0EF4C88CFC2F}" dt="2026-04-25T23:33:53.077" v="29" actId="26606"/>
          <ac:spMkLst>
            <pc:docMk/>
            <pc:sldMk cId="1722951055" sldId="264"/>
            <ac:spMk id="17" creationId="{FC71CE45-EECF-4555-AD4B-1B3D0D5D1540}"/>
          </ac:spMkLst>
        </pc:spChg>
        <pc:spChg chg="add">
          <ac:chgData name="Leland Jones" userId="45560c3213db1e7d" providerId="LiveId" clId="{DCB954C6-AA6F-441E-A451-0EF4C88CFC2F}" dt="2026-04-25T23:33:53.077" v="29" actId="26606"/>
          <ac:spMkLst>
            <pc:docMk/>
            <pc:sldMk cId="1722951055" sldId="264"/>
            <ac:spMk id="19" creationId="{53AA89D1-0C70-46BB-8E35-5722A4B18A78}"/>
          </ac:spMkLst>
        </pc:spChg>
        <pc:picChg chg="add">
          <ac:chgData name="Leland Jones" userId="45560c3213db1e7d" providerId="LiveId" clId="{DCB954C6-AA6F-441E-A451-0EF4C88CFC2F}" dt="2026-04-25T23:33:53.077" v="29" actId="26606"/>
          <ac:picMkLst>
            <pc:docMk/>
            <pc:sldMk cId="1722951055" sldId="264"/>
            <ac:picMk id="5" creationId="{2E976726-89C3-0B17-D7D7-4BFB0F4C3246}"/>
          </ac:picMkLst>
        </pc:picChg>
        <pc:cxnChg chg="add">
          <ac:chgData name="Leland Jones" userId="45560c3213db1e7d" providerId="LiveId" clId="{DCB954C6-AA6F-441E-A451-0EF4C88CFC2F}" dt="2026-04-25T23:33:53.077" v="29" actId="26606"/>
          <ac:cxnSpMkLst>
            <pc:docMk/>
            <pc:sldMk cId="1722951055" sldId="264"/>
            <ac:cxnSpMk id="13" creationId="{56020367-4FD5-4596-8E10-C5F095CD8DBF}"/>
          </ac:cxnSpMkLst>
        </pc:cxnChg>
      </pc:sldChg>
      <pc:sldChg chg="addSp modSp mod setBg">
        <pc:chgData name="Leland Jones" userId="45560c3213db1e7d" providerId="LiveId" clId="{DCB954C6-AA6F-441E-A451-0EF4C88CFC2F}" dt="2026-04-29T18:35:35.059" v="1153" actId="20577"/>
        <pc:sldMkLst>
          <pc:docMk/>
          <pc:sldMk cId="948573855" sldId="265"/>
        </pc:sldMkLst>
        <pc:spChg chg="mod">
          <ac:chgData name="Leland Jones" userId="45560c3213db1e7d" providerId="LiveId" clId="{DCB954C6-AA6F-441E-A451-0EF4C88CFC2F}" dt="2026-04-25T23:34:05.393" v="30" actId="26606"/>
          <ac:spMkLst>
            <pc:docMk/>
            <pc:sldMk cId="948573855" sldId="265"/>
            <ac:spMk id="2" creationId="{3610FCC4-85E0-6923-C62F-5B002B9D176D}"/>
          </ac:spMkLst>
        </pc:spChg>
        <pc:spChg chg="mod">
          <ac:chgData name="Leland Jones" userId="45560c3213db1e7d" providerId="LiveId" clId="{DCB954C6-AA6F-441E-A451-0EF4C88CFC2F}" dt="2026-04-29T18:35:35.059" v="1153" actId="20577"/>
          <ac:spMkLst>
            <pc:docMk/>
            <pc:sldMk cId="948573855" sldId="265"/>
            <ac:spMk id="3" creationId="{315AEA86-18A7-BC2D-45F8-4563D1F4D2EE}"/>
          </ac:spMkLst>
        </pc:spChg>
      </pc:sldChg>
      <pc:sldChg chg="addSp modSp mod setBg">
        <pc:chgData name="Leland Jones" userId="45560c3213db1e7d" providerId="LiveId" clId="{DCB954C6-AA6F-441E-A451-0EF4C88CFC2F}" dt="2026-04-29T18:37:15.140" v="1268" actId="20577"/>
        <pc:sldMkLst>
          <pc:docMk/>
          <pc:sldMk cId="167272544" sldId="266"/>
        </pc:sldMkLst>
        <pc:spChg chg="mod">
          <ac:chgData name="Leland Jones" userId="45560c3213db1e7d" providerId="LiveId" clId="{DCB954C6-AA6F-441E-A451-0EF4C88CFC2F}" dt="2026-04-25T23:34:10.990" v="31" actId="26606"/>
          <ac:spMkLst>
            <pc:docMk/>
            <pc:sldMk cId="167272544" sldId="266"/>
            <ac:spMk id="2" creationId="{47A62E98-06AD-2817-7BEA-1768698327C1}"/>
          </ac:spMkLst>
        </pc:spChg>
        <pc:spChg chg="mod">
          <ac:chgData name="Leland Jones" userId="45560c3213db1e7d" providerId="LiveId" clId="{DCB954C6-AA6F-441E-A451-0EF4C88CFC2F}" dt="2026-04-29T18:37:15.140" v="1268" actId="20577"/>
          <ac:spMkLst>
            <pc:docMk/>
            <pc:sldMk cId="167272544" sldId="266"/>
            <ac:spMk id="3" creationId="{69AB457F-28ED-2693-8E84-12D0D0A53B81}"/>
          </ac:spMkLst>
        </pc:spChg>
      </pc:sldChg>
      <pc:sldChg chg="addSp delSp modSp new mod setBg">
        <pc:chgData name="Leland Jones" userId="45560c3213db1e7d" providerId="LiveId" clId="{DCB954C6-AA6F-441E-A451-0EF4C88CFC2F}" dt="2026-04-25T23:34:22.150" v="34" actId="26606"/>
        <pc:sldMkLst>
          <pc:docMk/>
          <pc:sldMk cId="693359857" sldId="267"/>
        </pc:sldMkLst>
        <pc:spChg chg="mod">
          <ac:chgData name="Leland Jones" userId="45560c3213db1e7d" providerId="LiveId" clId="{DCB954C6-AA6F-441E-A451-0EF4C88CFC2F}" dt="2026-04-25T23:34:22.150" v="34" actId="26606"/>
          <ac:spMkLst>
            <pc:docMk/>
            <pc:sldMk cId="693359857" sldId="267"/>
            <ac:spMk id="2" creationId="{6FFB2619-C642-C8C1-D877-170CD0EEA583}"/>
          </ac:spMkLst>
        </pc:spChg>
      </pc:sldChg>
      <pc:sldChg chg="modSp add mod">
        <pc:chgData name="Leland Jones" userId="45560c3213db1e7d" providerId="LiveId" clId="{DCB954C6-AA6F-441E-A451-0EF4C88CFC2F}" dt="2026-04-29T20:04:13.974" v="1269" actId="2711"/>
        <pc:sldMkLst>
          <pc:docMk/>
          <pc:sldMk cId="46860323" sldId="268"/>
        </pc:sldMkLst>
        <pc:spChg chg="mod">
          <ac:chgData name="Leland Jones" userId="45560c3213db1e7d" providerId="LiveId" clId="{DCB954C6-AA6F-441E-A451-0EF4C88CFC2F}" dt="2026-04-29T20:04:13.974" v="1269" actId="2711"/>
          <ac:spMkLst>
            <pc:docMk/>
            <pc:sldMk cId="46860323" sldId="268"/>
            <ac:spMk id="3" creationId="{222B9910-8C80-CBBB-832A-E83CA520F0A7}"/>
          </ac:spMkLst>
        </pc:spChg>
      </pc:sldChg>
      <pc:sldChg chg="modSp new mod">
        <pc:chgData name="Leland Jones" userId="45560c3213db1e7d" providerId="LiveId" clId="{DCB954C6-AA6F-441E-A451-0EF4C88CFC2F}" dt="2026-04-29T18:34:41.468" v="1027" actId="20577"/>
        <pc:sldMkLst>
          <pc:docMk/>
          <pc:sldMk cId="349202968" sldId="269"/>
        </pc:sldMkLst>
        <pc:spChg chg="mod">
          <ac:chgData name="Leland Jones" userId="45560c3213db1e7d" providerId="LiveId" clId="{DCB954C6-AA6F-441E-A451-0EF4C88CFC2F}" dt="2026-04-29T18:33:02.252" v="952"/>
          <ac:spMkLst>
            <pc:docMk/>
            <pc:sldMk cId="349202968" sldId="269"/>
            <ac:spMk id="2" creationId="{7AF57AC7-143F-31BF-455A-D0EBDB081E4F}"/>
          </ac:spMkLst>
        </pc:spChg>
        <pc:spChg chg="mod">
          <ac:chgData name="Leland Jones" userId="45560c3213db1e7d" providerId="LiveId" clId="{DCB954C6-AA6F-441E-A451-0EF4C88CFC2F}" dt="2026-04-29T18:34:41.468" v="1027" actId="20577"/>
          <ac:spMkLst>
            <pc:docMk/>
            <pc:sldMk cId="349202968" sldId="269"/>
            <ac:spMk id="3" creationId="{7EADC047-D120-9F6E-479C-0F1193CCE5A4}"/>
          </ac:spMkLst>
        </pc:spChg>
      </pc:sldChg>
    </pc:docChg>
  </pc:docChgLst>
</pc:chgInfo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hyperlink" Target="https://ecomranker.com/how-does-amazons-search-algorithm-work/" TargetMode="External"/><Relationship Id="rId2" Type="http://schemas.openxmlformats.org/officeDocument/2006/relationships/hyperlink" Target="https://www.baeldung.com/cs/amazon-recommendation-system" TargetMode="External"/><Relationship Id="rId1" Type="http://schemas.openxmlformats.org/officeDocument/2006/relationships/hyperlink" Target="https://www.amazon.science/the-history-of-amazons-recommendation-algorithm" TargetMode="External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hyperlink" Target="https://ecomranker.com/how-does-amazons-search-algorithm-work/" TargetMode="External"/><Relationship Id="rId2" Type="http://schemas.openxmlformats.org/officeDocument/2006/relationships/hyperlink" Target="https://www.baeldung.com/cs/amazon-recommendation-system" TargetMode="External"/><Relationship Id="rId1" Type="http://schemas.openxmlformats.org/officeDocument/2006/relationships/hyperlink" Target="https://www.amazon.science/the-history-of-amazons-recommendation-algorithm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66E18C-9038-448B-9287-47D3CBF4FDA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4BA7FB9-BDDA-4CFF-AAAB-2619EAD3B499}">
      <dgm:prSet/>
      <dgm:spPr/>
      <dgm:t>
        <a:bodyPr/>
        <a:lstStyle/>
        <a:p>
          <a:r>
            <a:rPr lang="en-US"/>
            <a:t>Titles</a:t>
          </a:r>
        </a:p>
      </dgm:t>
    </dgm:pt>
    <dgm:pt modelId="{5C33732A-DEFD-40BE-8DC7-10BB0C5251B4}" type="parTrans" cxnId="{DC80988D-38C1-4E91-B8F0-8B0EBFB79108}">
      <dgm:prSet/>
      <dgm:spPr/>
      <dgm:t>
        <a:bodyPr/>
        <a:lstStyle/>
        <a:p>
          <a:endParaRPr lang="en-US"/>
        </a:p>
      </dgm:t>
    </dgm:pt>
    <dgm:pt modelId="{ED1E368A-586B-43A7-AFD5-492C7E3B7EAC}" type="sibTrans" cxnId="{DC80988D-38C1-4E91-B8F0-8B0EBFB79108}">
      <dgm:prSet/>
      <dgm:spPr/>
      <dgm:t>
        <a:bodyPr/>
        <a:lstStyle/>
        <a:p>
          <a:endParaRPr lang="en-US"/>
        </a:p>
      </dgm:t>
    </dgm:pt>
    <dgm:pt modelId="{2A3C8621-7B53-4D2E-A473-0C7289FBB7A8}">
      <dgm:prSet/>
      <dgm:spPr/>
      <dgm:t>
        <a:bodyPr/>
        <a:lstStyle/>
        <a:p>
          <a:r>
            <a:rPr lang="en-US"/>
            <a:t>Categories</a:t>
          </a:r>
        </a:p>
      </dgm:t>
    </dgm:pt>
    <dgm:pt modelId="{3C386270-6F8C-4591-BF31-C8375E9CF0BD}" type="parTrans" cxnId="{EC54DCD3-0773-4D47-A8C9-3AA609471EB2}">
      <dgm:prSet/>
      <dgm:spPr/>
      <dgm:t>
        <a:bodyPr/>
        <a:lstStyle/>
        <a:p>
          <a:endParaRPr lang="en-US"/>
        </a:p>
      </dgm:t>
    </dgm:pt>
    <dgm:pt modelId="{41B130DB-71B1-4392-ABAA-319FAFEA1A07}" type="sibTrans" cxnId="{EC54DCD3-0773-4D47-A8C9-3AA609471EB2}">
      <dgm:prSet/>
      <dgm:spPr/>
      <dgm:t>
        <a:bodyPr/>
        <a:lstStyle/>
        <a:p>
          <a:endParaRPr lang="en-US"/>
        </a:p>
      </dgm:t>
    </dgm:pt>
    <dgm:pt modelId="{D2488C1A-AB56-4D1F-9015-BA315143E5B8}">
      <dgm:prSet/>
      <dgm:spPr/>
      <dgm:t>
        <a:bodyPr/>
        <a:lstStyle/>
        <a:p>
          <a:r>
            <a:rPr lang="en-US"/>
            <a:t>Descriptions</a:t>
          </a:r>
        </a:p>
      </dgm:t>
    </dgm:pt>
    <dgm:pt modelId="{BC68C51F-9744-4FCD-A85C-EF9B8D53DF83}" type="parTrans" cxnId="{5BB0EA1E-5AEE-4E1F-A7E5-8CE861FF2FF7}">
      <dgm:prSet/>
      <dgm:spPr/>
      <dgm:t>
        <a:bodyPr/>
        <a:lstStyle/>
        <a:p>
          <a:endParaRPr lang="en-US"/>
        </a:p>
      </dgm:t>
    </dgm:pt>
    <dgm:pt modelId="{44652B3B-97A0-4209-AB94-5D7B5B382F39}" type="sibTrans" cxnId="{5BB0EA1E-5AEE-4E1F-A7E5-8CE861FF2FF7}">
      <dgm:prSet/>
      <dgm:spPr/>
      <dgm:t>
        <a:bodyPr/>
        <a:lstStyle/>
        <a:p>
          <a:endParaRPr lang="en-US"/>
        </a:p>
      </dgm:t>
    </dgm:pt>
    <dgm:pt modelId="{2BCDC6E4-3B4E-4E9E-9355-B9840F5926D5}">
      <dgm:prSet/>
      <dgm:spPr/>
      <dgm:t>
        <a:bodyPr/>
        <a:lstStyle/>
        <a:p>
          <a:r>
            <a:rPr lang="en-US"/>
            <a:t>Specifications</a:t>
          </a:r>
        </a:p>
      </dgm:t>
    </dgm:pt>
    <dgm:pt modelId="{1332B988-3EC7-40FE-8A4E-CA4BCCDA3900}" type="parTrans" cxnId="{2BB63F7A-A311-4AD3-AA6A-13CDA24215EA}">
      <dgm:prSet/>
      <dgm:spPr/>
      <dgm:t>
        <a:bodyPr/>
        <a:lstStyle/>
        <a:p>
          <a:endParaRPr lang="en-US"/>
        </a:p>
      </dgm:t>
    </dgm:pt>
    <dgm:pt modelId="{E273AFCB-C558-415E-A97D-C7BAF7E77712}" type="sibTrans" cxnId="{2BB63F7A-A311-4AD3-AA6A-13CDA24215EA}">
      <dgm:prSet/>
      <dgm:spPr/>
      <dgm:t>
        <a:bodyPr/>
        <a:lstStyle/>
        <a:p>
          <a:endParaRPr lang="en-US"/>
        </a:p>
      </dgm:t>
    </dgm:pt>
    <dgm:pt modelId="{A1C60027-67E0-411F-B7C2-78E09C55F6F4}" type="pres">
      <dgm:prSet presAssocID="{5466E18C-9038-448B-9287-47D3CBF4FD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81AA4FC-A1B8-4266-86DC-209B210E2D61}" type="pres">
      <dgm:prSet presAssocID="{94BA7FB9-BDDA-4CFF-AAAB-2619EAD3B499}" presName="hierRoot1" presStyleCnt="0"/>
      <dgm:spPr/>
    </dgm:pt>
    <dgm:pt modelId="{DD1A84FE-9143-43DA-B84A-A017CD9FBC5F}" type="pres">
      <dgm:prSet presAssocID="{94BA7FB9-BDDA-4CFF-AAAB-2619EAD3B499}" presName="composite" presStyleCnt="0"/>
      <dgm:spPr/>
    </dgm:pt>
    <dgm:pt modelId="{433AE474-7774-42FA-8907-ABE1DAE28CCF}" type="pres">
      <dgm:prSet presAssocID="{94BA7FB9-BDDA-4CFF-AAAB-2619EAD3B499}" presName="background" presStyleLbl="node0" presStyleIdx="0" presStyleCnt="4"/>
      <dgm:spPr/>
    </dgm:pt>
    <dgm:pt modelId="{7B83E4DA-C690-4A09-B8E8-8C01C0312B05}" type="pres">
      <dgm:prSet presAssocID="{94BA7FB9-BDDA-4CFF-AAAB-2619EAD3B499}" presName="text" presStyleLbl="fgAcc0" presStyleIdx="0" presStyleCnt="4">
        <dgm:presLayoutVars>
          <dgm:chPref val="3"/>
        </dgm:presLayoutVars>
      </dgm:prSet>
      <dgm:spPr/>
    </dgm:pt>
    <dgm:pt modelId="{31954588-7DDC-4D6E-819C-A17783392397}" type="pres">
      <dgm:prSet presAssocID="{94BA7FB9-BDDA-4CFF-AAAB-2619EAD3B499}" presName="hierChild2" presStyleCnt="0"/>
      <dgm:spPr/>
    </dgm:pt>
    <dgm:pt modelId="{BE92000F-07C9-4301-88FA-DE17F3521550}" type="pres">
      <dgm:prSet presAssocID="{2A3C8621-7B53-4D2E-A473-0C7289FBB7A8}" presName="hierRoot1" presStyleCnt="0"/>
      <dgm:spPr/>
    </dgm:pt>
    <dgm:pt modelId="{C0B2C66F-EE0B-4EEB-81FA-DB0966CE9F8B}" type="pres">
      <dgm:prSet presAssocID="{2A3C8621-7B53-4D2E-A473-0C7289FBB7A8}" presName="composite" presStyleCnt="0"/>
      <dgm:spPr/>
    </dgm:pt>
    <dgm:pt modelId="{F019BD88-168D-4E6D-BB6B-6ACDE035F3F6}" type="pres">
      <dgm:prSet presAssocID="{2A3C8621-7B53-4D2E-A473-0C7289FBB7A8}" presName="background" presStyleLbl="node0" presStyleIdx="1" presStyleCnt="4"/>
      <dgm:spPr/>
    </dgm:pt>
    <dgm:pt modelId="{383709E2-0CC3-4EB7-A2D5-4757223C4E8D}" type="pres">
      <dgm:prSet presAssocID="{2A3C8621-7B53-4D2E-A473-0C7289FBB7A8}" presName="text" presStyleLbl="fgAcc0" presStyleIdx="1" presStyleCnt="4">
        <dgm:presLayoutVars>
          <dgm:chPref val="3"/>
        </dgm:presLayoutVars>
      </dgm:prSet>
      <dgm:spPr/>
    </dgm:pt>
    <dgm:pt modelId="{5201BF39-5010-401F-823A-62890034F780}" type="pres">
      <dgm:prSet presAssocID="{2A3C8621-7B53-4D2E-A473-0C7289FBB7A8}" presName="hierChild2" presStyleCnt="0"/>
      <dgm:spPr/>
    </dgm:pt>
    <dgm:pt modelId="{F31B571D-B286-4B94-B2F3-C4911CD74C33}" type="pres">
      <dgm:prSet presAssocID="{D2488C1A-AB56-4D1F-9015-BA315143E5B8}" presName="hierRoot1" presStyleCnt="0"/>
      <dgm:spPr/>
    </dgm:pt>
    <dgm:pt modelId="{DA3C6044-9B7B-4CE7-BFF1-4FCC66F6DC61}" type="pres">
      <dgm:prSet presAssocID="{D2488C1A-AB56-4D1F-9015-BA315143E5B8}" presName="composite" presStyleCnt="0"/>
      <dgm:spPr/>
    </dgm:pt>
    <dgm:pt modelId="{E8A33EBF-7ABA-4FF2-8AA1-B167F38A01AD}" type="pres">
      <dgm:prSet presAssocID="{D2488C1A-AB56-4D1F-9015-BA315143E5B8}" presName="background" presStyleLbl="node0" presStyleIdx="2" presStyleCnt="4"/>
      <dgm:spPr/>
    </dgm:pt>
    <dgm:pt modelId="{3BA3B6FB-CFDF-411A-93E5-22C566C8748B}" type="pres">
      <dgm:prSet presAssocID="{D2488C1A-AB56-4D1F-9015-BA315143E5B8}" presName="text" presStyleLbl="fgAcc0" presStyleIdx="2" presStyleCnt="4">
        <dgm:presLayoutVars>
          <dgm:chPref val="3"/>
        </dgm:presLayoutVars>
      </dgm:prSet>
      <dgm:spPr/>
    </dgm:pt>
    <dgm:pt modelId="{59A93BB7-582E-4AAB-91B7-FF1EA0CA5D5B}" type="pres">
      <dgm:prSet presAssocID="{D2488C1A-AB56-4D1F-9015-BA315143E5B8}" presName="hierChild2" presStyleCnt="0"/>
      <dgm:spPr/>
    </dgm:pt>
    <dgm:pt modelId="{B135F3A6-90A9-4BB6-A5A5-769ABA04F7EC}" type="pres">
      <dgm:prSet presAssocID="{2BCDC6E4-3B4E-4E9E-9355-B9840F5926D5}" presName="hierRoot1" presStyleCnt="0"/>
      <dgm:spPr/>
    </dgm:pt>
    <dgm:pt modelId="{204239B5-D539-4A9D-881F-2CCB07B4F829}" type="pres">
      <dgm:prSet presAssocID="{2BCDC6E4-3B4E-4E9E-9355-B9840F5926D5}" presName="composite" presStyleCnt="0"/>
      <dgm:spPr/>
    </dgm:pt>
    <dgm:pt modelId="{CE5CFCA3-C778-4930-8DD8-02CDAB9E776E}" type="pres">
      <dgm:prSet presAssocID="{2BCDC6E4-3B4E-4E9E-9355-B9840F5926D5}" presName="background" presStyleLbl="node0" presStyleIdx="3" presStyleCnt="4"/>
      <dgm:spPr/>
    </dgm:pt>
    <dgm:pt modelId="{2979223A-B044-4BB2-A3D1-0C5F6DEB79DD}" type="pres">
      <dgm:prSet presAssocID="{2BCDC6E4-3B4E-4E9E-9355-B9840F5926D5}" presName="text" presStyleLbl="fgAcc0" presStyleIdx="3" presStyleCnt="4">
        <dgm:presLayoutVars>
          <dgm:chPref val="3"/>
        </dgm:presLayoutVars>
      </dgm:prSet>
      <dgm:spPr/>
    </dgm:pt>
    <dgm:pt modelId="{EB41CC67-AAF6-42C7-8E01-A97E138A7434}" type="pres">
      <dgm:prSet presAssocID="{2BCDC6E4-3B4E-4E9E-9355-B9840F5926D5}" presName="hierChild2" presStyleCnt="0"/>
      <dgm:spPr/>
    </dgm:pt>
  </dgm:ptLst>
  <dgm:cxnLst>
    <dgm:cxn modelId="{5BB0EA1E-5AEE-4E1F-A7E5-8CE861FF2FF7}" srcId="{5466E18C-9038-448B-9287-47D3CBF4FDA3}" destId="{D2488C1A-AB56-4D1F-9015-BA315143E5B8}" srcOrd="2" destOrd="0" parTransId="{BC68C51F-9744-4FCD-A85C-EF9B8D53DF83}" sibTransId="{44652B3B-97A0-4209-AB94-5D7B5B382F39}"/>
    <dgm:cxn modelId="{DDC0DE24-6BD2-4DBD-8BE7-A3B0102791E7}" type="presOf" srcId="{2A3C8621-7B53-4D2E-A473-0C7289FBB7A8}" destId="{383709E2-0CC3-4EB7-A2D5-4757223C4E8D}" srcOrd="0" destOrd="0" presId="urn:microsoft.com/office/officeart/2005/8/layout/hierarchy1"/>
    <dgm:cxn modelId="{52BAA430-C6CC-42F4-8741-EA4CEEA41E00}" type="presOf" srcId="{2BCDC6E4-3B4E-4E9E-9355-B9840F5926D5}" destId="{2979223A-B044-4BB2-A3D1-0C5F6DEB79DD}" srcOrd="0" destOrd="0" presId="urn:microsoft.com/office/officeart/2005/8/layout/hierarchy1"/>
    <dgm:cxn modelId="{4AC54C6E-7574-4B37-967E-48CEF6693EF5}" type="presOf" srcId="{5466E18C-9038-448B-9287-47D3CBF4FDA3}" destId="{A1C60027-67E0-411F-B7C2-78E09C55F6F4}" srcOrd="0" destOrd="0" presId="urn:microsoft.com/office/officeart/2005/8/layout/hierarchy1"/>
    <dgm:cxn modelId="{2BB63F7A-A311-4AD3-AA6A-13CDA24215EA}" srcId="{5466E18C-9038-448B-9287-47D3CBF4FDA3}" destId="{2BCDC6E4-3B4E-4E9E-9355-B9840F5926D5}" srcOrd="3" destOrd="0" parTransId="{1332B988-3EC7-40FE-8A4E-CA4BCCDA3900}" sibTransId="{E273AFCB-C558-415E-A97D-C7BAF7E77712}"/>
    <dgm:cxn modelId="{AFFBAC7F-3F4D-4034-BD63-671D5BC91AAC}" type="presOf" srcId="{D2488C1A-AB56-4D1F-9015-BA315143E5B8}" destId="{3BA3B6FB-CFDF-411A-93E5-22C566C8748B}" srcOrd="0" destOrd="0" presId="urn:microsoft.com/office/officeart/2005/8/layout/hierarchy1"/>
    <dgm:cxn modelId="{DC80988D-38C1-4E91-B8F0-8B0EBFB79108}" srcId="{5466E18C-9038-448B-9287-47D3CBF4FDA3}" destId="{94BA7FB9-BDDA-4CFF-AAAB-2619EAD3B499}" srcOrd="0" destOrd="0" parTransId="{5C33732A-DEFD-40BE-8DC7-10BB0C5251B4}" sibTransId="{ED1E368A-586B-43A7-AFD5-492C7E3B7EAC}"/>
    <dgm:cxn modelId="{425936BE-9B55-471C-960C-A7748DE88DED}" type="presOf" srcId="{94BA7FB9-BDDA-4CFF-AAAB-2619EAD3B499}" destId="{7B83E4DA-C690-4A09-B8E8-8C01C0312B05}" srcOrd="0" destOrd="0" presId="urn:microsoft.com/office/officeart/2005/8/layout/hierarchy1"/>
    <dgm:cxn modelId="{EC54DCD3-0773-4D47-A8C9-3AA609471EB2}" srcId="{5466E18C-9038-448B-9287-47D3CBF4FDA3}" destId="{2A3C8621-7B53-4D2E-A473-0C7289FBB7A8}" srcOrd="1" destOrd="0" parTransId="{3C386270-6F8C-4591-BF31-C8375E9CF0BD}" sibTransId="{41B130DB-71B1-4392-ABAA-319FAFEA1A07}"/>
    <dgm:cxn modelId="{C547930E-BC1E-4182-BFA5-474BFC056694}" type="presParOf" srcId="{A1C60027-67E0-411F-B7C2-78E09C55F6F4}" destId="{481AA4FC-A1B8-4266-86DC-209B210E2D61}" srcOrd="0" destOrd="0" presId="urn:microsoft.com/office/officeart/2005/8/layout/hierarchy1"/>
    <dgm:cxn modelId="{D26C1028-90A9-4964-A08E-FB4F560427E0}" type="presParOf" srcId="{481AA4FC-A1B8-4266-86DC-209B210E2D61}" destId="{DD1A84FE-9143-43DA-B84A-A017CD9FBC5F}" srcOrd="0" destOrd="0" presId="urn:microsoft.com/office/officeart/2005/8/layout/hierarchy1"/>
    <dgm:cxn modelId="{CCAFB8BA-8AC2-4320-AB38-ADBF6F7F98BF}" type="presParOf" srcId="{DD1A84FE-9143-43DA-B84A-A017CD9FBC5F}" destId="{433AE474-7774-42FA-8907-ABE1DAE28CCF}" srcOrd="0" destOrd="0" presId="urn:microsoft.com/office/officeart/2005/8/layout/hierarchy1"/>
    <dgm:cxn modelId="{5BB7F7E8-F595-42D3-AF7F-AE7996C6FDD5}" type="presParOf" srcId="{DD1A84FE-9143-43DA-B84A-A017CD9FBC5F}" destId="{7B83E4DA-C690-4A09-B8E8-8C01C0312B05}" srcOrd="1" destOrd="0" presId="urn:microsoft.com/office/officeart/2005/8/layout/hierarchy1"/>
    <dgm:cxn modelId="{CE517DE5-7DBF-42EC-ABBF-E40AE66121FA}" type="presParOf" srcId="{481AA4FC-A1B8-4266-86DC-209B210E2D61}" destId="{31954588-7DDC-4D6E-819C-A17783392397}" srcOrd="1" destOrd="0" presId="urn:microsoft.com/office/officeart/2005/8/layout/hierarchy1"/>
    <dgm:cxn modelId="{0E4B78F8-FBE5-4892-8EBB-5D9C86FB23CE}" type="presParOf" srcId="{A1C60027-67E0-411F-B7C2-78E09C55F6F4}" destId="{BE92000F-07C9-4301-88FA-DE17F3521550}" srcOrd="1" destOrd="0" presId="urn:microsoft.com/office/officeart/2005/8/layout/hierarchy1"/>
    <dgm:cxn modelId="{726D7978-5D18-472D-9766-ABEA153F71E6}" type="presParOf" srcId="{BE92000F-07C9-4301-88FA-DE17F3521550}" destId="{C0B2C66F-EE0B-4EEB-81FA-DB0966CE9F8B}" srcOrd="0" destOrd="0" presId="urn:microsoft.com/office/officeart/2005/8/layout/hierarchy1"/>
    <dgm:cxn modelId="{5E843FE3-D1CC-4A75-956A-475316E9A129}" type="presParOf" srcId="{C0B2C66F-EE0B-4EEB-81FA-DB0966CE9F8B}" destId="{F019BD88-168D-4E6D-BB6B-6ACDE035F3F6}" srcOrd="0" destOrd="0" presId="urn:microsoft.com/office/officeart/2005/8/layout/hierarchy1"/>
    <dgm:cxn modelId="{4D473E29-2E44-4992-B357-19C0CF88647F}" type="presParOf" srcId="{C0B2C66F-EE0B-4EEB-81FA-DB0966CE9F8B}" destId="{383709E2-0CC3-4EB7-A2D5-4757223C4E8D}" srcOrd="1" destOrd="0" presId="urn:microsoft.com/office/officeart/2005/8/layout/hierarchy1"/>
    <dgm:cxn modelId="{B37FAE22-EF83-4334-9D92-6B11F1898A12}" type="presParOf" srcId="{BE92000F-07C9-4301-88FA-DE17F3521550}" destId="{5201BF39-5010-401F-823A-62890034F780}" srcOrd="1" destOrd="0" presId="urn:microsoft.com/office/officeart/2005/8/layout/hierarchy1"/>
    <dgm:cxn modelId="{3CF3798D-517A-46DC-A851-BA84BCD7E7CA}" type="presParOf" srcId="{A1C60027-67E0-411F-B7C2-78E09C55F6F4}" destId="{F31B571D-B286-4B94-B2F3-C4911CD74C33}" srcOrd="2" destOrd="0" presId="urn:microsoft.com/office/officeart/2005/8/layout/hierarchy1"/>
    <dgm:cxn modelId="{0427F7C9-2F1E-4685-BE0D-356F95B16389}" type="presParOf" srcId="{F31B571D-B286-4B94-B2F3-C4911CD74C33}" destId="{DA3C6044-9B7B-4CE7-BFF1-4FCC66F6DC61}" srcOrd="0" destOrd="0" presId="urn:microsoft.com/office/officeart/2005/8/layout/hierarchy1"/>
    <dgm:cxn modelId="{EE23FC0F-AE5E-4B09-BE57-62BD49D2399D}" type="presParOf" srcId="{DA3C6044-9B7B-4CE7-BFF1-4FCC66F6DC61}" destId="{E8A33EBF-7ABA-4FF2-8AA1-B167F38A01AD}" srcOrd="0" destOrd="0" presId="urn:microsoft.com/office/officeart/2005/8/layout/hierarchy1"/>
    <dgm:cxn modelId="{E61C26E2-E6DA-469B-83B0-134E4B46D05C}" type="presParOf" srcId="{DA3C6044-9B7B-4CE7-BFF1-4FCC66F6DC61}" destId="{3BA3B6FB-CFDF-411A-93E5-22C566C8748B}" srcOrd="1" destOrd="0" presId="urn:microsoft.com/office/officeart/2005/8/layout/hierarchy1"/>
    <dgm:cxn modelId="{FDE5AF41-697E-40D5-ADE3-1AFA6E879024}" type="presParOf" srcId="{F31B571D-B286-4B94-B2F3-C4911CD74C33}" destId="{59A93BB7-582E-4AAB-91B7-FF1EA0CA5D5B}" srcOrd="1" destOrd="0" presId="urn:microsoft.com/office/officeart/2005/8/layout/hierarchy1"/>
    <dgm:cxn modelId="{3FE5F05F-5152-49EB-9D46-B0726C853E3B}" type="presParOf" srcId="{A1C60027-67E0-411F-B7C2-78E09C55F6F4}" destId="{B135F3A6-90A9-4BB6-A5A5-769ABA04F7EC}" srcOrd="3" destOrd="0" presId="urn:microsoft.com/office/officeart/2005/8/layout/hierarchy1"/>
    <dgm:cxn modelId="{3DE6065A-8DEA-44B9-8FFB-1F59FC9846D8}" type="presParOf" srcId="{B135F3A6-90A9-4BB6-A5A5-769ABA04F7EC}" destId="{204239B5-D539-4A9D-881F-2CCB07B4F829}" srcOrd="0" destOrd="0" presId="urn:microsoft.com/office/officeart/2005/8/layout/hierarchy1"/>
    <dgm:cxn modelId="{93D3CEEC-6279-4590-969A-1CB9C4A01A2B}" type="presParOf" srcId="{204239B5-D539-4A9D-881F-2CCB07B4F829}" destId="{CE5CFCA3-C778-4930-8DD8-02CDAB9E776E}" srcOrd="0" destOrd="0" presId="urn:microsoft.com/office/officeart/2005/8/layout/hierarchy1"/>
    <dgm:cxn modelId="{B1F612F8-9A25-43C2-B9F1-2E0F19CC1B34}" type="presParOf" srcId="{204239B5-D539-4A9D-881F-2CCB07B4F829}" destId="{2979223A-B044-4BB2-A3D1-0C5F6DEB79DD}" srcOrd="1" destOrd="0" presId="urn:microsoft.com/office/officeart/2005/8/layout/hierarchy1"/>
    <dgm:cxn modelId="{98B275CB-E509-48F1-BD3A-D9C37D17D45E}" type="presParOf" srcId="{B135F3A6-90A9-4BB6-A5A5-769ABA04F7EC}" destId="{EB41CC67-AAF6-42C7-8E01-A97E138A743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AEE1C6-7848-4294-8618-A78D721706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F0370C1-8521-45EA-AE55-DB668E50CF60}">
      <dgm:prSet/>
      <dgm:spPr/>
      <dgm:t>
        <a:bodyPr/>
        <a:lstStyle/>
        <a:p>
          <a:r>
            <a:rPr lang="en-US"/>
            <a:t>Relevance </a:t>
          </a:r>
        </a:p>
      </dgm:t>
    </dgm:pt>
    <dgm:pt modelId="{8DA90796-7155-4379-A32F-26CE7230571D}" type="parTrans" cxnId="{DE0917B5-B216-43B2-8AB4-AABEB832AE06}">
      <dgm:prSet/>
      <dgm:spPr/>
      <dgm:t>
        <a:bodyPr/>
        <a:lstStyle/>
        <a:p>
          <a:endParaRPr lang="en-US"/>
        </a:p>
      </dgm:t>
    </dgm:pt>
    <dgm:pt modelId="{FEB3429C-5F2A-44DE-BA85-0CAF4E6C15CE}" type="sibTrans" cxnId="{DE0917B5-B216-43B2-8AB4-AABEB832AE06}">
      <dgm:prSet/>
      <dgm:spPr/>
      <dgm:t>
        <a:bodyPr/>
        <a:lstStyle/>
        <a:p>
          <a:endParaRPr lang="en-US"/>
        </a:p>
      </dgm:t>
    </dgm:pt>
    <dgm:pt modelId="{9CFD236F-B968-48FF-AA2C-49DAF9A20B57}">
      <dgm:prSet/>
      <dgm:spPr/>
      <dgm:t>
        <a:bodyPr/>
        <a:lstStyle/>
        <a:p>
          <a:r>
            <a:rPr lang="en-US"/>
            <a:t>Click Performance </a:t>
          </a:r>
        </a:p>
      </dgm:t>
    </dgm:pt>
    <dgm:pt modelId="{ADC9A4E8-57F0-4E4E-A30B-34D25D708A24}" type="parTrans" cxnId="{9096AD69-C953-497F-8BE2-D9E888365236}">
      <dgm:prSet/>
      <dgm:spPr/>
      <dgm:t>
        <a:bodyPr/>
        <a:lstStyle/>
        <a:p>
          <a:endParaRPr lang="en-US"/>
        </a:p>
      </dgm:t>
    </dgm:pt>
    <dgm:pt modelId="{EC53739D-43C4-4CCD-AB21-5D6996D6D8D3}" type="sibTrans" cxnId="{9096AD69-C953-497F-8BE2-D9E888365236}">
      <dgm:prSet/>
      <dgm:spPr/>
      <dgm:t>
        <a:bodyPr/>
        <a:lstStyle/>
        <a:p>
          <a:endParaRPr lang="en-US"/>
        </a:p>
      </dgm:t>
    </dgm:pt>
    <dgm:pt modelId="{A4316FD6-207E-4EEF-BD54-B70BC1C4F9BD}">
      <dgm:prSet/>
      <dgm:spPr/>
      <dgm:t>
        <a:bodyPr/>
        <a:lstStyle/>
        <a:p>
          <a:r>
            <a:rPr lang="en-US"/>
            <a:t>Conversion Performance </a:t>
          </a:r>
        </a:p>
      </dgm:t>
    </dgm:pt>
    <dgm:pt modelId="{9D75A686-8E54-4488-B8E3-7E03A295A758}" type="parTrans" cxnId="{81241166-8F37-486C-8D7C-70CD5B57EE32}">
      <dgm:prSet/>
      <dgm:spPr/>
      <dgm:t>
        <a:bodyPr/>
        <a:lstStyle/>
        <a:p>
          <a:endParaRPr lang="en-US"/>
        </a:p>
      </dgm:t>
    </dgm:pt>
    <dgm:pt modelId="{272BEF6D-D476-4E4B-A329-01551D74DA75}" type="sibTrans" cxnId="{81241166-8F37-486C-8D7C-70CD5B57EE32}">
      <dgm:prSet/>
      <dgm:spPr/>
      <dgm:t>
        <a:bodyPr/>
        <a:lstStyle/>
        <a:p>
          <a:endParaRPr lang="en-US"/>
        </a:p>
      </dgm:t>
    </dgm:pt>
    <dgm:pt modelId="{B80A53B1-EB1D-4302-988A-D229E7512261}">
      <dgm:prSet/>
      <dgm:spPr/>
      <dgm:t>
        <a:bodyPr/>
        <a:lstStyle/>
        <a:p>
          <a:r>
            <a:rPr lang="en-US"/>
            <a:t>Sales Velocity </a:t>
          </a:r>
        </a:p>
      </dgm:t>
    </dgm:pt>
    <dgm:pt modelId="{C660C000-BBB1-4395-A0FD-E91B2ABA41DA}" type="parTrans" cxnId="{8E3740B1-2715-484C-AC05-A47B1E5ACD50}">
      <dgm:prSet/>
      <dgm:spPr/>
      <dgm:t>
        <a:bodyPr/>
        <a:lstStyle/>
        <a:p>
          <a:endParaRPr lang="en-US"/>
        </a:p>
      </dgm:t>
    </dgm:pt>
    <dgm:pt modelId="{F655DDFB-60A8-4950-8AAA-B44B71D05B87}" type="sibTrans" cxnId="{8E3740B1-2715-484C-AC05-A47B1E5ACD50}">
      <dgm:prSet/>
      <dgm:spPr/>
      <dgm:t>
        <a:bodyPr/>
        <a:lstStyle/>
        <a:p>
          <a:endParaRPr lang="en-US"/>
        </a:p>
      </dgm:t>
    </dgm:pt>
    <dgm:pt modelId="{097592D2-C491-41C2-B14D-58D013ADFB64}">
      <dgm:prSet/>
      <dgm:spPr/>
      <dgm:t>
        <a:bodyPr/>
        <a:lstStyle/>
        <a:p>
          <a:r>
            <a:rPr lang="en-US"/>
            <a:t>Customer Experience Signals</a:t>
          </a:r>
        </a:p>
      </dgm:t>
    </dgm:pt>
    <dgm:pt modelId="{B4756A25-7498-4982-9A06-24087F0A3898}" type="parTrans" cxnId="{935C0BA5-A855-4851-909A-96EBBC872757}">
      <dgm:prSet/>
      <dgm:spPr/>
      <dgm:t>
        <a:bodyPr/>
        <a:lstStyle/>
        <a:p>
          <a:endParaRPr lang="en-US"/>
        </a:p>
      </dgm:t>
    </dgm:pt>
    <dgm:pt modelId="{9969FE33-1713-4B34-83B1-0350EF34FEEA}" type="sibTrans" cxnId="{935C0BA5-A855-4851-909A-96EBBC872757}">
      <dgm:prSet/>
      <dgm:spPr/>
      <dgm:t>
        <a:bodyPr/>
        <a:lstStyle/>
        <a:p>
          <a:endParaRPr lang="en-US"/>
        </a:p>
      </dgm:t>
    </dgm:pt>
    <dgm:pt modelId="{58DFCA14-7910-4831-81DF-0B6533A91C20}" type="pres">
      <dgm:prSet presAssocID="{77AEE1C6-7848-4294-8618-A78D721706F9}" presName="linear" presStyleCnt="0">
        <dgm:presLayoutVars>
          <dgm:animLvl val="lvl"/>
          <dgm:resizeHandles val="exact"/>
        </dgm:presLayoutVars>
      </dgm:prSet>
      <dgm:spPr/>
    </dgm:pt>
    <dgm:pt modelId="{40C883C3-3A0E-406D-AD40-A0F150237132}" type="pres">
      <dgm:prSet presAssocID="{BF0370C1-8521-45EA-AE55-DB668E50CF6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DFB01CB-6451-4A43-930E-6757F012FF9B}" type="pres">
      <dgm:prSet presAssocID="{FEB3429C-5F2A-44DE-BA85-0CAF4E6C15CE}" presName="spacer" presStyleCnt="0"/>
      <dgm:spPr/>
    </dgm:pt>
    <dgm:pt modelId="{34AEE803-D72F-4071-AE18-44F0C3ED3B10}" type="pres">
      <dgm:prSet presAssocID="{9CFD236F-B968-48FF-AA2C-49DAF9A20B5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3CD0859-D284-49B8-9963-448A3AB70A3D}" type="pres">
      <dgm:prSet presAssocID="{EC53739D-43C4-4CCD-AB21-5D6996D6D8D3}" presName="spacer" presStyleCnt="0"/>
      <dgm:spPr/>
    </dgm:pt>
    <dgm:pt modelId="{A2AC550D-922B-4865-9BC6-DDBCED0E0787}" type="pres">
      <dgm:prSet presAssocID="{A4316FD6-207E-4EEF-BD54-B70BC1C4F9B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6C9E31B-378F-4957-8BFC-754C28BA82CE}" type="pres">
      <dgm:prSet presAssocID="{272BEF6D-D476-4E4B-A329-01551D74DA75}" presName="spacer" presStyleCnt="0"/>
      <dgm:spPr/>
    </dgm:pt>
    <dgm:pt modelId="{AD69B797-DE16-464F-83B7-AAAAEFB80885}" type="pres">
      <dgm:prSet presAssocID="{B80A53B1-EB1D-4302-988A-D229E751226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51D083F-AA1C-4821-B1A5-7781A462152D}" type="pres">
      <dgm:prSet presAssocID="{F655DDFB-60A8-4950-8AAA-B44B71D05B87}" presName="spacer" presStyleCnt="0"/>
      <dgm:spPr/>
    </dgm:pt>
    <dgm:pt modelId="{8E7916A0-79BB-4B87-84CA-FDC414D5BEDE}" type="pres">
      <dgm:prSet presAssocID="{097592D2-C491-41C2-B14D-58D013ADFB6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5085400-033B-4F16-8500-6E0D78398BD6}" type="presOf" srcId="{9CFD236F-B968-48FF-AA2C-49DAF9A20B57}" destId="{34AEE803-D72F-4071-AE18-44F0C3ED3B10}" srcOrd="0" destOrd="0" presId="urn:microsoft.com/office/officeart/2005/8/layout/vList2"/>
    <dgm:cxn modelId="{9362FC1F-8C56-4BD0-B4A2-54E564C6B46B}" type="presOf" srcId="{BF0370C1-8521-45EA-AE55-DB668E50CF60}" destId="{40C883C3-3A0E-406D-AD40-A0F150237132}" srcOrd="0" destOrd="0" presId="urn:microsoft.com/office/officeart/2005/8/layout/vList2"/>
    <dgm:cxn modelId="{81241166-8F37-486C-8D7C-70CD5B57EE32}" srcId="{77AEE1C6-7848-4294-8618-A78D721706F9}" destId="{A4316FD6-207E-4EEF-BD54-B70BC1C4F9BD}" srcOrd="2" destOrd="0" parTransId="{9D75A686-8E54-4488-B8E3-7E03A295A758}" sibTransId="{272BEF6D-D476-4E4B-A329-01551D74DA75}"/>
    <dgm:cxn modelId="{0A5FA746-A2E8-42DA-B5C5-F7EDFE69C369}" type="presOf" srcId="{097592D2-C491-41C2-B14D-58D013ADFB64}" destId="{8E7916A0-79BB-4B87-84CA-FDC414D5BEDE}" srcOrd="0" destOrd="0" presId="urn:microsoft.com/office/officeart/2005/8/layout/vList2"/>
    <dgm:cxn modelId="{9096AD69-C953-497F-8BE2-D9E888365236}" srcId="{77AEE1C6-7848-4294-8618-A78D721706F9}" destId="{9CFD236F-B968-48FF-AA2C-49DAF9A20B57}" srcOrd="1" destOrd="0" parTransId="{ADC9A4E8-57F0-4E4E-A30B-34D25D708A24}" sibTransId="{EC53739D-43C4-4CCD-AB21-5D6996D6D8D3}"/>
    <dgm:cxn modelId="{86661497-628F-435D-A18B-44346C3A8644}" type="presOf" srcId="{A4316FD6-207E-4EEF-BD54-B70BC1C4F9BD}" destId="{A2AC550D-922B-4865-9BC6-DDBCED0E0787}" srcOrd="0" destOrd="0" presId="urn:microsoft.com/office/officeart/2005/8/layout/vList2"/>
    <dgm:cxn modelId="{E9F8E8A0-DEF3-496B-9272-7699D72D53E5}" type="presOf" srcId="{77AEE1C6-7848-4294-8618-A78D721706F9}" destId="{58DFCA14-7910-4831-81DF-0B6533A91C20}" srcOrd="0" destOrd="0" presId="urn:microsoft.com/office/officeart/2005/8/layout/vList2"/>
    <dgm:cxn modelId="{935C0BA5-A855-4851-909A-96EBBC872757}" srcId="{77AEE1C6-7848-4294-8618-A78D721706F9}" destId="{097592D2-C491-41C2-B14D-58D013ADFB64}" srcOrd="4" destOrd="0" parTransId="{B4756A25-7498-4982-9A06-24087F0A3898}" sibTransId="{9969FE33-1713-4B34-83B1-0350EF34FEEA}"/>
    <dgm:cxn modelId="{8E3740B1-2715-484C-AC05-A47B1E5ACD50}" srcId="{77AEE1C6-7848-4294-8618-A78D721706F9}" destId="{B80A53B1-EB1D-4302-988A-D229E7512261}" srcOrd="3" destOrd="0" parTransId="{C660C000-BBB1-4395-A0FD-E91B2ABA41DA}" sibTransId="{F655DDFB-60A8-4950-8AAA-B44B71D05B87}"/>
    <dgm:cxn modelId="{DE0917B5-B216-43B2-8AB4-AABEB832AE06}" srcId="{77AEE1C6-7848-4294-8618-A78D721706F9}" destId="{BF0370C1-8521-45EA-AE55-DB668E50CF60}" srcOrd="0" destOrd="0" parTransId="{8DA90796-7155-4379-A32F-26CE7230571D}" sibTransId="{FEB3429C-5F2A-44DE-BA85-0CAF4E6C15CE}"/>
    <dgm:cxn modelId="{B4C2F2F0-EF87-42EA-A37F-C88FA28E4BDD}" type="presOf" srcId="{B80A53B1-EB1D-4302-988A-D229E7512261}" destId="{AD69B797-DE16-464F-83B7-AAAAEFB80885}" srcOrd="0" destOrd="0" presId="urn:microsoft.com/office/officeart/2005/8/layout/vList2"/>
    <dgm:cxn modelId="{07CA6AD2-0CC2-414F-89BC-D33DA18E7501}" type="presParOf" srcId="{58DFCA14-7910-4831-81DF-0B6533A91C20}" destId="{40C883C3-3A0E-406D-AD40-A0F150237132}" srcOrd="0" destOrd="0" presId="urn:microsoft.com/office/officeart/2005/8/layout/vList2"/>
    <dgm:cxn modelId="{1077648D-A3E3-4A83-BF79-B69D53C3EA00}" type="presParOf" srcId="{58DFCA14-7910-4831-81DF-0B6533A91C20}" destId="{0DFB01CB-6451-4A43-930E-6757F012FF9B}" srcOrd="1" destOrd="0" presId="urn:microsoft.com/office/officeart/2005/8/layout/vList2"/>
    <dgm:cxn modelId="{78A37DF6-DFBC-41B6-80C2-E9E9EFA95B5B}" type="presParOf" srcId="{58DFCA14-7910-4831-81DF-0B6533A91C20}" destId="{34AEE803-D72F-4071-AE18-44F0C3ED3B10}" srcOrd="2" destOrd="0" presId="urn:microsoft.com/office/officeart/2005/8/layout/vList2"/>
    <dgm:cxn modelId="{3C8C5D40-A76F-4A22-8AE7-303F207F038C}" type="presParOf" srcId="{58DFCA14-7910-4831-81DF-0B6533A91C20}" destId="{53CD0859-D284-49B8-9963-448A3AB70A3D}" srcOrd="3" destOrd="0" presId="urn:microsoft.com/office/officeart/2005/8/layout/vList2"/>
    <dgm:cxn modelId="{93793DEE-6330-4657-AAD6-E05F2CC96C57}" type="presParOf" srcId="{58DFCA14-7910-4831-81DF-0B6533A91C20}" destId="{A2AC550D-922B-4865-9BC6-DDBCED0E0787}" srcOrd="4" destOrd="0" presId="urn:microsoft.com/office/officeart/2005/8/layout/vList2"/>
    <dgm:cxn modelId="{F861F86A-460C-414A-B540-BFF1E3A9153C}" type="presParOf" srcId="{58DFCA14-7910-4831-81DF-0B6533A91C20}" destId="{56C9E31B-378F-4957-8BFC-754C28BA82CE}" srcOrd="5" destOrd="0" presId="urn:microsoft.com/office/officeart/2005/8/layout/vList2"/>
    <dgm:cxn modelId="{BA4DB40B-4E29-43D3-AAD5-3E0B5E0B4C61}" type="presParOf" srcId="{58DFCA14-7910-4831-81DF-0B6533A91C20}" destId="{AD69B797-DE16-464F-83B7-AAAAEFB80885}" srcOrd="6" destOrd="0" presId="urn:microsoft.com/office/officeart/2005/8/layout/vList2"/>
    <dgm:cxn modelId="{54E2232B-A6C7-490A-8EA9-25EF8188758A}" type="presParOf" srcId="{58DFCA14-7910-4831-81DF-0B6533A91C20}" destId="{651D083F-AA1C-4821-B1A5-7781A462152D}" srcOrd="7" destOrd="0" presId="urn:microsoft.com/office/officeart/2005/8/layout/vList2"/>
    <dgm:cxn modelId="{7DB982D1-4FC6-4383-A872-839B5A8F927C}" type="presParOf" srcId="{58DFCA14-7910-4831-81DF-0B6533A91C20}" destId="{8E7916A0-79BB-4B87-84CA-FDC414D5BED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0945CF-8F0C-4947-AECA-CBB87000230E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B1FD847-91C6-46E1-9819-9A80EE4E125C}">
      <dgm:prSet/>
      <dgm:spPr/>
      <dgm:t>
        <a:bodyPr/>
        <a:lstStyle/>
        <a:p>
          <a:pPr>
            <a:defRPr cap="all"/>
          </a:pPr>
          <a:r>
            <a:rPr lang="en-US"/>
            <a:t>Cold start problem</a:t>
          </a:r>
        </a:p>
      </dgm:t>
    </dgm:pt>
    <dgm:pt modelId="{C40B9D7D-A56E-41C5-AD33-65767C7D2233}" type="parTrans" cxnId="{14987987-567D-4EC3-9FB3-E312696D03FD}">
      <dgm:prSet/>
      <dgm:spPr/>
      <dgm:t>
        <a:bodyPr/>
        <a:lstStyle/>
        <a:p>
          <a:endParaRPr lang="en-US"/>
        </a:p>
      </dgm:t>
    </dgm:pt>
    <dgm:pt modelId="{AF1DC713-973C-47D0-A5B2-E78C634739EE}" type="sibTrans" cxnId="{14987987-567D-4EC3-9FB3-E312696D03FD}">
      <dgm:prSet/>
      <dgm:spPr/>
      <dgm:t>
        <a:bodyPr/>
        <a:lstStyle/>
        <a:p>
          <a:endParaRPr lang="en-US"/>
        </a:p>
      </dgm:t>
    </dgm:pt>
    <dgm:pt modelId="{29190259-ED5D-4582-A524-DD5A2A0955DC}">
      <dgm:prSet/>
      <dgm:spPr/>
      <dgm:t>
        <a:bodyPr/>
        <a:lstStyle/>
        <a:p>
          <a:pPr>
            <a:defRPr cap="all"/>
          </a:pPr>
          <a:r>
            <a:rPr lang="en-US"/>
            <a:t>Data sparsity</a:t>
          </a:r>
        </a:p>
      </dgm:t>
    </dgm:pt>
    <dgm:pt modelId="{BE4CAFB4-B582-4870-8EB6-735F0A4B77F7}" type="parTrans" cxnId="{571D8D05-6E6F-4281-8381-0A37CCA4DCBD}">
      <dgm:prSet/>
      <dgm:spPr/>
      <dgm:t>
        <a:bodyPr/>
        <a:lstStyle/>
        <a:p>
          <a:endParaRPr lang="en-US"/>
        </a:p>
      </dgm:t>
    </dgm:pt>
    <dgm:pt modelId="{386AB08B-DEDD-4DAB-8870-57683040DCD1}" type="sibTrans" cxnId="{571D8D05-6E6F-4281-8381-0A37CCA4DCBD}">
      <dgm:prSet/>
      <dgm:spPr/>
      <dgm:t>
        <a:bodyPr/>
        <a:lstStyle/>
        <a:p>
          <a:endParaRPr lang="en-US"/>
        </a:p>
      </dgm:t>
    </dgm:pt>
    <dgm:pt modelId="{3B3270D0-2860-49F5-91F1-DF14DC2B8E18}">
      <dgm:prSet/>
      <dgm:spPr/>
      <dgm:t>
        <a:bodyPr/>
        <a:lstStyle/>
        <a:p>
          <a:pPr>
            <a:defRPr cap="all"/>
          </a:pPr>
          <a:r>
            <a:rPr lang="en-US"/>
            <a:t>Bias toward popular items</a:t>
          </a:r>
        </a:p>
      </dgm:t>
    </dgm:pt>
    <dgm:pt modelId="{87362DDB-782C-4FDB-AD4D-391468BBABFC}" type="parTrans" cxnId="{7A2996F5-8B74-41F5-AE46-B86EF6BA94BD}">
      <dgm:prSet/>
      <dgm:spPr/>
      <dgm:t>
        <a:bodyPr/>
        <a:lstStyle/>
        <a:p>
          <a:endParaRPr lang="en-US"/>
        </a:p>
      </dgm:t>
    </dgm:pt>
    <dgm:pt modelId="{90A1720B-7EA1-40DC-8C89-A1FB27F763F2}" type="sibTrans" cxnId="{7A2996F5-8B74-41F5-AE46-B86EF6BA94BD}">
      <dgm:prSet/>
      <dgm:spPr/>
      <dgm:t>
        <a:bodyPr/>
        <a:lstStyle/>
        <a:p>
          <a:endParaRPr lang="en-US"/>
        </a:p>
      </dgm:t>
    </dgm:pt>
    <dgm:pt modelId="{04DF51B2-D430-46B9-9880-24863F3B0A89}" type="pres">
      <dgm:prSet presAssocID="{EE0945CF-8F0C-4947-AECA-CBB87000230E}" presName="outerComposite" presStyleCnt="0">
        <dgm:presLayoutVars>
          <dgm:chMax val="5"/>
          <dgm:dir/>
          <dgm:resizeHandles val="exact"/>
        </dgm:presLayoutVars>
      </dgm:prSet>
      <dgm:spPr/>
    </dgm:pt>
    <dgm:pt modelId="{A762F3DF-4403-4089-8D84-AFBA430BA9F1}" type="pres">
      <dgm:prSet presAssocID="{EE0945CF-8F0C-4947-AECA-CBB87000230E}" presName="dummyMaxCanvas" presStyleCnt="0">
        <dgm:presLayoutVars/>
      </dgm:prSet>
      <dgm:spPr/>
    </dgm:pt>
    <dgm:pt modelId="{D1EDA655-344D-4496-A6BC-DB9835382CEA}" type="pres">
      <dgm:prSet presAssocID="{EE0945CF-8F0C-4947-AECA-CBB87000230E}" presName="ThreeNodes_1" presStyleLbl="node1" presStyleIdx="0" presStyleCnt="3">
        <dgm:presLayoutVars>
          <dgm:bulletEnabled val="1"/>
        </dgm:presLayoutVars>
      </dgm:prSet>
      <dgm:spPr/>
    </dgm:pt>
    <dgm:pt modelId="{081007C4-04D5-4874-9344-57942C63050C}" type="pres">
      <dgm:prSet presAssocID="{EE0945CF-8F0C-4947-AECA-CBB87000230E}" presName="ThreeNodes_2" presStyleLbl="node1" presStyleIdx="1" presStyleCnt="3">
        <dgm:presLayoutVars>
          <dgm:bulletEnabled val="1"/>
        </dgm:presLayoutVars>
      </dgm:prSet>
      <dgm:spPr/>
    </dgm:pt>
    <dgm:pt modelId="{A19B05DE-B4CD-44FE-95DB-26C569F632D4}" type="pres">
      <dgm:prSet presAssocID="{EE0945CF-8F0C-4947-AECA-CBB87000230E}" presName="ThreeNodes_3" presStyleLbl="node1" presStyleIdx="2" presStyleCnt="3">
        <dgm:presLayoutVars>
          <dgm:bulletEnabled val="1"/>
        </dgm:presLayoutVars>
      </dgm:prSet>
      <dgm:spPr/>
    </dgm:pt>
    <dgm:pt modelId="{14A2D2AA-7658-43AA-A284-6DDD2A0D6FA1}" type="pres">
      <dgm:prSet presAssocID="{EE0945CF-8F0C-4947-AECA-CBB87000230E}" presName="ThreeConn_1-2" presStyleLbl="fgAccFollowNode1" presStyleIdx="0" presStyleCnt="2">
        <dgm:presLayoutVars>
          <dgm:bulletEnabled val="1"/>
        </dgm:presLayoutVars>
      </dgm:prSet>
      <dgm:spPr/>
    </dgm:pt>
    <dgm:pt modelId="{BCDB5C52-3673-4F28-A485-C85685D1EA0C}" type="pres">
      <dgm:prSet presAssocID="{EE0945CF-8F0C-4947-AECA-CBB87000230E}" presName="ThreeConn_2-3" presStyleLbl="fgAccFollowNode1" presStyleIdx="1" presStyleCnt="2">
        <dgm:presLayoutVars>
          <dgm:bulletEnabled val="1"/>
        </dgm:presLayoutVars>
      </dgm:prSet>
      <dgm:spPr/>
    </dgm:pt>
    <dgm:pt modelId="{C9CA94AF-FC9C-4195-9AFD-B625913ABBC4}" type="pres">
      <dgm:prSet presAssocID="{EE0945CF-8F0C-4947-AECA-CBB87000230E}" presName="ThreeNodes_1_text" presStyleLbl="node1" presStyleIdx="2" presStyleCnt="3">
        <dgm:presLayoutVars>
          <dgm:bulletEnabled val="1"/>
        </dgm:presLayoutVars>
      </dgm:prSet>
      <dgm:spPr/>
    </dgm:pt>
    <dgm:pt modelId="{5C2FDC1F-025A-4A8D-9600-8D49C2E18CC1}" type="pres">
      <dgm:prSet presAssocID="{EE0945CF-8F0C-4947-AECA-CBB87000230E}" presName="ThreeNodes_2_text" presStyleLbl="node1" presStyleIdx="2" presStyleCnt="3">
        <dgm:presLayoutVars>
          <dgm:bulletEnabled val="1"/>
        </dgm:presLayoutVars>
      </dgm:prSet>
      <dgm:spPr/>
    </dgm:pt>
    <dgm:pt modelId="{E91DEE1C-2C9B-4384-AA9E-AD37340EF666}" type="pres">
      <dgm:prSet presAssocID="{EE0945CF-8F0C-4947-AECA-CBB87000230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71D8D05-6E6F-4281-8381-0A37CCA4DCBD}" srcId="{EE0945CF-8F0C-4947-AECA-CBB87000230E}" destId="{29190259-ED5D-4582-A524-DD5A2A0955DC}" srcOrd="1" destOrd="0" parTransId="{BE4CAFB4-B582-4870-8EB6-735F0A4B77F7}" sibTransId="{386AB08B-DEDD-4DAB-8870-57683040DCD1}"/>
    <dgm:cxn modelId="{21BF622F-D843-46F5-B379-66EEAF5B689B}" type="presOf" srcId="{29190259-ED5D-4582-A524-DD5A2A0955DC}" destId="{5C2FDC1F-025A-4A8D-9600-8D49C2E18CC1}" srcOrd="1" destOrd="0" presId="urn:microsoft.com/office/officeart/2005/8/layout/vProcess5"/>
    <dgm:cxn modelId="{3D9E1332-66F9-45C2-9083-9F6C3EC1AE6B}" type="presOf" srcId="{3B3270D0-2860-49F5-91F1-DF14DC2B8E18}" destId="{E91DEE1C-2C9B-4384-AA9E-AD37340EF666}" srcOrd="1" destOrd="0" presId="urn:microsoft.com/office/officeart/2005/8/layout/vProcess5"/>
    <dgm:cxn modelId="{B6A8F15E-58D6-4958-8F53-E69C6D937B1A}" type="presOf" srcId="{3B3270D0-2860-49F5-91F1-DF14DC2B8E18}" destId="{A19B05DE-B4CD-44FE-95DB-26C569F632D4}" srcOrd="0" destOrd="0" presId="urn:microsoft.com/office/officeart/2005/8/layout/vProcess5"/>
    <dgm:cxn modelId="{F8E7A848-786C-42BC-B7D3-BDBD45C910E3}" type="presOf" srcId="{386AB08B-DEDD-4DAB-8870-57683040DCD1}" destId="{BCDB5C52-3673-4F28-A485-C85685D1EA0C}" srcOrd="0" destOrd="0" presId="urn:microsoft.com/office/officeart/2005/8/layout/vProcess5"/>
    <dgm:cxn modelId="{0328807F-D15F-4F89-8001-9F1D4FDB0CA1}" type="presOf" srcId="{2B1FD847-91C6-46E1-9819-9A80EE4E125C}" destId="{C9CA94AF-FC9C-4195-9AFD-B625913ABBC4}" srcOrd="1" destOrd="0" presId="urn:microsoft.com/office/officeart/2005/8/layout/vProcess5"/>
    <dgm:cxn modelId="{021D9D84-08D5-4B80-A023-8A3DE3CC1AD5}" type="presOf" srcId="{29190259-ED5D-4582-A524-DD5A2A0955DC}" destId="{081007C4-04D5-4874-9344-57942C63050C}" srcOrd="0" destOrd="0" presId="urn:microsoft.com/office/officeart/2005/8/layout/vProcess5"/>
    <dgm:cxn modelId="{14987987-567D-4EC3-9FB3-E312696D03FD}" srcId="{EE0945CF-8F0C-4947-AECA-CBB87000230E}" destId="{2B1FD847-91C6-46E1-9819-9A80EE4E125C}" srcOrd="0" destOrd="0" parTransId="{C40B9D7D-A56E-41C5-AD33-65767C7D2233}" sibTransId="{AF1DC713-973C-47D0-A5B2-E78C634739EE}"/>
    <dgm:cxn modelId="{7D29E1B3-219D-4338-B4E1-F5AC83CD4F30}" type="presOf" srcId="{2B1FD847-91C6-46E1-9819-9A80EE4E125C}" destId="{D1EDA655-344D-4496-A6BC-DB9835382CEA}" srcOrd="0" destOrd="0" presId="urn:microsoft.com/office/officeart/2005/8/layout/vProcess5"/>
    <dgm:cxn modelId="{9FAEE0D9-B49C-484C-9FF7-00D923DD3561}" type="presOf" srcId="{AF1DC713-973C-47D0-A5B2-E78C634739EE}" destId="{14A2D2AA-7658-43AA-A284-6DDD2A0D6FA1}" srcOrd="0" destOrd="0" presId="urn:microsoft.com/office/officeart/2005/8/layout/vProcess5"/>
    <dgm:cxn modelId="{E600A6E1-AA16-4995-A989-E7A9907197FE}" type="presOf" srcId="{EE0945CF-8F0C-4947-AECA-CBB87000230E}" destId="{04DF51B2-D430-46B9-9880-24863F3B0A89}" srcOrd="0" destOrd="0" presId="urn:microsoft.com/office/officeart/2005/8/layout/vProcess5"/>
    <dgm:cxn modelId="{7A2996F5-8B74-41F5-AE46-B86EF6BA94BD}" srcId="{EE0945CF-8F0C-4947-AECA-CBB87000230E}" destId="{3B3270D0-2860-49F5-91F1-DF14DC2B8E18}" srcOrd="2" destOrd="0" parTransId="{87362DDB-782C-4FDB-AD4D-391468BBABFC}" sibTransId="{90A1720B-7EA1-40DC-8C89-A1FB27F763F2}"/>
    <dgm:cxn modelId="{37FE174B-7A9B-4D74-A175-760CF0F94BF8}" type="presParOf" srcId="{04DF51B2-D430-46B9-9880-24863F3B0A89}" destId="{A762F3DF-4403-4089-8D84-AFBA430BA9F1}" srcOrd="0" destOrd="0" presId="urn:microsoft.com/office/officeart/2005/8/layout/vProcess5"/>
    <dgm:cxn modelId="{BE371BAA-15F0-4D55-A57F-796B9E7114CB}" type="presParOf" srcId="{04DF51B2-D430-46B9-9880-24863F3B0A89}" destId="{D1EDA655-344D-4496-A6BC-DB9835382CEA}" srcOrd="1" destOrd="0" presId="urn:microsoft.com/office/officeart/2005/8/layout/vProcess5"/>
    <dgm:cxn modelId="{A4CADB5E-BB34-495B-8332-0653A2D0247A}" type="presParOf" srcId="{04DF51B2-D430-46B9-9880-24863F3B0A89}" destId="{081007C4-04D5-4874-9344-57942C63050C}" srcOrd="2" destOrd="0" presId="urn:microsoft.com/office/officeart/2005/8/layout/vProcess5"/>
    <dgm:cxn modelId="{AE439880-3BF3-4C50-84E0-DCE71D884108}" type="presParOf" srcId="{04DF51B2-D430-46B9-9880-24863F3B0A89}" destId="{A19B05DE-B4CD-44FE-95DB-26C569F632D4}" srcOrd="3" destOrd="0" presId="urn:microsoft.com/office/officeart/2005/8/layout/vProcess5"/>
    <dgm:cxn modelId="{468CCB6D-528B-46CC-9213-93599283E380}" type="presParOf" srcId="{04DF51B2-D430-46B9-9880-24863F3B0A89}" destId="{14A2D2AA-7658-43AA-A284-6DDD2A0D6FA1}" srcOrd="4" destOrd="0" presId="urn:microsoft.com/office/officeart/2005/8/layout/vProcess5"/>
    <dgm:cxn modelId="{E732154A-A822-4429-B9A3-BA162228F794}" type="presParOf" srcId="{04DF51B2-D430-46B9-9880-24863F3B0A89}" destId="{BCDB5C52-3673-4F28-A485-C85685D1EA0C}" srcOrd="5" destOrd="0" presId="urn:microsoft.com/office/officeart/2005/8/layout/vProcess5"/>
    <dgm:cxn modelId="{CC96EE92-49A2-4BE5-AF9A-25E5A29949DE}" type="presParOf" srcId="{04DF51B2-D430-46B9-9880-24863F3B0A89}" destId="{C9CA94AF-FC9C-4195-9AFD-B625913ABBC4}" srcOrd="6" destOrd="0" presId="urn:microsoft.com/office/officeart/2005/8/layout/vProcess5"/>
    <dgm:cxn modelId="{CCC0F536-E478-4472-8D23-9AFFF97E195D}" type="presParOf" srcId="{04DF51B2-D430-46B9-9880-24863F3B0A89}" destId="{5C2FDC1F-025A-4A8D-9600-8D49C2E18CC1}" srcOrd="7" destOrd="0" presId="urn:microsoft.com/office/officeart/2005/8/layout/vProcess5"/>
    <dgm:cxn modelId="{174BE069-0EF4-4E55-B9CC-1D7ED7061155}" type="presParOf" srcId="{04DF51B2-D430-46B9-9880-24863F3B0A89}" destId="{E91DEE1C-2C9B-4384-AA9E-AD37340EF66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7A881E-D5B1-4092-9D85-FA43195041E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CEC64F-FBDE-40E5-BC9E-603A0F28820D}">
      <dgm:prSet/>
      <dgm:spPr/>
      <dgm:t>
        <a:bodyPr/>
        <a:lstStyle/>
        <a:p>
          <a:r>
            <a:rPr lang="en-US"/>
            <a:t>McKinsey Study: 35% of sales</a:t>
          </a:r>
        </a:p>
      </dgm:t>
    </dgm:pt>
    <dgm:pt modelId="{1413310A-88DE-468B-957E-B76F70F47CF0}" type="parTrans" cxnId="{24D181B2-B468-42C6-928A-46A4022AE599}">
      <dgm:prSet/>
      <dgm:spPr/>
      <dgm:t>
        <a:bodyPr/>
        <a:lstStyle/>
        <a:p>
          <a:endParaRPr lang="en-US"/>
        </a:p>
      </dgm:t>
    </dgm:pt>
    <dgm:pt modelId="{8DD3E688-26AF-41F1-B5D3-3A4A083DBB1C}" type="sibTrans" cxnId="{24D181B2-B468-42C6-928A-46A4022AE599}">
      <dgm:prSet/>
      <dgm:spPr/>
      <dgm:t>
        <a:bodyPr/>
        <a:lstStyle/>
        <a:p>
          <a:endParaRPr lang="en-US"/>
        </a:p>
      </dgm:t>
    </dgm:pt>
    <dgm:pt modelId="{52442AE1-A3ED-414D-B041-F8B777C8F1C0}">
      <dgm:prSet/>
      <dgm:spPr/>
      <dgm:t>
        <a:bodyPr/>
        <a:lstStyle/>
        <a:p>
          <a:r>
            <a:rPr lang="en-US"/>
            <a:t>Enhanced customer experience</a:t>
          </a:r>
        </a:p>
      </dgm:t>
    </dgm:pt>
    <dgm:pt modelId="{9ECCC360-91E2-4E1B-8129-3B4049D62C58}" type="parTrans" cxnId="{C5D1B4B7-5055-40EA-9B93-D3BC93CA85E5}">
      <dgm:prSet/>
      <dgm:spPr/>
      <dgm:t>
        <a:bodyPr/>
        <a:lstStyle/>
        <a:p>
          <a:endParaRPr lang="en-US"/>
        </a:p>
      </dgm:t>
    </dgm:pt>
    <dgm:pt modelId="{621F97D2-B28A-4D6D-ABB2-FF19411E5F8F}" type="sibTrans" cxnId="{C5D1B4B7-5055-40EA-9B93-D3BC93CA85E5}">
      <dgm:prSet/>
      <dgm:spPr/>
      <dgm:t>
        <a:bodyPr/>
        <a:lstStyle/>
        <a:p>
          <a:endParaRPr lang="en-US"/>
        </a:p>
      </dgm:t>
    </dgm:pt>
    <dgm:pt modelId="{F8C48CF3-2E8A-4457-B964-34365E4FEFBD}">
      <dgm:prSet/>
      <dgm:spPr/>
      <dgm:t>
        <a:bodyPr/>
        <a:lstStyle/>
        <a:p>
          <a:r>
            <a:rPr lang="en-US"/>
            <a:t>Product Discovery</a:t>
          </a:r>
        </a:p>
      </dgm:t>
    </dgm:pt>
    <dgm:pt modelId="{DBBEE44E-0A05-4073-86E0-3C886AF9893F}" type="parTrans" cxnId="{6FFAE408-1224-4B81-AFAD-E3D6B36E9585}">
      <dgm:prSet/>
      <dgm:spPr/>
      <dgm:t>
        <a:bodyPr/>
        <a:lstStyle/>
        <a:p>
          <a:endParaRPr lang="en-US"/>
        </a:p>
      </dgm:t>
    </dgm:pt>
    <dgm:pt modelId="{52E50B6A-C168-4AEF-9F70-FB4CBE36C62B}" type="sibTrans" cxnId="{6FFAE408-1224-4B81-AFAD-E3D6B36E9585}">
      <dgm:prSet/>
      <dgm:spPr/>
      <dgm:t>
        <a:bodyPr/>
        <a:lstStyle/>
        <a:p>
          <a:endParaRPr lang="en-US"/>
        </a:p>
      </dgm:t>
    </dgm:pt>
    <dgm:pt modelId="{0AA81C1F-FCDA-4BAB-A465-4A9F5ECE53D4}">
      <dgm:prSet/>
      <dgm:spPr/>
      <dgm:t>
        <a:bodyPr/>
        <a:lstStyle/>
        <a:p>
          <a:r>
            <a:rPr lang="en-US"/>
            <a:t>Higher conversion rates</a:t>
          </a:r>
        </a:p>
      </dgm:t>
    </dgm:pt>
    <dgm:pt modelId="{718AF782-7E7E-4129-9EEB-9EADB87DE841}" type="parTrans" cxnId="{B6B22426-0D32-456F-A3F4-FCCE7E52F593}">
      <dgm:prSet/>
      <dgm:spPr/>
      <dgm:t>
        <a:bodyPr/>
        <a:lstStyle/>
        <a:p>
          <a:endParaRPr lang="en-US"/>
        </a:p>
      </dgm:t>
    </dgm:pt>
    <dgm:pt modelId="{92336711-5080-4A54-B129-20155C181D3F}" type="sibTrans" cxnId="{B6B22426-0D32-456F-A3F4-FCCE7E52F593}">
      <dgm:prSet/>
      <dgm:spPr/>
      <dgm:t>
        <a:bodyPr/>
        <a:lstStyle/>
        <a:p>
          <a:endParaRPr lang="en-US"/>
        </a:p>
      </dgm:t>
    </dgm:pt>
    <dgm:pt modelId="{7EA3809C-FF90-4E88-9010-7B14845EEB38}">
      <dgm:prSet/>
      <dgm:spPr/>
      <dgm:t>
        <a:bodyPr/>
        <a:lstStyle/>
        <a:p>
          <a:r>
            <a:rPr lang="en-US"/>
            <a:t>Efficient Inventory management</a:t>
          </a:r>
        </a:p>
      </dgm:t>
    </dgm:pt>
    <dgm:pt modelId="{16DF4749-23B5-4B65-ADBB-BEF60D1305B9}" type="parTrans" cxnId="{0ACF56A1-5313-4BC7-BA46-6A2850FA4586}">
      <dgm:prSet/>
      <dgm:spPr/>
      <dgm:t>
        <a:bodyPr/>
        <a:lstStyle/>
        <a:p>
          <a:endParaRPr lang="en-US"/>
        </a:p>
      </dgm:t>
    </dgm:pt>
    <dgm:pt modelId="{E2313B9F-3F37-4DA2-A4DC-C63572066C37}" type="sibTrans" cxnId="{0ACF56A1-5313-4BC7-BA46-6A2850FA4586}">
      <dgm:prSet/>
      <dgm:spPr/>
      <dgm:t>
        <a:bodyPr/>
        <a:lstStyle/>
        <a:p>
          <a:endParaRPr lang="en-US"/>
        </a:p>
      </dgm:t>
    </dgm:pt>
    <dgm:pt modelId="{A1A92F8E-03AB-4744-B225-1D44F5C968ED}">
      <dgm:prSet/>
      <dgm:spPr/>
      <dgm:t>
        <a:bodyPr/>
        <a:lstStyle/>
        <a:p>
          <a:r>
            <a:rPr lang="en-US"/>
            <a:t>Data-Driven Insights – customer preferences and behaviors</a:t>
          </a:r>
        </a:p>
      </dgm:t>
    </dgm:pt>
    <dgm:pt modelId="{A42E8826-F15C-4821-88C6-FBA05922B6C2}" type="parTrans" cxnId="{46D0ACD1-E637-47D1-A836-C56CA68B23E4}">
      <dgm:prSet/>
      <dgm:spPr/>
      <dgm:t>
        <a:bodyPr/>
        <a:lstStyle/>
        <a:p>
          <a:endParaRPr lang="en-US"/>
        </a:p>
      </dgm:t>
    </dgm:pt>
    <dgm:pt modelId="{4849F088-4745-4AF7-AD18-9B0540CC6880}" type="sibTrans" cxnId="{46D0ACD1-E637-47D1-A836-C56CA68B23E4}">
      <dgm:prSet/>
      <dgm:spPr/>
      <dgm:t>
        <a:bodyPr/>
        <a:lstStyle/>
        <a:p>
          <a:endParaRPr lang="en-US"/>
        </a:p>
      </dgm:t>
    </dgm:pt>
    <dgm:pt modelId="{019130DE-F7BA-4C13-B3FC-438D285E5E1F}" type="pres">
      <dgm:prSet presAssocID="{E57A881E-D5B1-4092-9D85-FA43195041EB}" presName="linear" presStyleCnt="0">
        <dgm:presLayoutVars>
          <dgm:animLvl val="lvl"/>
          <dgm:resizeHandles val="exact"/>
        </dgm:presLayoutVars>
      </dgm:prSet>
      <dgm:spPr/>
    </dgm:pt>
    <dgm:pt modelId="{40835A80-BE28-489B-B215-C3F3F44262A7}" type="pres">
      <dgm:prSet presAssocID="{78CEC64F-FBDE-40E5-BC9E-603A0F28820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F56919C-CD91-40FB-9D60-24C98AD84A79}" type="pres">
      <dgm:prSet presAssocID="{8DD3E688-26AF-41F1-B5D3-3A4A083DBB1C}" presName="spacer" presStyleCnt="0"/>
      <dgm:spPr/>
    </dgm:pt>
    <dgm:pt modelId="{6B4DBD3B-90A1-4D75-8E96-ECCADD406613}" type="pres">
      <dgm:prSet presAssocID="{52442AE1-A3ED-414D-B041-F8B777C8F1C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C019895-ED79-4CD3-B5A8-B09702BC5D45}" type="pres">
      <dgm:prSet presAssocID="{621F97D2-B28A-4D6D-ABB2-FF19411E5F8F}" presName="spacer" presStyleCnt="0"/>
      <dgm:spPr/>
    </dgm:pt>
    <dgm:pt modelId="{E51D9A17-A079-4569-B857-1CCD9A5C18C5}" type="pres">
      <dgm:prSet presAssocID="{F8C48CF3-2E8A-4457-B964-34365E4FEFB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E9E8371-512F-4906-8FE5-71A584E38999}" type="pres">
      <dgm:prSet presAssocID="{52E50B6A-C168-4AEF-9F70-FB4CBE36C62B}" presName="spacer" presStyleCnt="0"/>
      <dgm:spPr/>
    </dgm:pt>
    <dgm:pt modelId="{F42AD785-0B27-48CD-9956-5F8805D8C109}" type="pres">
      <dgm:prSet presAssocID="{0AA81C1F-FCDA-4BAB-A465-4A9F5ECE53D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19BB2AB-0E0D-4069-A9AB-F2CCA2CA6E56}" type="pres">
      <dgm:prSet presAssocID="{92336711-5080-4A54-B129-20155C181D3F}" presName="spacer" presStyleCnt="0"/>
      <dgm:spPr/>
    </dgm:pt>
    <dgm:pt modelId="{04908F56-B0FF-49E6-B5D1-54D67F149EBE}" type="pres">
      <dgm:prSet presAssocID="{7EA3809C-FF90-4E88-9010-7B14845EEB3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4E5F931-B587-45E2-A6A2-AE85BE1E736E}" type="pres">
      <dgm:prSet presAssocID="{E2313B9F-3F37-4DA2-A4DC-C63572066C37}" presName="spacer" presStyleCnt="0"/>
      <dgm:spPr/>
    </dgm:pt>
    <dgm:pt modelId="{F50E26E5-62E4-437A-97E4-9FF10C2E56E9}" type="pres">
      <dgm:prSet presAssocID="{A1A92F8E-03AB-4744-B225-1D44F5C968E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86F8308-8BD4-4955-B126-B320FF1B1421}" type="presOf" srcId="{F8C48CF3-2E8A-4457-B964-34365E4FEFBD}" destId="{E51D9A17-A079-4569-B857-1CCD9A5C18C5}" srcOrd="0" destOrd="0" presId="urn:microsoft.com/office/officeart/2005/8/layout/vList2"/>
    <dgm:cxn modelId="{6FFAE408-1224-4B81-AFAD-E3D6B36E9585}" srcId="{E57A881E-D5B1-4092-9D85-FA43195041EB}" destId="{F8C48CF3-2E8A-4457-B964-34365E4FEFBD}" srcOrd="2" destOrd="0" parTransId="{DBBEE44E-0A05-4073-86E0-3C886AF9893F}" sibTransId="{52E50B6A-C168-4AEF-9F70-FB4CBE36C62B}"/>
    <dgm:cxn modelId="{B6B22426-0D32-456F-A3F4-FCCE7E52F593}" srcId="{E57A881E-D5B1-4092-9D85-FA43195041EB}" destId="{0AA81C1F-FCDA-4BAB-A465-4A9F5ECE53D4}" srcOrd="3" destOrd="0" parTransId="{718AF782-7E7E-4129-9EEB-9EADB87DE841}" sibTransId="{92336711-5080-4A54-B129-20155C181D3F}"/>
    <dgm:cxn modelId="{CACD5841-9505-4D6D-B08F-37D4F4DA1E61}" type="presOf" srcId="{A1A92F8E-03AB-4744-B225-1D44F5C968ED}" destId="{F50E26E5-62E4-437A-97E4-9FF10C2E56E9}" srcOrd="0" destOrd="0" presId="urn:microsoft.com/office/officeart/2005/8/layout/vList2"/>
    <dgm:cxn modelId="{9849E583-3B18-47C1-B76C-25EE6B98A691}" type="presOf" srcId="{0AA81C1F-FCDA-4BAB-A465-4A9F5ECE53D4}" destId="{F42AD785-0B27-48CD-9956-5F8805D8C109}" srcOrd="0" destOrd="0" presId="urn:microsoft.com/office/officeart/2005/8/layout/vList2"/>
    <dgm:cxn modelId="{8D0A4F96-7671-4464-950B-393D56657A82}" type="presOf" srcId="{78CEC64F-FBDE-40E5-BC9E-603A0F28820D}" destId="{40835A80-BE28-489B-B215-C3F3F44262A7}" srcOrd="0" destOrd="0" presId="urn:microsoft.com/office/officeart/2005/8/layout/vList2"/>
    <dgm:cxn modelId="{0ACF56A1-5313-4BC7-BA46-6A2850FA4586}" srcId="{E57A881E-D5B1-4092-9D85-FA43195041EB}" destId="{7EA3809C-FF90-4E88-9010-7B14845EEB38}" srcOrd="4" destOrd="0" parTransId="{16DF4749-23B5-4B65-ADBB-BEF60D1305B9}" sibTransId="{E2313B9F-3F37-4DA2-A4DC-C63572066C37}"/>
    <dgm:cxn modelId="{24D181B2-B468-42C6-928A-46A4022AE599}" srcId="{E57A881E-D5B1-4092-9D85-FA43195041EB}" destId="{78CEC64F-FBDE-40E5-BC9E-603A0F28820D}" srcOrd="0" destOrd="0" parTransId="{1413310A-88DE-468B-957E-B76F70F47CF0}" sibTransId="{8DD3E688-26AF-41F1-B5D3-3A4A083DBB1C}"/>
    <dgm:cxn modelId="{C5D1B4B7-5055-40EA-9B93-D3BC93CA85E5}" srcId="{E57A881E-D5B1-4092-9D85-FA43195041EB}" destId="{52442AE1-A3ED-414D-B041-F8B777C8F1C0}" srcOrd="1" destOrd="0" parTransId="{9ECCC360-91E2-4E1B-8129-3B4049D62C58}" sibTransId="{621F97D2-B28A-4D6D-ABB2-FF19411E5F8F}"/>
    <dgm:cxn modelId="{A052FBBF-4799-46C8-977B-4CE18EAC806C}" type="presOf" srcId="{52442AE1-A3ED-414D-B041-F8B777C8F1C0}" destId="{6B4DBD3B-90A1-4D75-8E96-ECCADD406613}" srcOrd="0" destOrd="0" presId="urn:microsoft.com/office/officeart/2005/8/layout/vList2"/>
    <dgm:cxn modelId="{46D0ACD1-E637-47D1-A836-C56CA68B23E4}" srcId="{E57A881E-D5B1-4092-9D85-FA43195041EB}" destId="{A1A92F8E-03AB-4744-B225-1D44F5C968ED}" srcOrd="5" destOrd="0" parTransId="{A42E8826-F15C-4821-88C6-FBA05922B6C2}" sibTransId="{4849F088-4745-4AF7-AD18-9B0540CC6880}"/>
    <dgm:cxn modelId="{FCF153E6-3F6C-4ACF-A6FC-A6C9E8C70305}" type="presOf" srcId="{E57A881E-D5B1-4092-9D85-FA43195041EB}" destId="{019130DE-F7BA-4C13-B3FC-438D285E5E1F}" srcOrd="0" destOrd="0" presId="urn:microsoft.com/office/officeart/2005/8/layout/vList2"/>
    <dgm:cxn modelId="{F19A7FF1-4CFC-4D68-B197-9735D31B3EFF}" type="presOf" srcId="{7EA3809C-FF90-4E88-9010-7B14845EEB38}" destId="{04908F56-B0FF-49E6-B5D1-54D67F149EBE}" srcOrd="0" destOrd="0" presId="urn:microsoft.com/office/officeart/2005/8/layout/vList2"/>
    <dgm:cxn modelId="{B0F1E18B-ED39-43E0-84BA-DA302AC2763F}" type="presParOf" srcId="{019130DE-F7BA-4C13-B3FC-438D285E5E1F}" destId="{40835A80-BE28-489B-B215-C3F3F44262A7}" srcOrd="0" destOrd="0" presId="urn:microsoft.com/office/officeart/2005/8/layout/vList2"/>
    <dgm:cxn modelId="{1EAD299A-6DFC-4BF8-A45C-F87944D69A92}" type="presParOf" srcId="{019130DE-F7BA-4C13-B3FC-438D285E5E1F}" destId="{9F56919C-CD91-40FB-9D60-24C98AD84A79}" srcOrd="1" destOrd="0" presId="urn:microsoft.com/office/officeart/2005/8/layout/vList2"/>
    <dgm:cxn modelId="{0522CDFE-01AA-4279-AE5E-9B6D826458E2}" type="presParOf" srcId="{019130DE-F7BA-4C13-B3FC-438D285E5E1F}" destId="{6B4DBD3B-90A1-4D75-8E96-ECCADD406613}" srcOrd="2" destOrd="0" presId="urn:microsoft.com/office/officeart/2005/8/layout/vList2"/>
    <dgm:cxn modelId="{0BC6F95B-6994-42F0-86AF-CFCC5D2B103B}" type="presParOf" srcId="{019130DE-F7BA-4C13-B3FC-438D285E5E1F}" destId="{8C019895-ED79-4CD3-B5A8-B09702BC5D45}" srcOrd="3" destOrd="0" presId="urn:microsoft.com/office/officeart/2005/8/layout/vList2"/>
    <dgm:cxn modelId="{6BE7E91A-CA74-4B63-B265-1B6842BFF62E}" type="presParOf" srcId="{019130DE-F7BA-4C13-B3FC-438D285E5E1F}" destId="{E51D9A17-A079-4569-B857-1CCD9A5C18C5}" srcOrd="4" destOrd="0" presId="urn:microsoft.com/office/officeart/2005/8/layout/vList2"/>
    <dgm:cxn modelId="{1BE1F395-662C-4166-B7EE-E421B1B2BF1E}" type="presParOf" srcId="{019130DE-F7BA-4C13-B3FC-438D285E5E1F}" destId="{5E9E8371-512F-4906-8FE5-71A584E38999}" srcOrd="5" destOrd="0" presId="urn:microsoft.com/office/officeart/2005/8/layout/vList2"/>
    <dgm:cxn modelId="{B087FC4A-5622-4166-8C2E-DE42A80DF7C2}" type="presParOf" srcId="{019130DE-F7BA-4C13-B3FC-438D285E5E1F}" destId="{F42AD785-0B27-48CD-9956-5F8805D8C109}" srcOrd="6" destOrd="0" presId="urn:microsoft.com/office/officeart/2005/8/layout/vList2"/>
    <dgm:cxn modelId="{7C09E241-AB72-4261-8BC6-E971769BCB83}" type="presParOf" srcId="{019130DE-F7BA-4C13-B3FC-438D285E5E1F}" destId="{D19BB2AB-0E0D-4069-A9AB-F2CCA2CA6E56}" srcOrd="7" destOrd="0" presId="urn:microsoft.com/office/officeart/2005/8/layout/vList2"/>
    <dgm:cxn modelId="{7AEAFF5F-97B6-49DA-9EED-04154B9A519B}" type="presParOf" srcId="{019130DE-F7BA-4C13-B3FC-438D285E5E1F}" destId="{04908F56-B0FF-49E6-B5D1-54D67F149EBE}" srcOrd="8" destOrd="0" presId="urn:microsoft.com/office/officeart/2005/8/layout/vList2"/>
    <dgm:cxn modelId="{789E0C3A-428F-4914-B9E7-CE21F991615E}" type="presParOf" srcId="{019130DE-F7BA-4C13-B3FC-438D285E5E1F}" destId="{44E5F931-B587-45E2-A6A2-AE85BE1E736E}" srcOrd="9" destOrd="0" presId="urn:microsoft.com/office/officeart/2005/8/layout/vList2"/>
    <dgm:cxn modelId="{530E6A58-3541-4F5D-9A08-8CB578FAE72B}" type="presParOf" srcId="{019130DE-F7BA-4C13-B3FC-438D285E5E1F}" destId="{F50E26E5-62E4-437A-97E4-9FF10C2E56E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F9BA73-B20A-40B2-80E5-91713854F25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AE1DAC3-233A-4E5B-BA7E-20A364ABB5C2}">
      <dgm:prSet/>
      <dgm:spPr/>
      <dgm:t>
        <a:bodyPr/>
        <a:lstStyle/>
        <a:p>
          <a:r>
            <a:rPr lang="en-US"/>
            <a:t>https://www.shiprocket.in/blog/amazon-recommendation/ </a:t>
          </a:r>
        </a:p>
      </dgm:t>
    </dgm:pt>
    <dgm:pt modelId="{92294943-C717-4B59-8177-850093B5C287}" type="parTrans" cxnId="{1E556540-B57C-494C-A9F9-649F7ECEF407}">
      <dgm:prSet/>
      <dgm:spPr/>
      <dgm:t>
        <a:bodyPr/>
        <a:lstStyle/>
        <a:p>
          <a:endParaRPr lang="en-US"/>
        </a:p>
      </dgm:t>
    </dgm:pt>
    <dgm:pt modelId="{1E8AE050-D0D0-409E-812D-15058432184F}" type="sibTrans" cxnId="{1E556540-B57C-494C-A9F9-649F7ECEF407}">
      <dgm:prSet/>
      <dgm:spPr/>
      <dgm:t>
        <a:bodyPr/>
        <a:lstStyle/>
        <a:p>
          <a:endParaRPr lang="en-US"/>
        </a:p>
      </dgm:t>
    </dgm:pt>
    <dgm:pt modelId="{E1143124-271A-4908-8045-2E31191C4CD9}">
      <dgm:prSet/>
      <dgm:spPr/>
      <dgm:t>
        <a:bodyPr/>
        <a:lstStyle/>
        <a:p>
          <a:r>
            <a:rPr lang="en-US"/>
            <a:t>https://stratoflow.com/amazon-recommendation-system/ </a:t>
          </a:r>
        </a:p>
      </dgm:t>
    </dgm:pt>
    <dgm:pt modelId="{F8149AB9-F9FE-44FD-AB01-C91DCC1A212A}" type="parTrans" cxnId="{8EA3A7C4-E515-4B68-97AE-063B05D0A76D}">
      <dgm:prSet/>
      <dgm:spPr/>
      <dgm:t>
        <a:bodyPr/>
        <a:lstStyle/>
        <a:p>
          <a:endParaRPr lang="en-US"/>
        </a:p>
      </dgm:t>
    </dgm:pt>
    <dgm:pt modelId="{9E8C0B62-CAC8-4092-A53E-1041904C11B6}" type="sibTrans" cxnId="{8EA3A7C4-E515-4B68-97AE-063B05D0A76D}">
      <dgm:prSet/>
      <dgm:spPr/>
      <dgm:t>
        <a:bodyPr/>
        <a:lstStyle/>
        <a:p>
          <a:endParaRPr lang="en-US"/>
        </a:p>
      </dgm:t>
    </dgm:pt>
    <dgm:pt modelId="{8A3C6DEB-BF77-4CC4-AFBA-DA3ACB4B4A51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https://www.amazon.science/the-history-of-amazons-recommendation-algorithm</a:t>
          </a:r>
          <a:endParaRPr lang="en-US"/>
        </a:p>
      </dgm:t>
    </dgm:pt>
    <dgm:pt modelId="{A4B688FE-DD6B-4F70-9A1F-BCE818D2873A}" type="parTrans" cxnId="{0EDDC985-F5A5-4F25-AA83-CD1D553357C3}">
      <dgm:prSet/>
      <dgm:spPr/>
      <dgm:t>
        <a:bodyPr/>
        <a:lstStyle/>
        <a:p>
          <a:endParaRPr lang="en-US"/>
        </a:p>
      </dgm:t>
    </dgm:pt>
    <dgm:pt modelId="{BA706843-418D-40A3-B63C-41B184627C4C}" type="sibTrans" cxnId="{0EDDC985-F5A5-4F25-AA83-CD1D553357C3}">
      <dgm:prSet/>
      <dgm:spPr/>
      <dgm:t>
        <a:bodyPr/>
        <a:lstStyle/>
        <a:p>
          <a:endParaRPr lang="en-US"/>
        </a:p>
      </dgm:t>
    </dgm:pt>
    <dgm:pt modelId="{782D1AAF-6D6F-4407-B728-378C165A2407}">
      <dgm:prSet/>
      <dgm:spPr/>
      <dgm:t>
        <a:bodyPr/>
        <a:lstStyle/>
        <a:p>
          <a:r>
            <a:rPr lang="en-US" u="sng">
              <a:hlinkClick xmlns:r="http://schemas.openxmlformats.org/officeDocument/2006/relationships" r:id="rId2"/>
            </a:rPr>
            <a:t>https://www.baeldung.com/cs/amazon-recommendation-system</a:t>
          </a:r>
          <a:endParaRPr lang="en-US"/>
        </a:p>
      </dgm:t>
    </dgm:pt>
    <dgm:pt modelId="{706359E1-E456-469B-A16E-9E7CEB7BF5D3}" type="parTrans" cxnId="{F7CBC94B-C9B2-4EC3-88E4-1F6C6A62277D}">
      <dgm:prSet/>
      <dgm:spPr/>
      <dgm:t>
        <a:bodyPr/>
        <a:lstStyle/>
        <a:p>
          <a:endParaRPr lang="en-US"/>
        </a:p>
      </dgm:t>
    </dgm:pt>
    <dgm:pt modelId="{F3464304-5F56-4114-B56E-F6DCAC8C5371}" type="sibTrans" cxnId="{F7CBC94B-C9B2-4EC3-88E4-1F6C6A62277D}">
      <dgm:prSet/>
      <dgm:spPr/>
      <dgm:t>
        <a:bodyPr/>
        <a:lstStyle/>
        <a:p>
          <a:endParaRPr lang="en-US"/>
        </a:p>
      </dgm:t>
    </dgm:pt>
    <dgm:pt modelId="{1307A4D0-AE9D-408F-8CE8-54688624CF53}">
      <dgm:prSet/>
      <dgm:spPr/>
      <dgm:t>
        <a:bodyPr/>
        <a:lstStyle/>
        <a:p>
          <a:r>
            <a:rPr lang="en-US" u="sng">
              <a:hlinkClick xmlns:r="http://schemas.openxmlformats.org/officeDocument/2006/relationships" r:id="rId3"/>
            </a:rPr>
            <a:t>How Amazon Algorithm Works (2026): A9 &amp; A10 Explained</a:t>
          </a:r>
          <a:endParaRPr lang="en-US"/>
        </a:p>
      </dgm:t>
    </dgm:pt>
    <dgm:pt modelId="{F2B50843-7837-4E06-B488-5769BA270F9A}" type="parTrans" cxnId="{A75A6834-19B4-4879-88D3-8C4D57E8898A}">
      <dgm:prSet/>
      <dgm:spPr/>
      <dgm:t>
        <a:bodyPr/>
        <a:lstStyle/>
        <a:p>
          <a:endParaRPr lang="en-US"/>
        </a:p>
      </dgm:t>
    </dgm:pt>
    <dgm:pt modelId="{35EAE244-4544-4E24-9FB5-78340953B3B1}" type="sibTrans" cxnId="{A75A6834-19B4-4879-88D3-8C4D57E8898A}">
      <dgm:prSet/>
      <dgm:spPr/>
      <dgm:t>
        <a:bodyPr/>
        <a:lstStyle/>
        <a:p>
          <a:endParaRPr lang="en-US"/>
        </a:p>
      </dgm:t>
    </dgm:pt>
    <dgm:pt modelId="{D72B80CB-EB86-49A6-B9B0-ACA913D61DA9}" type="pres">
      <dgm:prSet presAssocID="{F3F9BA73-B20A-40B2-80E5-91713854F250}" presName="vert0" presStyleCnt="0">
        <dgm:presLayoutVars>
          <dgm:dir/>
          <dgm:animOne val="branch"/>
          <dgm:animLvl val="lvl"/>
        </dgm:presLayoutVars>
      </dgm:prSet>
      <dgm:spPr/>
    </dgm:pt>
    <dgm:pt modelId="{D6B6EAE3-63B6-4FB4-88FD-0757161D6F3C}" type="pres">
      <dgm:prSet presAssocID="{AAE1DAC3-233A-4E5B-BA7E-20A364ABB5C2}" presName="thickLine" presStyleLbl="alignNode1" presStyleIdx="0" presStyleCnt="5"/>
      <dgm:spPr/>
    </dgm:pt>
    <dgm:pt modelId="{CAAADD66-3B21-4247-9DBF-3BAD415314E4}" type="pres">
      <dgm:prSet presAssocID="{AAE1DAC3-233A-4E5B-BA7E-20A364ABB5C2}" presName="horz1" presStyleCnt="0"/>
      <dgm:spPr/>
    </dgm:pt>
    <dgm:pt modelId="{3FFA396D-7B59-4939-904A-290DD35AF125}" type="pres">
      <dgm:prSet presAssocID="{AAE1DAC3-233A-4E5B-BA7E-20A364ABB5C2}" presName="tx1" presStyleLbl="revTx" presStyleIdx="0" presStyleCnt="5"/>
      <dgm:spPr/>
    </dgm:pt>
    <dgm:pt modelId="{DE27F28C-CD8F-4B8D-95FD-4B4D0030B133}" type="pres">
      <dgm:prSet presAssocID="{AAE1DAC3-233A-4E5B-BA7E-20A364ABB5C2}" presName="vert1" presStyleCnt="0"/>
      <dgm:spPr/>
    </dgm:pt>
    <dgm:pt modelId="{4247363C-E0A9-4E40-9A33-4BC45E8F9D48}" type="pres">
      <dgm:prSet presAssocID="{E1143124-271A-4908-8045-2E31191C4CD9}" presName="thickLine" presStyleLbl="alignNode1" presStyleIdx="1" presStyleCnt="5"/>
      <dgm:spPr/>
    </dgm:pt>
    <dgm:pt modelId="{A8CEE482-6BAB-474B-818E-FD76AD9B8DEB}" type="pres">
      <dgm:prSet presAssocID="{E1143124-271A-4908-8045-2E31191C4CD9}" presName="horz1" presStyleCnt="0"/>
      <dgm:spPr/>
    </dgm:pt>
    <dgm:pt modelId="{4DC39971-524D-4F66-B8F9-BA6A0E79E104}" type="pres">
      <dgm:prSet presAssocID="{E1143124-271A-4908-8045-2E31191C4CD9}" presName="tx1" presStyleLbl="revTx" presStyleIdx="1" presStyleCnt="5"/>
      <dgm:spPr/>
    </dgm:pt>
    <dgm:pt modelId="{46059B3C-774D-4447-8D2F-FECB4B5A56DA}" type="pres">
      <dgm:prSet presAssocID="{E1143124-271A-4908-8045-2E31191C4CD9}" presName="vert1" presStyleCnt="0"/>
      <dgm:spPr/>
    </dgm:pt>
    <dgm:pt modelId="{1780E533-8D95-4468-84F5-2C62CDECAA9A}" type="pres">
      <dgm:prSet presAssocID="{8A3C6DEB-BF77-4CC4-AFBA-DA3ACB4B4A51}" presName="thickLine" presStyleLbl="alignNode1" presStyleIdx="2" presStyleCnt="5"/>
      <dgm:spPr/>
    </dgm:pt>
    <dgm:pt modelId="{F04C7632-4E3B-4BA2-ADD9-9E70ADCDDE3A}" type="pres">
      <dgm:prSet presAssocID="{8A3C6DEB-BF77-4CC4-AFBA-DA3ACB4B4A51}" presName="horz1" presStyleCnt="0"/>
      <dgm:spPr/>
    </dgm:pt>
    <dgm:pt modelId="{3C4884E5-5612-438F-8D8E-C4E5A6A6FD50}" type="pres">
      <dgm:prSet presAssocID="{8A3C6DEB-BF77-4CC4-AFBA-DA3ACB4B4A51}" presName="tx1" presStyleLbl="revTx" presStyleIdx="2" presStyleCnt="5"/>
      <dgm:spPr/>
    </dgm:pt>
    <dgm:pt modelId="{86D1ED00-C6E9-40FE-A410-9C284D2C799F}" type="pres">
      <dgm:prSet presAssocID="{8A3C6DEB-BF77-4CC4-AFBA-DA3ACB4B4A51}" presName="vert1" presStyleCnt="0"/>
      <dgm:spPr/>
    </dgm:pt>
    <dgm:pt modelId="{AE12B417-328B-41D9-B386-F41BC7901FF2}" type="pres">
      <dgm:prSet presAssocID="{782D1AAF-6D6F-4407-B728-378C165A2407}" presName="thickLine" presStyleLbl="alignNode1" presStyleIdx="3" presStyleCnt="5"/>
      <dgm:spPr/>
    </dgm:pt>
    <dgm:pt modelId="{82EB5402-CF68-4CBB-8790-438508A85DF5}" type="pres">
      <dgm:prSet presAssocID="{782D1AAF-6D6F-4407-B728-378C165A2407}" presName="horz1" presStyleCnt="0"/>
      <dgm:spPr/>
    </dgm:pt>
    <dgm:pt modelId="{D5C9A067-FA70-4179-97D2-02745945F882}" type="pres">
      <dgm:prSet presAssocID="{782D1AAF-6D6F-4407-B728-378C165A2407}" presName="tx1" presStyleLbl="revTx" presStyleIdx="3" presStyleCnt="5"/>
      <dgm:spPr/>
    </dgm:pt>
    <dgm:pt modelId="{92AF9B33-4F4C-470A-8CC7-763B75336DEA}" type="pres">
      <dgm:prSet presAssocID="{782D1AAF-6D6F-4407-B728-378C165A2407}" presName="vert1" presStyleCnt="0"/>
      <dgm:spPr/>
    </dgm:pt>
    <dgm:pt modelId="{4B07B889-7679-49A0-B4BB-21AC84246348}" type="pres">
      <dgm:prSet presAssocID="{1307A4D0-AE9D-408F-8CE8-54688624CF53}" presName="thickLine" presStyleLbl="alignNode1" presStyleIdx="4" presStyleCnt="5"/>
      <dgm:spPr/>
    </dgm:pt>
    <dgm:pt modelId="{FCE374AB-F0B3-413E-A201-107C6D81E3FA}" type="pres">
      <dgm:prSet presAssocID="{1307A4D0-AE9D-408F-8CE8-54688624CF53}" presName="horz1" presStyleCnt="0"/>
      <dgm:spPr/>
    </dgm:pt>
    <dgm:pt modelId="{EF403E03-44FF-4022-A7AF-1A618B6B7B82}" type="pres">
      <dgm:prSet presAssocID="{1307A4D0-AE9D-408F-8CE8-54688624CF53}" presName="tx1" presStyleLbl="revTx" presStyleIdx="4" presStyleCnt="5"/>
      <dgm:spPr/>
    </dgm:pt>
    <dgm:pt modelId="{6F90394D-F05D-4B3C-AA69-265113C0DEAF}" type="pres">
      <dgm:prSet presAssocID="{1307A4D0-AE9D-408F-8CE8-54688624CF53}" presName="vert1" presStyleCnt="0"/>
      <dgm:spPr/>
    </dgm:pt>
  </dgm:ptLst>
  <dgm:cxnLst>
    <dgm:cxn modelId="{9724CA02-AA8D-4545-A7D6-7CDEBD4CC7DA}" type="presOf" srcId="{8A3C6DEB-BF77-4CC4-AFBA-DA3ACB4B4A51}" destId="{3C4884E5-5612-438F-8D8E-C4E5A6A6FD50}" srcOrd="0" destOrd="0" presId="urn:microsoft.com/office/officeart/2008/layout/LinedList"/>
    <dgm:cxn modelId="{A75A6834-19B4-4879-88D3-8C4D57E8898A}" srcId="{F3F9BA73-B20A-40B2-80E5-91713854F250}" destId="{1307A4D0-AE9D-408F-8CE8-54688624CF53}" srcOrd="4" destOrd="0" parTransId="{F2B50843-7837-4E06-B488-5769BA270F9A}" sibTransId="{35EAE244-4544-4E24-9FB5-78340953B3B1}"/>
    <dgm:cxn modelId="{1E556540-B57C-494C-A9F9-649F7ECEF407}" srcId="{F3F9BA73-B20A-40B2-80E5-91713854F250}" destId="{AAE1DAC3-233A-4E5B-BA7E-20A364ABB5C2}" srcOrd="0" destOrd="0" parTransId="{92294943-C717-4B59-8177-850093B5C287}" sibTransId="{1E8AE050-D0D0-409E-812D-15058432184F}"/>
    <dgm:cxn modelId="{CB29526B-1CCC-410B-9304-995BCA142640}" type="presOf" srcId="{1307A4D0-AE9D-408F-8CE8-54688624CF53}" destId="{EF403E03-44FF-4022-A7AF-1A618B6B7B82}" srcOrd="0" destOrd="0" presId="urn:microsoft.com/office/officeart/2008/layout/LinedList"/>
    <dgm:cxn modelId="{F7CBC94B-C9B2-4EC3-88E4-1F6C6A62277D}" srcId="{F3F9BA73-B20A-40B2-80E5-91713854F250}" destId="{782D1AAF-6D6F-4407-B728-378C165A2407}" srcOrd="3" destOrd="0" parTransId="{706359E1-E456-469B-A16E-9E7CEB7BF5D3}" sibTransId="{F3464304-5F56-4114-B56E-F6DCAC8C5371}"/>
    <dgm:cxn modelId="{0EDDC985-F5A5-4F25-AA83-CD1D553357C3}" srcId="{F3F9BA73-B20A-40B2-80E5-91713854F250}" destId="{8A3C6DEB-BF77-4CC4-AFBA-DA3ACB4B4A51}" srcOrd="2" destOrd="0" parTransId="{A4B688FE-DD6B-4F70-9A1F-BCE818D2873A}" sibTransId="{BA706843-418D-40A3-B63C-41B184627C4C}"/>
    <dgm:cxn modelId="{D737248D-1051-4CC2-A1F2-F23CB5C8AF72}" type="presOf" srcId="{E1143124-271A-4908-8045-2E31191C4CD9}" destId="{4DC39971-524D-4F66-B8F9-BA6A0E79E104}" srcOrd="0" destOrd="0" presId="urn:microsoft.com/office/officeart/2008/layout/LinedList"/>
    <dgm:cxn modelId="{348918A0-9E10-4688-9C93-C1C57CB2C944}" type="presOf" srcId="{AAE1DAC3-233A-4E5B-BA7E-20A364ABB5C2}" destId="{3FFA396D-7B59-4939-904A-290DD35AF125}" srcOrd="0" destOrd="0" presId="urn:microsoft.com/office/officeart/2008/layout/LinedList"/>
    <dgm:cxn modelId="{8EA3A7C4-E515-4B68-97AE-063B05D0A76D}" srcId="{F3F9BA73-B20A-40B2-80E5-91713854F250}" destId="{E1143124-271A-4908-8045-2E31191C4CD9}" srcOrd="1" destOrd="0" parTransId="{F8149AB9-F9FE-44FD-AB01-C91DCC1A212A}" sibTransId="{9E8C0B62-CAC8-4092-A53E-1041904C11B6}"/>
    <dgm:cxn modelId="{62945CC9-1BA4-4828-B831-AB2AB4DF7452}" type="presOf" srcId="{F3F9BA73-B20A-40B2-80E5-91713854F250}" destId="{D72B80CB-EB86-49A6-B9B0-ACA913D61DA9}" srcOrd="0" destOrd="0" presId="urn:microsoft.com/office/officeart/2008/layout/LinedList"/>
    <dgm:cxn modelId="{9FFC50D2-6CD8-42E2-AC2B-11C0DE4574F6}" type="presOf" srcId="{782D1AAF-6D6F-4407-B728-378C165A2407}" destId="{D5C9A067-FA70-4179-97D2-02745945F882}" srcOrd="0" destOrd="0" presId="urn:microsoft.com/office/officeart/2008/layout/LinedList"/>
    <dgm:cxn modelId="{5F2953E6-ED4A-4827-BD72-AF5CBE27D9C9}" type="presParOf" srcId="{D72B80CB-EB86-49A6-B9B0-ACA913D61DA9}" destId="{D6B6EAE3-63B6-4FB4-88FD-0757161D6F3C}" srcOrd="0" destOrd="0" presId="urn:microsoft.com/office/officeart/2008/layout/LinedList"/>
    <dgm:cxn modelId="{388F4975-5530-40E1-A91C-56C293369DCB}" type="presParOf" srcId="{D72B80CB-EB86-49A6-B9B0-ACA913D61DA9}" destId="{CAAADD66-3B21-4247-9DBF-3BAD415314E4}" srcOrd="1" destOrd="0" presId="urn:microsoft.com/office/officeart/2008/layout/LinedList"/>
    <dgm:cxn modelId="{6F8CD8BB-8A7A-42A0-AB40-434448131966}" type="presParOf" srcId="{CAAADD66-3B21-4247-9DBF-3BAD415314E4}" destId="{3FFA396D-7B59-4939-904A-290DD35AF125}" srcOrd="0" destOrd="0" presId="urn:microsoft.com/office/officeart/2008/layout/LinedList"/>
    <dgm:cxn modelId="{16AAD674-45E2-4AF9-BC6D-C3BB220EDA29}" type="presParOf" srcId="{CAAADD66-3B21-4247-9DBF-3BAD415314E4}" destId="{DE27F28C-CD8F-4B8D-95FD-4B4D0030B133}" srcOrd="1" destOrd="0" presId="urn:microsoft.com/office/officeart/2008/layout/LinedList"/>
    <dgm:cxn modelId="{AC2FCA51-B1D0-4EE6-B913-2F8BCF73E41D}" type="presParOf" srcId="{D72B80CB-EB86-49A6-B9B0-ACA913D61DA9}" destId="{4247363C-E0A9-4E40-9A33-4BC45E8F9D48}" srcOrd="2" destOrd="0" presId="urn:microsoft.com/office/officeart/2008/layout/LinedList"/>
    <dgm:cxn modelId="{B68E583F-A676-4C91-A047-D63DE0B38207}" type="presParOf" srcId="{D72B80CB-EB86-49A6-B9B0-ACA913D61DA9}" destId="{A8CEE482-6BAB-474B-818E-FD76AD9B8DEB}" srcOrd="3" destOrd="0" presId="urn:microsoft.com/office/officeart/2008/layout/LinedList"/>
    <dgm:cxn modelId="{59568F07-2458-4A5D-925C-E3856CE7D87C}" type="presParOf" srcId="{A8CEE482-6BAB-474B-818E-FD76AD9B8DEB}" destId="{4DC39971-524D-4F66-B8F9-BA6A0E79E104}" srcOrd="0" destOrd="0" presId="urn:microsoft.com/office/officeart/2008/layout/LinedList"/>
    <dgm:cxn modelId="{C59F5394-4E53-418A-ACBA-193C9979ADBD}" type="presParOf" srcId="{A8CEE482-6BAB-474B-818E-FD76AD9B8DEB}" destId="{46059B3C-774D-4447-8D2F-FECB4B5A56DA}" srcOrd="1" destOrd="0" presId="urn:microsoft.com/office/officeart/2008/layout/LinedList"/>
    <dgm:cxn modelId="{44C77DB2-E368-447F-B6AD-E7E20C87F845}" type="presParOf" srcId="{D72B80CB-EB86-49A6-B9B0-ACA913D61DA9}" destId="{1780E533-8D95-4468-84F5-2C62CDECAA9A}" srcOrd="4" destOrd="0" presId="urn:microsoft.com/office/officeart/2008/layout/LinedList"/>
    <dgm:cxn modelId="{FEBE3C10-5711-43B3-BCAD-13B438FE94B9}" type="presParOf" srcId="{D72B80CB-EB86-49A6-B9B0-ACA913D61DA9}" destId="{F04C7632-4E3B-4BA2-ADD9-9E70ADCDDE3A}" srcOrd="5" destOrd="0" presId="urn:microsoft.com/office/officeart/2008/layout/LinedList"/>
    <dgm:cxn modelId="{47CC7828-048C-4DD9-A49B-F22D9EEF87AC}" type="presParOf" srcId="{F04C7632-4E3B-4BA2-ADD9-9E70ADCDDE3A}" destId="{3C4884E5-5612-438F-8D8E-C4E5A6A6FD50}" srcOrd="0" destOrd="0" presId="urn:microsoft.com/office/officeart/2008/layout/LinedList"/>
    <dgm:cxn modelId="{C26CE65F-B5EB-4DB7-AB83-3E7F88C78CC6}" type="presParOf" srcId="{F04C7632-4E3B-4BA2-ADD9-9E70ADCDDE3A}" destId="{86D1ED00-C6E9-40FE-A410-9C284D2C799F}" srcOrd="1" destOrd="0" presId="urn:microsoft.com/office/officeart/2008/layout/LinedList"/>
    <dgm:cxn modelId="{6B6CBD52-DE8F-4173-A9AF-40CB4365589A}" type="presParOf" srcId="{D72B80CB-EB86-49A6-B9B0-ACA913D61DA9}" destId="{AE12B417-328B-41D9-B386-F41BC7901FF2}" srcOrd="6" destOrd="0" presId="urn:microsoft.com/office/officeart/2008/layout/LinedList"/>
    <dgm:cxn modelId="{29C59D14-B60F-4AE6-AB4C-AFF9ECA5FDF2}" type="presParOf" srcId="{D72B80CB-EB86-49A6-B9B0-ACA913D61DA9}" destId="{82EB5402-CF68-4CBB-8790-438508A85DF5}" srcOrd="7" destOrd="0" presId="urn:microsoft.com/office/officeart/2008/layout/LinedList"/>
    <dgm:cxn modelId="{093337D5-1E17-46DB-96A0-72A7C673EBFE}" type="presParOf" srcId="{82EB5402-CF68-4CBB-8790-438508A85DF5}" destId="{D5C9A067-FA70-4179-97D2-02745945F882}" srcOrd="0" destOrd="0" presId="urn:microsoft.com/office/officeart/2008/layout/LinedList"/>
    <dgm:cxn modelId="{D1D9497A-D14F-4A01-AF3C-FB9EAF952D9A}" type="presParOf" srcId="{82EB5402-CF68-4CBB-8790-438508A85DF5}" destId="{92AF9B33-4F4C-470A-8CC7-763B75336DEA}" srcOrd="1" destOrd="0" presId="urn:microsoft.com/office/officeart/2008/layout/LinedList"/>
    <dgm:cxn modelId="{F25047A5-60F3-4B7F-8831-DBB0A3621465}" type="presParOf" srcId="{D72B80CB-EB86-49A6-B9B0-ACA913D61DA9}" destId="{4B07B889-7679-49A0-B4BB-21AC84246348}" srcOrd="8" destOrd="0" presId="urn:microsoft.com/office/officeart/2008/layout/LinedList"/>
    <dgm:cxn modelId="{248FFD22-C571-4B37-81CD-2D94FB9D41E1}" type="presParOf" srcId="{D72B80CB-EB86-49A6-B9B0-ACA913D61DA9}" destId="{FCE374AB-F0B3-413E-A201-107C6D81E3FA}" srcOrd="9" destOrd="0" presId="urn:microsoft.com/office/officeart/2008/layout/LinedList"/>
    <dgm:cxn modelId="{162330B7-2155-4FBB-B7F8-5BAACA69388A}" type="presParOf" srcId="{FCE374AB-F0B3-413E-A201-107C6D81E3FA}" destId="{EF403E03-44FF-4022-A7AF-1A618B6B7B82}" srcOrd="0" destOrd="0" presId="urn:microsoft.com/office/officeart/2008/layout/LinedList"/>
    <dgm:cxn modelId="{4E5C8485-6EFB-4FA1-8C1C-AEC41C016D0C}" type="presParOf" srcId="{FCE374AB-F0B3-413E-A201-107C6D81E3FA}" destId="{6F90394D-F05D-4B3C-AA69-265113C0DE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3AE474-7774-42FA-8907-ABE1DAE28CCF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3E4DA-C690-4A09-B8E8-8C01C0312B05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Titles</a:t>
          </a:r>
        </a:p>
      </dsp:txBody>
      <dsp:txXfrm>
        <a:off x="299702" y="1282093"/>
        <a:ext cx="2200851" cy="1366505"/>
      </dsp:txXfrm>
    </dsp:sp>
    <dsp:sp modelId="{F019BD88-168D-4E6D-BB6B-6ACDE035F3F6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709E2-0CC3-4EB7-A2D5-4757223C4E8D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Categories</a:t>
          </a:r>
        </a:p>
      </dsp:txBody>
      <dsp:txXfrm>
        <a:off x="3093555" y="1282093"/>
        <a:ext cx="2200851" cy="1366505"/>
      </dsp:txXfrm>
    </dsp:sp>
    <dsp:sp modelId="{E8A33EBF-7ABA-4FF2-8AA1-B167F38A01AD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3B6FB-CFDF-411A-93E5-22C566C8748B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Descriptions</a:t>
          </a:r>
        </a:p>
      </dsp:txBody>
      <dsp:txXfrm>
        <a:off x="5887408" y="1282093"/>
        <a:ext cx="2200851" cy="1366505"/>
      </dsp:txXfrm>
    </dsp:sp>
    <dsp:sp modelId="{CE5CFCA3-C778-4930-8DD8-02CDAB9E776E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79223A-B044-4BB2-A3D1-0C5F6DEB79DD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Specifications</a:t>
          </a:r>
        </a:p>
      </dsp:txBody>
      <dsp:txXfrm>
        <a:off x="8681261" y="1282093"/>
        <a:ext cx="2200851" cy="13665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C883C3-3A0E-406D-AD40-A0F150237132}">
      <dsp:nvSpPr>
        <dsp:cNvPr id="0" name=""/>
        <dsp:cNvSpPr/>
      </dsp:nvSpPr>
      <dsp:spPr>
        <a:xfrm>
          <a:off x="0" y="257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Relevance </a:t>
          </a:r>
        </a:p>
      </dsp:txBody>
      <dsp:txXfrm>
        <a:off x="38381" y="64129"/>
        <a:ext cx="10438838" cy="709478"/>
      </dsp:txXfrm>
    </dsp:sp>
    <dsp:sp modelId="{34AEE803-D72F-4071-AE18-44F0C3ED3B10}">
      <dsp:nvSpPr>
        <dsp:cNvPr id="0" name=""/>
        <dsp:cNvSpPr/>
      </dsp:nvSpPr>
      <dsp:spPr>
        <a:xfrm>
          <a:off x="0" y="9041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Click Performance </a:t>
          </a:r>
        </a:p>
      </dsp:txBody>
      <dsp:txXfrm>
        <a:off x="38381" y="942529"/>
        <a:ext cx="10438838" cy="709478"/>
      </dsp:txXfrm>
    </dsp:sp>
    <dsp:sp modelId="{A2AC550D-922B-4865-9BC6-DDBCED0E0787}">
      <dsp:nvSpPr>
        <dsp:cNvPr id="0" name=""/>
        <dsp:cNvSpPr/>
      </dsp:nvSpPr>
      <dsp:spPr>
        <a:xfrm>
          <a:off x="0" y="17825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Conversion Performance </a:t>
          </a:r>
        </a:p>
      </dsp:txBody>
      <dsp:txXfrm>
        <a:off x="38381" y="1820930"/>
        <a:ext cx="10438838" cy="709478"/>
      </dsp:txXfrm>
    </dsp:sp>
    <dsp:sp modelId="{AD69B797-DE16-464F-83B7-AAAAEFB80885}">
      <dsp:nvSpPr>
        <dsp:cNvPr id="0" name=""/>
        <dsp:cNvSpPr/>
      </dsp:nvSpPr>
      <dsp:spPr>
        <a:xfrm>
          <a:off x="0" y="26609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Sales Velocity </a:t>
          </a:r>
        </a:p>
      </dsp:txBody>
      <dsp:txXfrm>
        <a:off x="38381" y="2699330"/>
        <a:ext cx="10438838" cy="709478"/>
      </dsp:txXfrm>
    </dsp:sp>
    <dsp:sp modelId="{8E7916A0-79BB-4B87-84CA-FDC414D5BEDE}">
      <dsp:nvSpPr>
        <dsp:cNvPr id="0" name=""/>
        <dsp:cNvSpPr/>
      </dsp:nvSpPr>
      <dsp:spPr>
        <a:xfrm>
          <a:off x="0" y="35393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Customer Experience Signals</a:t>
          </a:r>
        </a:p>
      </dsp:txBody>
      <dsp:txXfrm>
        <a:off x="38381" y="3577730"/>
        <a:ext cx="10438838" cy="709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DA655-344D-4496-A6BC-DB9835382CEA}">
      <dsp:nvSpPr>
        <dsp:cNvPr id="0" name=""/>
        <dsp:cNvSpPr/>
      </dsp:nvSpPr>
      <dsp:spPr>
        <a:xfrm>
          <a:off x="0" y="0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Cold start problem</a:t>
          </a:r>
        </a:p>
      </dsp:txBody>
      <dsp:txXfrm>
        <a:off x="38234" y="38234"/>
        <a:ext cx="7529629" cy="1228933"/>
      </dsp:txXfrm>
    </dsp:sp>
    <dsp:sp modelId="{081007C4-04D5-4874-9344-57942C63050C}">
      <dsp:nvSpPr>
        <dsp:cNvPr id="0" name=""/>
        <dsp:cNvSpPr/>
      </dsp:nvSpPr>
      <dsp:spPr>
        <a:xfrm>
          <a:off x="788669" y="1522968"/>
          <a:ext cx="8938260" cy="13054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Data sparsity</a:t>
          </a:r>
        </a:p>
      </dsp:txBody>
      <dsp:txXfrm>
        <a:off x="826903" y="1561202"/>
        <a:ext cx="7224611" cy="1228933"/>
      </dsp:txXfrm>
    </dsp:sp>
    <dsp:sp modelId="{A19B05DE-B4CD-44FE-95DB-26C569F632D4}">
      <dsp:nvSpPr>
        <dsp:cNvPr id="0" name=""/>
        <dsp:cNvSpPr/>
      </dsp:nvSpPr>
      <dsp:spPr>
        <a:xfrm>
          <a:off x="1577339" y="3045936"/>
          <a:ext cx="8938260" cy="130540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Bias toward popular items</a:t>
          </a:r>
        </a:p>
      </dsp:txBody>
      <dsp:txXfrm>
        <a:off x="1615573" y="3084170"/>
        <a:ext cx="7224611" cy="1228933"/>
      </dsp:txXfrm>
    </dsp:sp>
    <dsp:sp modelId="{14A2D2AA-7658-43AA-A284-6DDD2A0D6FA1}">
      <dsp:nvSpPr>
        <dsp:cNvPr id="0" name=""/>
        <dsp:cNvSpPr/>
      </dsp:nvSpPr>
      <dsp:spPr>
        <a:xfrm>
          <a:off x="8089749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80664" y="989929"/>
        <a:ext cx="466680" cy="638504"/>
      </dsp:txXfrm>
    </dsp:sp>
    <dsp:sp modelId="{BCDB5C52-3673-4F28-A485-C85685D1EA0C}">
      <dsp:nvSpPr>
        <dsp:cNvPr id="0" name=""/>
        <dsp:cNvSpPr/>
      </dsp:nvSpPr>
      <dsp:spPr>
        <a:xfrm>
          <a:off x="8878419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069334" y="2504195"/>
        <a:ext cx="466680" cy="6385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835A80-BE28-489B-B215-C3F3F44262A7}">
      <dsp:nvSpPr>
        <dsp:cNvPr id="0" name=""/>
        <dsp:cNvSpPr/>
      </dsp:nvSpPr>
      <dsp:spPr>
        <a:xfrm>
          <a:off x="0" y="72008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McKinsey Study: 35% of sales</a:t>
          </a:r>
        </a:p>
      </dsp:txBody>
      <dsp:txXfrm>
        <a:off x="31185" y="103193"/>
        <a:ext cx="10453230" cy="576450"/>
      </dsp:txXfrm>
    </dsp:sp>
    <dsp:sp modelId="{6B4DBD3B-90A1-4D75-8E96-ECCADD406613}">
      <dsp:nvSpPr>
        <dsp:cNvPr id="0" name=""/>
        <dsp:cNvSpPr/>
      </dsp:nvSpPr>
      <dsp:spPr>
        <a:xfrm>
          <a:off x="0" y="7857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Enhanced customer experience</a:t>
          </a:r>
        </a:p>
      </dsp:txBody>
      <dsp:txXfrm>
        <a:off x="31185" y="816894"/>
        <a:ext cx="10453230" cy="576450"/>
      </dsp:txXfrm>
    </dsp:sp>
    <dsp:sp modelId="{E51D9A17-A079-4569-B857-1CCD9A5C18C5}">
      <dsp:nvSpPr>
        <dsp:cNvPr id="0" name=""/>
        <dsp:cNvSpPr/>
      </dsp:nvSpPr>
      <dsp:spPr>
        <a:xfrm>
          <a:off x="0" y="14994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Product Discovery</a:t>
          </a:r>
        </a:p>
      </dsp:txBody>
      <dsp:txXfrm>
        <a:off x="31185" y="1530594"/>
        <a:ext cx="10453230" cy="576450"/>
      </dsp:txXfrm>
    </dsp:sp>
    <dsp:sp modelId="{F42AD785-0B27-48CD-9956-5F8805D8C109}">
      <dsp:nvSpPr>
        <dsp:cNvPr id="0" name=""/>
        <dsp:cNvSpPr/>
      </dsp:nvSpPr>
      <dsp:spPr>
        <a:xfrm>
          <a:off x="0" y="22131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Higher conversion rates</a:t>
          </a:r>
        </a:p>
      </dsp:txBody>
      <dsp:txXfrm>
        <a:off x="31185" y="2244294"/>
        <a:ext cx="10453230" cy="576450"/>
      </dsp:txXfrm>
    </dsp:sp>
    <dsp:sp modelId="{04908F56-B0FF-49E6-B5D1-54D67F149EBE}">
      <dsp:nvSpPr>
        <dsp:cNvPr id="0" name=""/>
        <dsp:cNvSpPr/>
      </dsp:nvSpPr>
      <dsp:spPr>
        <a:xfrm>
          <a:off x="0" y="29268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Efficient Inventory management</a:t>
          </a:r>
        </a:p>
      </dsp:txBody>
      <dsp:txXfrm>
        <a:off x="31185" y="2957994"/>
        <a:ext cx="10453230" cy="576450"/>
      </dsp:txXfrm>
    </dsp:sp>
    <dsp:sp modelId="{F50E26E5-62E4-437A-97E4-9FF10C2E56E9}">
      <dsp:nvSpPr>
        <dsp:cNvPr id="0" name=""/>
        <dsp:cNvSpPr/>
      </dsp:nvSpPr>
      <dsp:spPr>
        <a:xfrm>
          <a:off x="0" y="36405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Data-Driven Insights – customer preferences and behaviors</a:t>
          </a:r>
        </a:p>
      </dsp:txBody>
      <dsp:txXfrm>
        <a:off x="31185" y="3671694"/>
        <a:ext cx="10453230" cy="5764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B6EAE3-63B6-4FB4-88FD-0757161D6F3C}">
      <dsp:nvSpPr>
        <dsp:cNvPr id="0" name=""/>
        <dsp:cNvSpPr/>
      </dsp:nvSpPr>
      <dsp:spPr>
        <a:xfrm>
          <a:off x="0" y="345"/>
          <a:ext cx="82733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A396D-7B59-4939-904A-290DD35AF125}">
      <dsp:nvSpPr>
        <dsp:cNvPr id="0" name=""/>
        <dsp:cNvSpPr/>
      </dsp:nvSpPr>
      <dsp:spPr>
        <a:xfrm>
          <a:off x="0" y="345"/>
          <a:ext cx="8273380" cy="565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https://www.shiprocket.in/blog/amazon-recommendation/ </a:t>
          </a:r>
        </a:p>
      </dsp:txBody>
      <dsp:txXfrm>
        <a:off x="0" y="345"/>
        <a:ext cx="8273380" cy="565646"/>
      </dsp:txXfrm>
    </dsp:sp>
    <dsp:sp modelId="{4247363C-E0A9-4E40-9A33-4BC45E8F9D48}">
      <dsp:nvSpPr>
        <dsp:cNvPr id="0" name=""/>
        <dsp:cNvSpPr/>
      </dsp:nvSpPr>
      <dsp:spPr>
        <a:xfrm>
          <a:off x="0" y="565992"/>
          <a:ext cx="82733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C39971-524D-4F66-B8F9-BA6A0E79E104}">
      <dsp:nvSpPr>
        <dsp:cNvPr id="0" name=""/>
        <dsp:cNvSpPr/>
      </dsp:nvSpPr>
      <dsp:spPr>
        <a:xfrm>
          <a:off x="0" y="565992"/>
          <a:ext cx="8273380" cy="565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https://stratoflow.com/amazon-recommendation-system/ </a:t>
          </a:r>
        </a:p>
      </dsp:txBody>
      <dsp:txXfrm>
        <a:off x="0" y="565992"/>
        <a:ext cx="8273380" cy="565646"/>
      </dsp:txXfrm>
    </dsp:sp>
    <dsp:sp modelId="{1780E533-8D95-4468-84F5-2C62CDECAA9A}">
      <dsp:nvSpPr>
        <dsp:cNvPr id="0" name=""/>
        <dsp:cNvSpPr/>
      </dsp:nvSpPr>
      <dsp:spPr>
        <a:xfrm>
          <a:off x="0" y="1131639"/>
          <a:ext cx="82733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4884E5-5612-438F-8D8E-C4E5A6A6FD50}">
      <dsp:nvSpPr>
        <dsp:cNvPr id="0" name=""/>
        <dsp:cNvSpPr/>
      </dsp:nvSpPr>
      <dsp:spPr>
        <a:xfrm>
          <a:off x="0" y="1131639"/>
          <a:ext cx="8273380" cy="565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hlinkClick xmlns:r="http://schemas.openxmlformats.org/officeDocument/2006/relationships" r:id="rId1"/>
            </a:rPr>
            <a:t>https://www.amazon.science/the-history-of-amazons-recommendation-algorithm</a:t>
          </a:r>
          <a:endParaRPr lang="en-US" sz="1800" kern="1200"/>
        </a:p>
      </dsp:txBody>
      <dsp:txXfrm>
        <a:off x="0" y="1131639"/>
        <a:ext cx="8273380" cy="565646"/>
      </dsp:txXfrm>
    </dsp:sp>
    <dsp:sp modelId="{AE12B417-328B-41D9-B386-F41BC7901FF2}">
      <dsp:nvSpPr>
        <dsp:cNvPr id="0" name=""/>
        <dsp:cNvSpPr/>
      </dsp:nvSpPr>
      <dsp:spPr>
        <a:xfrm>
          <a:off x="0" y="1697285"/>
          <a:ext cx="82733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9A067-FA70-4179-97D2-02745945F882}">
      <dsp:nvSpPr>
        <dsp:cNvPr id="0" name=""/>
        <dsp:cNvSpPr/>
      </dsp:nvSpPr>
      <dsp:spPr>
        <a:xfrm>
          <a:off x="0" y="1697285"/>
          <a:ext cx="8273380" cy="565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>
              <a:hlinkClick xmlns:r="http://schemas.openxmlformats.org/officeDocument/2006/relationships" r:id="rId2"/>
            </a:rPr>
            <a:t>https://www.baeldung.com/cs/amazon-recommendation-system</a:t>
          </a:r>
          <a:endParaRPr lang="en-US" sz="1800" kern="1200"/>
        </a:p>
      </dsp:txBody>
      <dsp:txXfrm>
        <a:off x="0" y="1697285"/>
        <a:ext cx="8273380" cy="565646"/>
      </dsp:txXfrm>
    </dsp:sp>
    <dsp:sp modelId="{4B07B889-7679-49A0-B4BB-21AC84246348}">
      <dsp:nvSpPr>
        <dsp:cNvPr id="0" name=""/>
        <dsp:cNvSpPr/>
      </dsp:nvSpPr>
      <dsp:spPr>
        <a:xfrm>
          <a:off x="0" y="2262932"/>
          <a:ext cx="82733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03E03-44FF-4022-A7AF-1A618B6B7B82}">
      <dsp:nvSpPr>
        <dsp:cNvPr id="0" name=""/>
        <dsp:cNvSpPr/>
      </dsp:nvSpPr>
      <dsp:spPr>
        <a:xfrm>
          <a:off x="0" y="2262932"/>
          <a:ext cx="8273380" cy="565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>
              <a:hlinkClick xmlns:r="http://schemas.openxmlformats.org/officeDocument/2006/relationships" r:id="rId3"/>
            </a:rPr>
            <a:t>How Amazon Algorithm Works (2026): A9 &amp; A10 Explained</a:t>
          </a:r>
          <a:endParaRPr lang="en-US" sz="1800" kern="1200"/>
        </a:p>
      </dsp:txBody>
      <dsp:txXfrm>
        <a:off x="0" y="2262932"/>
        <a:ext cx="8273380" cy="5656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0E68E-17C0-4AAD-92AD-0203C61C58C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9F17F-6845-4E10-8B81-73819729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34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9F17F-6845-4E10-8B81-738197297F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49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9F17F-6845-4E10-8B81-738197297F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26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Amazon’s recommendation systems. A9 being the older one and A10 being the newer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9F17F-6845-4E10-8B81-738197297F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80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Relevance – Determines whether the product appears in search results</a:t>
            </a:r>
          </a:p>
          <a:p>
            <a:r>
              <a:rPr lang="en-US" dirty="0"/>
              <a:t>Click Performance – Click Through Rate: A higher CTR signals relevance and increases its ranking. Neural Networks are used here.</a:t>
            </a:r>
          </a:p>
          <a:p>
            <a:r>
              <a:rPr lang="en-US" dirty="0"/>
              <a:t>Conversion Performance – Measures how many visitors convert into buyers. Higher rate, higher ranking</a:t>
            </a:r>
          </a:p>
          <a:p>
            <a:r>
              <a:rPr lang="en-US" dirty="0"/>
              <a:t>Sales Velocity – Products sells overtime. Focuses on product demand, customer satisfaction, and market relevance</a:t>
            </a:r>
          </a:p>
          <a:p>
            <a:r>
              <a:rPr lang="en-US" dirty="0"/>
              <a:t>Customer Experience Signals – checks return rate and feedback. Poor experience can negatively impact the ranking.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9F17F-6845-4E10-8B81-738197297F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11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Start – New users/products = no data</a:t>
            </a:r>
          </a:p>
          <a:p>
            <a:r>
              <a:rPr lang="en-US" dirty="0"/>
              <a:t>Data sparsity- happens when there is not enough interaction data between users and items. Most user only interact with a tiny part of all of the products.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9F17F-6845-4E10-8B81-738197297F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97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8B3C4-3116-3EAD-B62A-4D5EBD0D6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87FDFC-83B4-4684-5811-5310026101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880A1-6718-EE27-C976-A4257C76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41AB-597E-4AD6-8576-48A0987DCF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FA832-0602-91CD-79E1-7A08A68FD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84F9F-FDDF-B0C8-6B0A-A90123F4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B05A-7881-4EC9-91FA-3122DBD46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07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2B4E0-E4AB-6C53-9BA0-A487AD004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FAF83-8949-D3C2-B5B3-3A711AD75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FDA23-13FF-F07D-CBE5-D9CBD798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41AB-597E-4AD6-8576-48A0987DCF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78176-9D13-1382-4990-F5D6CDCC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25E26-8A59-2292-5533-0BD19340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B05A-7881-4EC9-91FA-3122DBD46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3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3C1AE-80D1-CB3E-95FF-75D274388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EB972-0348-F31A-1B36-195F3658C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6EB85-DA66-88A1-0C1C-E7754E00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41AB-597E-4AD6-8576-48A0987DCF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EE631-B974-50CF-F111-C19B6633F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AD7F2-A53E-6257-7B6D-CE4FB09C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B05A-7881-4EC9-91FA-3122DBD46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45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E966C-EFB7-E2DE-3349-FE484D5EE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7B6B8-B02E-C70A-5F9C-8380846E0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FC4F6-A2EF-4188-ADDD-4E9B484B9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6C783-A947-096F-21E2-355FCDAE1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41AB-597E-4AD6-8576-48A0987DCF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BDC4-4670-8AAA-F0DF-21AE7C29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25992-04F4-9342-3646-DC13DABF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B05A-7881-4EC9-91FA-3122DBD46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9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9298B-0216-22E2-0A14-6FD1DCCA9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E4C2E-3E9F-B10B-279E-352FBD854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10304-0DA3-2A80-B86D-2022F55EC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8EE5DE-2C05-F6A6-FCFD-E90A5F1AC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638EDF-FB7F-B9EB-16DA-7306EA50A2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4AFAF0-F4CB-5D4E-08E8-534F6FF0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41AB-597E-4AD6-8576-48A0987DCF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13874-C11E-0C82-40F5-A5CE9CE4D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FFE120-20CF-5619-F337-B3FA1044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B05A-7881-4EC9-91FA-3122DBD46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BD2DF-BB68-515C-0F0B-076725BB2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12C8A-A571-7E35-3020-7E7DEC98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41AB-597E-4AD6-8576-48A0987DCF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43385-F2DA-E18A-8C43-1718BBAC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B7C51-BC6A-95D3-CFC9-708FAD883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B05A-7881-4EC9-91FA-3122DBD46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24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67CF94-4B4B-4F72-EC90-F6C3365E1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41AB-597E-4AD6-8576-48A0987DCF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C93047-2CDB-A2E3-5A9F-AC0869BC7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EBEAF-2B8E-223B-B7DD-6FAA41A1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B05A-7881-4EC9-91FA-3122DBD46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18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EA9D-BCEA-311C-887F-0C4F875FB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898C1-0A9A-21F6-AAD9-72FF64EC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C8659-8D74-5A10-A2A4-F30A7E114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0C01C-33AD-CC7F-ADF5-B002CA3FD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41AB-597E-4AD6-8576-48A0987DCF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D722C-55F9-755D-CDFD-282BB15B9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853AC-9D3B-C269-5541-E6A2A3E80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B05A-7881-4EC9-91FA-3122DBD46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97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CEAF8-1A88-ECC0-38F6-1597B829C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64CE26-C7D3-7A8C-C35B-E8FCA917E9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8C2C2-D442-5804-470E-653646834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3B77D-FCC4-A7BF-F4A3-F88DE5A41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41AB-597E-4AD6-8576-48A0987DCF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74E95-DEF3-E87E-46B5-889742A44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D437D-94FC-88CA-6866-FA8DF74C8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B05A-7881-4EC9-91FA-3122DBD46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53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304E-E862-A3C0-034B-DC701F2F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90F0B9-E52A-76D8-CC7F-E03920C79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838CB-D950-DD21-C863-3D822A55E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41AB-597E-4AD6-8576-48A0987DCF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B208C-DE39-A14D-7502-3A1AE8C5A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AF2E2-8A2B-8B00-DBED-FE0B2C18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B05A-7881-4EC9-91FA-3122DBD46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433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8BEF0F-9FC6-4964-99E2-9F9FA4DE76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00DBC-C081-14BD-12A7-821A3873F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90C45-0E87-6CE9-190D-7108B470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E41AB-597E-4AD6-8576-48A0987DCF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8D76A-AFEF-A88A-DEE8-DA26DBBF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ABF21-4E8C-B006-BBA9-944FC8899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B05A-7881-4EC9-91FA-3122DBD46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9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16F53C-6DB5-C980-3E42-8237B1B75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20BCA-F9A3-D3D1-6F71-AA886E646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EBD8B-2BB8-589C-6740-7F2A2E52AF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FE41AB-597E-4AD6-8576-48A0987DCF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3964E-541D-7FF4-8D3A-CC87C45FD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7080F-BD26-CF7A-D6B9-516D269D7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5B05A-7881-4EC9-91FA-3122DBD46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6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40" name="Freeform: Shape 1039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42" name="Freeform: Shape 1041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B42AD-B515-0C22-FB32-241887178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100"/>
              <a:t>Amazon Recommendation System: How AI Predicts What You’ll Buy Next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F0767A-8E2B-F857-2ED5-FDABF90CE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Leland Jones, Earl Garner, Robby Heisey</a:t>
            </a: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2F927-E879-92F2-3FC7-73850CCDA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73100" y="625684"/>
            <a:ext cx="5291348" cy="5455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34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3A6F2-C4C9-A3C3-5371-FA470D6D5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is a Recommendation System?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993EB3-29F0-F6A2-253E-3C2F6215F8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9350" y="1997839"/>
            <a:ext cx="565552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AI/ML </a:t>
            </a:r>
            <a:r>
              <a:rPr lang="en-US" altLang="en-US" sz="1800">
                <a:latin typeface="Arial" panose="020B0604020202020204" pitchFamily="34" charset="0"/>
              </a:rPr>
              <a:t>algorithm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predicts user preferences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past behavior to suggest items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Found in Amazon, Netflix, YouTube, and many more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Systems filter massive amounts of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>
                <a:latin typeface="Arial" panose="020B0604020202020204" pitchFamily="34" charset="0"/>
              </a:rPr>
              <a:t> They rely on patterns from user interactions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092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F77D9F-1771-1876-3714-7B53EAF80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Why Amazon Needs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6A742-0525-96B7-EC14-60BE002E6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Millions of products</a:t>
            </a:r>
          </a:p>
          <a:p>
            <a:r>
              <a:rPr lang="en-US" sz="2000"/>
              <a:t>Millions of users</a:t>
            </a:r>
          </a:p>
          <a:p>
            <a:r>
              <a:rPr lang="en-US" sz="2000"/>
              <a:t>Too much data to browse manually</a:t>
            </a:r>
          </a:p>
          <a:p>
            <a:r>
              <a:rPr lang="en-US" sz="2000"/>
              <a:t>Users would struggle to find products</a:t>
            </a:r>
          </a:p>
          <a:p>
            <a:r>
              <a:rPr lang="en-US" sz="2000"/>
              <a:t>Amazon uses AI/ machine learning to reduce decision overload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93940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03366C-57B8-6E39-159F-87628C944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88A349-4A72-889C-E34E-D9EC462D7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807097-71C7-937D-A256-7CB7F032D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5F0DDE-E8B6-81B8-31BB-F67FA9253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0287C4-69D6-A181-113C-306EF12CF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58B7C6-56AE-01F0-BCE9-CF90F53DD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9F04A-6050-613D-493E-E5E36FFEA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High-Level 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B9910-8C80-CBBB-832A-E83CA520F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2295263"/>
            <a:ext cx="9397650" cy="4132431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Amazon tracks: </a:t>
            </a:r>
          </a:p>
          <a:p>
            <a:pPr lvl="1"/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User behavior</a:t>
            </a:r>
          </a:p>
          <a:p>
            <a:pPr lvl="1"/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Product attributes</a:t>
            </a:r>
          </a:p>
          <a:p>
            <a:pPr lvl="1"/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Products a user has saved and listed</a:t>
            </a:r>
          </a:p>
          <a:p>
            <a:pPr lvl="1"/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Products purchased and rates</a:t>
            </a:r>
          </a:p>
          <a:p>
            <a:pPr lvl="1"/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Trending products</a:t>
            </a:r>
          </a:p>
          <a:p>
            <a:pPr lvl="1"/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Location</a:t>
            </a:r>
          </a:p>
          <a:p>
            <a:pPr lvl="1"/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User reviews</a:t>
            </a:r>
          </a:p>
          <a:p>
            <a:pPr lvl="1"/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Recommendations are generated in real time based on users’ real-time activity</a:t>
            </a:r>
          </a:p>
          <a:p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They are everywhere (home page, product pages, &amp; checkout pages)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1822B2-166F-02A6-885B-63FDDD02A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004" y="1590741"/>
            <a:ext cx="2334992" cy="504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0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3DD4E-5CB6-4342-D724-B133CFDF9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Collaborative Filtering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AD80DB4A-3D18-340F-535D-6DBB475EE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Goal is to find patterns and similarities in the data among users</a:t>
            </a:r>
          </a:p>
          <a:p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Connects users with similar preferences and recommends items</a:t>
            </a:r>
          </a:p>
          <a:p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Predicts preferences using data from many users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0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14EDE4-40E0-D888-DCD1-1D156F4A2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DEDE8-8935-77C0-4563-2404A065C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Content-Based Filtering</a:t>
            </a:r>
          </a:p>
        </p:txBody>
      </p:sp>
      <p:graphicFrame>
        <p:nvGraphicFramePr>
          <p:cNvPr id="58" name="Content Placeholder 2">
            <a:extLst>
              <a:ext uri="{FF2B5EF4-FFF2-40B4-BE49-F238E27FC236}">
                <a16:creationId xmlns:a16="http://schemas.microsoft.com/office/drawing/2014/main" id="{EC59B626-0E75-5FF3-49C4-949659E5B1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22650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2642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F65FC-12D8-E661-643B-9E7D34D9A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A9/A10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D624C05-9DA8-5561-D286-5778959B6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066" y="2721840"/>
            <a:ext cx="6633828" cy="3639289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A9 - Focused on keyword matching and conversion rates</a:t>
            </a:r>
          </a:p>
          <a:p>
            <a:r>
              <a:rPr lang="en-US" sz="2400" dirty="0">
                <a:solidFill>
                  <a:schemeClr val="tx2"/>
                </a:solidFill>
              </a:rPr>
              <a:t>A10 – Focused on organic sales, external traffic, brand authority, customer satisfaction signals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Target Audience">
            <a:extLst>
              <a:ext uri="{FF2B5EF4-FFF2-40B4-BE49-F238E27FC236}">
                <a16:creationId xmlns:a16="http://schemas.microsoft.com/office/drawing/2014/main" id="{98A5E66F-2B82-586F-9115-D9D157E24C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293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6008-3558-6B4B-38E1-20AB8C59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algorithms framework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1633F84E-3DC9-4F8F-DC2B-82D49EA6EF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97731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69069B-7E57-9128-C7DA-7107B6E81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1694" y="817962"/>
            <a:ext cx="12215387" cy="522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012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C630FA53-1321-D5CA-2B5F-CE991F56F21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6495" b="1850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0939BA-78B7-7786-873B-C5B0AEC7F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Challenges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27BEBF2E-752E-F86A-5C37-E3C119E6D3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912761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0622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C9D1EE-B6E6-4AB8-A1DB-EFACAF0E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F4155C20-3F0E-4576-8A0B-C345B6231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2E976726-89C3-0B17-D7D7-4BFB0F4C324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12054" b="3677"/>
          <a:stretch>
            <a:fillRect/>
          </a:stretch>
        </p:blipFill>
        <p:spPr>
          <a:xfrm>
            <a:off x="20" y="10"/>
            <a:ext cx="12191981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43124A-3B29-0641-6481-94165868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30" y="1598246"/>
            <a:ext cx="4554659" cy="50348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Python Code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raphic 21">
            <a:extLst>
              <a:ext uri="{FF2B5EF4-FFF2-40B4-BE49-F238E27FC236}">
                <a16:creationId xmlns:a16="http://schemas.microsoft.com/office/drawing/2014/main" id="{0BAEB82B-9A6B-4982-B56B-7529C6EA9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3128" y="1731109"/>
            <a:ext cx="139039" cy="136646"/>
          </a:xfrm>
          <a:custGeom>
            <a:avLst/>
            <a:gdLst>
              <a:gd name="connsiteX0" fmla="*/ 129602 w 139039"/>
              <a:gd name="connsiteY0" fmla="*/ 59048 h 136646"/>
              <a:gd name="connsiteX1" fmla="*/ 78957 w 139039"/>
              <a:gd name="connsiteY1" fmla="*/ 59048 h 136646"/>
              <a:gd name="connsiteX2" fmla="*/ 78957 w 139039"/>
              <a:gd name="connsiteY2" fmla="*/ 9275 h 136646"/>
              <a:gd name="connsiteX3" fmla="*/ 69520 w 139039"/>
              <a:gd name="connsiteY3" fmla="*/ 0 h 136646"/>
              <a:gd name="connsiteX4" fmla="*/ 60082 w 139039"/>
              <a:gd name="connsiteY4" fmla="*/ 9275 h 136646"/>
              <a:gd name="connsiteX5" fmla="*/ 60082 w 139039"/>
              <a:gd name="connsiteY5" fmla="*/ 59048 h 136646"/>
              <a:gd name="connsiteX6" fmla="*/ 9437 w 139039"/>
              <a:gd name="connsiteY6" fmla="*/ 59048 h 136646"/>
              <a:gd name="connsiteX7" fmla="*/ 0 w 139039"/>
              <a:gd name="connsiteY7" fmla="*/ 68323 h 136646"/>
              <a:gd name="connsiteX8" fmla="*/ 9437 w 139039"/>
              <a:gd name="connsiteY8" fmla="*/ 77598 h 136646"/>
              <a:gd name="connsiteX9" fmla="*/ 60082 w 139039"/>
              <a:gd name="connsiteY9" fmla="*/ 77598 h 136646"/>
              <a:gd name="connsiteX10" fmla="*/ 60082 w 139039"/>
              <a:gd name="connsiteY10" fmla="*/ 127371 h 136646"/>
              <a:gd name="connsiteX11" fmla="*/ 69520 w 139039"/>
              <a:gd name="connsiteY11" fmla="*/ 136646 h 136646"/>
              <a:gd name="connsiteX12" fmla="*/ 78957 w 139039"/>
              <a:gd name="connsiteY12" fmla="*/ 127371 h 136646"/>
              <a:gd name="connsiteX13" fmla="*/ 78957 w 139039"/>
              <a:gd name="connsiteY13" fmla="*/ 77598 h 136646"/>
              <a:gd name="connsiteX14" fmla="*/ 129602 w 139039"/>
              <a:gd name="connsiteY14" fmla="*/ 77598 h 136646"/>
              <a:gd name="connsiteX15" fmla="*/ 139039 w 139039"/>
              <a:gd name="connsiteY15" fmla="*/ 68323 h 136646"/>
              <a:gd name="connsiteX16" fmla="*/ 129602 w 139039"/>
              <a:gd name="connsiteY16" fmla="*/ 59048 h 13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6646">
                <a:moveTo>
                  <a:pt x="129602" y="59048"/>
                </a:moveTo>
                <a:lnTo>
                  <a:pt x="78957" y="59048"/>
                </a:lnTo>
                <a:lnTo>
                  <a:pt x="78957" y="9275"/>
                </a:lnTo>
                <a:cubicBezTo>
                  <a:pt x="78957" y="4152"/>
                  <a:pt x="74731" y="0"/>
                  <a:pt x="69520" y="0"/>
                </a:cubicBezTo>
                <a:cubicBezTo>
                  <a:pt x="64308" y="0"/>
                  <a:pt x="60082" y="4152"/>
                  <a:pt x="60082" y="9275"/>
                </a:cubicBezTo>
                <a:lnTo>
                  <a:pt x="60082" y="59048"/>
                </a:lnTo>
                <a:lnTo>
                  <a:pt x="9437" y="59048"/>
                </a:lnTo>
                <a:cubicBezTo>
                  <a:pt x="4225" y="59048"/>
                  <a:pt x="0" y="63201"/>
                  <a:pt x="0" y="68323"/>
                </a:cubicBezTo>
                <a:cubicBezTo>
                  <a:pt x="0" y="73445"/>
                  <a:pt x="4225" y="77598"/>
                  <a:pt x="9437" y="77598"/>
                </a:cubicBezTo>
                <a:lnTo>
                  <a:pt x="60082" y="77598"/>
                </a:lnTo>
                <a:lnTo>
                  <a:pt x="60082" y="127371"/>
                </a:lnTo>
                <a:cubicBezTo>
                  <a:pt x="60082" y="132493"/>
                  <a:pt x="64308" y="136646"/>
                  <a:pt x="69520" y="136646"/>
                </a:cubicBezTo>
                <a:cubicBezTo>
                  <a:pt x="74731" y="136646"/>
                  <a:pt x="78957" y="132493"/>
                  <a:pt x="78957" y="127371"/>
                </a:cubicBezTo>
                <a:lnTo>
                  <a:pt x="78957" y="77598"/>
                </a:lnTo>
                <a:lnTo>
                  <a:pt x="129602" y="77598"/>
                </a:lnTo>
                <a:cubicBezTo>
                  <a:pt x="134814" y="77598"/>
                  <a:pt x="139039" y="73445"/>
                  <a:pt x="139039" y="68323"/>
                </a:cubicBezTo>
                <a:cubicBezTo>
                  <a:pt x="139039" y="63201"/>
                  <a:pt x="134814" y="59048"/>
                  <a:pt x="129602" y="59048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raphic 17">
            <a:extLst>
              <a:ext uri="{FF2B5EF4-FFF2-40B4-BE49-F238E27FC236}">
                <a16:creationId xmlns:a16="http://schemas.microsoft.com/office/drawing/2014/main" id="{FC71CE45-EECF-4555-AD4B-1B3D0D5D1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1908" y="1956458"/>
            <a:ext cx="91138" cy="89570"/>
          </a:xfrm>
          <a:custGeom>
            <a:avLst/>
            <a:gdLst>
              <a:gd name="connsiteX0" fmla="*/ 91138 w 91138"/>
              <a:gd name="connsiteY0" fmla="*/ 44785 h 89570"/>
              <a:gd name="connsiteX1" fmla="*/ 45569 w 91138"/>
              <a:gd name="connsiteY1" fmla="*/ 89570 h 89570"/>
              <a:gd name="connsiteX2" fmla="*/ 0 w 91138"/>
              <a:gd name="connsiteY2" fmla="*/ 44785 h 89570"/>
              <a:gd name="connsiteX3" fmla="*/ 45569 w 91138"/>
              <a:gd name="connsiteY3" fmla="*/ 0 h 89570"/>
              <a:gd name="connsiteX4" fmla="*/ 91138 w 91138"/>
              <a:gd name="connsiteY4" fmla="*/ 44785 h 8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89570">
                <a:moveTo>
                  <a:pt x="91138" y="44785"/>
                </a:moveTo>
                <a:cubicBezTo>
                  <a:pt x="91138" y="69519"/>
                  <a:pt x="70736" y="89570"/>
                  <a:pt x="45569" y="89570"/>
                </a:cubicBezTo>
                <a:cubicBezTo>
                  <a:pt x="20402" y="89570"/>
                  <a:pt x="0" y="69519"/>
                  <a:pt x="0" y="44785"/>
                </a:cubicBezTo>
                <a:cubicBezTo>
                  <a:pt x="0" y="20051"/>
                  <a:pt x="20402" y="0"/>
                  <a:pt x="45569" y="0"/>
                </a:cubicBezTo>
                <a:cubicBezTo>
                  <a:pt x="70736" y="0"/>
                  <a:pt x="91138" y="20051"/>
                  <a:pt x="91138" y="44785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raphic 22">
            <a:extLst>
              <a:ext uri="{FF2B5EF4-FFF2-40B4-BE49-F238E27FC236}">
                <a16:creationId xmlns:a16="http://schemas.microsoft.com/office/drawing/2014/main" id="{53AA89D1-0C70-46BB-8E35-5722A4B18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7588" y="2177021"/>
            <a:ext cx="127714" cy="125516"/>
          </a:xfrm>
          <a:custGeom>
            <a:avLst/>
            <a:gdLst>
              <a:gd name="connsiteX0" fmla="*/ 63857 w 127714"/>
              <a:gd name="connsiteY0" fmla="*/ 18549 h 125516"/>
              <a:gd name="connsiteX1" fmla="*/ 108840 w 127714"/>
              <a:gd name="connsiteY1" fmla="*/ 62758 h 125516"/>
              <a:gd name="connsiteX2" fmla="*/ 63857 w 127714"/>
              <a:gd name="connsiteY2" fmla="*/ 106967 h 125516"/>
              <a:gd name="connsiteX3" fmla="*/ 18874 w 127714"/>
              <a:gd name="connsiteY3" fmla="*/ 62758 h 125516"/>
              <a:gd name="connsiteX4" fmla="*/ 63857 w 127714"/>
              <a:gd name="connsiteY4" fmla="*/ 18549 h 125516"/>
              <a:gd name="connsiteX5" fmla="*/ 63857 w 127714"/>
              <a:gd name="connsiteY5" fmla="*/ 0 h 125516"/>
              <a:gd name="connsiteX6" fmla="*/ 0 w 127714"/>
              <a:gd name="connsiteY6" fmla="*/ 62758 h 125516"/>
              <a:gd name="connsiteX7" fmla="*/ 63857 w 127714"/>
              <a:gd name="connsiteY7" fmla="*/ 125516 h 125516"/>
              <a:gd name="connsiteX8" fmla="*/ 127714 w 127714"/>
              <a:gd name="connsiteY8" fmla="*/ 62758 h 125516"/>
              <a:gd name="connsiteX9" fmla="*/ 63857 w 127714"/>
              <a:gd name="connsiteY9" fmla="*/ 0 h 125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5516">
                <a:moveTo>
                  <a:pt x="63857" y="18549"/>
                </a:moveTo>
                <a:cubicBezTo>
                  <a:pt x="88700" y="18549"/>
                  <a:pt x="108840" y="38342"/>
                  <a:pt x="108840" y="62758"/>
                </a:cubicBezTo>
                <a:cubicBezTo>
                  <a:pt x="108840" y="87174"/>
                  <a:pt x="88700" y="106967"/>
                  <a:pt x="63857" y="106967"/>
                </a:cubicBezTo>
                <a:cubicBezTo>
                  <a:pt x="39014" y="106967"/>
                  <a:pt x="18874" y="87174"/>
                  <a:pt x="18874" y="62758"/>
                </a:cubicBezTo>
                <a:cubicBezTo>
                  <a:pt x="18898" y="38352"/>
                  <a:pt x="39024" y="18573"/>
                  <a:pt x="63857" y="18549"/>
                </a:cubicBezTo>
                <a:moveTo>
                  <a:pt x="63857" y="0"/>
                </a:moveTo>
                <a:cubicBezTo>
                  <a:pt x="28590" y="0"/>
                  <a:pt x="0" y="28098"/>
                  <a:pt x="0" y="62758"/>
                </a:cubicBezTo>
                <a:cubicBezTo>
                  <a:pt x="0" y="97418"/>
                  <a:pt x="28590" y="125516"/>
                  <a:pt x="63857" y="125516"/>
                </a:cubicBezTo>
                <a:cubicBezTo>
                  <a:pt x="99124" y="125516"/>
                  <a:pt x="127714" y="97418"/>
                  <a:pt x="127714" y="62758"/>
                </a:cubicBezTo>
                <a:cubicBezTo>
                  <a:pt x="127714" y="28098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E75DB3-6DA3-2723-CBF0-9F83AB1B2D2D}"/>
              </a:ext>
            </a:extLst>
          </p:cNvPr>
          <p:cNvSpPr txBox="1"/>
          <p:nvPr/>
        </p:nvSpPr>
        <p:spPr>
          <a:xfrm>
            <a:off x="5659264" y="5709733"/>
            <a:ext cx="3755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https://github.com/LelandJones/Amazon-Recommendation-System-Final-Project/tree/main/code</a:t>
            </a:r>
          </a:p>
        </p:txBody>
      </p:sp>
    </p:spTree>
    <p:extLst>
      <p:ext uri="{BB962C8B-B14F-4D97-AF65-F5344CB8AC3E}">
        <p14:creationId xmlns:p14="http://schemas.microsoft.com/office/powerpoint/2010/main" val="1722951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17E8586-46FB-58EA-FB90-F4F3A0B292E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10FCC4-85E0-6923-C62F-5B002B9D1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Real Amazon Impact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53018B44-EE98-043E-1000-DF58DDA313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8573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62E98-06AD-2817-7BEA-176869832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B457F-28ED-2693-8E84-12D0D0A53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 dirty="0"/>
              <a:t>Amazon uses AI to predict behavior</a:t>
            </a:r>
          </a:p>
          <a:p>
            <a:r>
              <a:rPr lang="en-US" sz="2000" dirty="0"/>
              <a:t>Item-based filtering is the foundation</a:t>
            </a:r>
          </a:p>
          <a:p>
            <a:r>
              <a:rPr lang="en-US" sz="2000" dirty="0"/>
              <a:t>Modern systems use advanced ML</a:t>
            </a:r>
          </a:p>
        </p:txBody>
      </p:sp>
      <p:pic>
        <p:nvPicPr>
          <p:cNvPr id="32" name="Graphic 31" descr="Head with Gears">
            <a:extLst>
              <a:ext uri="{FF2B5EF4-FFF2-40B4-BE49-F238E27FC236}">
                <a16:creationId xmlns:a16="http://schemas.microsoft.com/office/drawing/2014/main" id="{BBD2BD39-6983-8D79-172B-D07ED5371D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2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1026190-6B62-46DB-B5FF-9E0FF9BDC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6DA0389-D66E-4727-8EFB-E60E6C412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4693" y="870265"/>
            <a:ext cx="9662615" cy="1603018"/>
          </a:xfrm>
          <a:custGeom>
            <a:avLst/>
            <a:gdLst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4055448 w 9662615"/>
              <a:gd name="connsiteY72" fmla="*/ 1528913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86537 w 9662615"/>
              <a:gd name="connsiteY72" fmla="*/ 1523612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30805 w 9662615"/>
              <a:gd name="connsiteY81" fmla="*/ 1542521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30805 w 9662615"/>
              <a:gd name="connsiteY81" fmla="*/ 1542521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91676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30805 w 9662615"/>
              <a:gd name="connsiteY81" fmla="*/ 1542521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91676 w 9662615"/>
              <a:gd name="connsiteY91" fmla="*/ 1500859 h 1583140"/>
              <a:gd name="connsiteX92" fmla="*/ 2378036 w 9662615"/>
              <a:gd name="connsiteY92" fmla="*/ 1520645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94469 w 9662615"/>
              <a:gd name="connsiteY66" fmla="*/ 1551958 h 1587534"/>
              <a:gd name="connsiteX67" fmla="*/ 4671940 w 9662615"/>
              <a:gd name="connsiteY67" fmla="*/ 1547617 h 1587534"/>
              <a:gd name="connsiteX68" fmla="*/ 4589320 w 9662615"/>
              <a:gd name="connsiteY68" fmla="*/ 1534660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94469 w 9662615"/>
              <a:gd name="connsiteY66" fmla="*/ 1551958 h 1587534"/>
              <a:gd name="connsiteX67" fmla="*/ 4671940 w 9662615"/>
              <a:gd name="connsiteY67" fmla="*/ 1547617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94469 w 9662615"/>
              <a:gd name="connsiteY66" fmla="*/ 1551958 h 1587534"/>
              <a:gd name="connsiteX67" fmla="*/ 4603028 w 9662615"/>
              <a:gd name="connsiteY67" fmla="*/ 1568821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62664 w 9662615"/>
              <a:gd name="connsiteY66" fmla="*/ 1573162 h 1587534"/>
              <a:gd name="connsiteX67" fmla="*/ 4603028 w 9662615"/>
              <a:gd name="connsiteY67" fmla="*/ 1568821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921303 w 9662615"/>
              <a:gd name="connsiteY56" fmla="*/ 1575379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62664 w 9662615"/>
              <a:gd name="connsiteY66" fmla="*/ 1573162 h 1587534"/>
              <a:gd name="connsiteX67" fmla="*/ 4603028 w 9662615"/>
              <a:gd name="connsiteY67" fmla="*/ 1568821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082104 w 9662615"/>
              <a:gd name="connsiteY49" fmla="*/ 1547781 h 1598136"/>
              <a:gd name="connsiteX50" fmla="*/ 5059484 w 9662615"/>
              <a:gd name="connsiteY50" fmla="*/ 1546802 h 1598136"/>
              <a:gd name="connsiteX51" fmla="*/ 5050958 w 9662615"/>
              <a:gd name="connsiteY51" fmla="*/ 1545776 h 1598136"/>
              <a:gd name="connsiteX52" fmla="*/ 5038524 w 9662615"/>
              <a:gd name="connsiteY52" fmla="*/ 1545675 h 1598136"/>
              <a:gd name="connsiteX53" fmla="*/ 5038223 w 9662615"/>
              <a:gd name="connsiteY53" fmla="*/ 1545881 h 1598136"/>
              <a:gd name="connsiteX54" fmla="*/ 5026564 w 9662615"/>
              <a:gd name="connsiteY54" fmla="*/ 1545376 h 1598136"/>
              <a:gd name="connsiteX55" fmla="*/ 4969433 w 9662615"/>
              <a:gd name="connsiteY55" fmla="*/ 1540263 h 1598136"/>
              <a:gd name="connsiteX56" fmla="*/ 4921303 w 9662615"/>
              <a:gd name="connsiteY56" fmla="*/ 1575379 h 1598136"/>
              <a:gd name="connsiteX57" fmla="*/ 4863775 w 9662615"/>
              <a:gd name="connsiteY57" fmla="*/ 1562633 h 1598136"/>
              <a:gd name="connsiteX58" fmla="*/ 4847242 w 9662615"/>
              <a:gd name="connsiteY58" fmla="*/ 1565435 h 1598136"/>
              <a:gd name="connsiteX59" fmla="*/ 4856839 w 9662615"/>
              <a:gd name="connsiteY59" fmla="*/ 1598136 h 1598136"/>
              <a:gd name="connsiteX60" fmla="*/ 4791466 w 9662615"/>
              <a:gd name="connsiteY60" fmla="*/ 1561324 h 1598136"/>
              <a:gd name="connsiteX61" fmla="*/ 4784247 w 9662615"/>
              <a:gd name="connsiteY61" fmla="*/ 1562342 h 1598136"/>
              <a:gd name="connsiteX62" fmla="*/ 4748477 w 9662615"/>
              <a:gd name="connsiteY62" fmla="*/ 1556925 h 1598136"/>
              <a:gd name="connsiteX63" fmla="*/ 4730033 w 9662615"/>
              <a:gd name="connsiteY63" fmla="*/ 1555274 h 1598136"/>
              <a:gd name="connsiteX64" fmla="*/ 4724747 w 9662615"/>
              <a:gd name="connsiteY64" fmla="*/ 1552439 h 1598136"/>
              <a:gd name="connsiteX65" fmla="*/ 4697562 w 9662615"/>
              <a:gd name="connsiteY65" fmla="*/ 1551206 h 1598136"/>
              <a:gd name="connsiteX66" fmla="*/ 4662664 w 9662615"/>
              <a:gd name="connsiteY66" fmla="*/ 1573162 h 1598136"/>
              <a:gd name="connsiteX67" fmla="*/ 4603028 w 9662615"/>
              <a:gd name="connsiteY67" fmla="*/ 1568821 h 1598136"/>
              <a:gd name="connsiteX68" fmla="*/ 4541612 w 9662615"/>
              <a:gd name="connsiteY68" fmla="*/ 1545262 h 1598136"/>
              <a:gd name="connsiteX69" fmla="*/ 4422155 w 9662615"/>
              <a:gd name="connsiteY69" fmla="*/ 1542059 h 1598136"/>
              <a:gd name="connsiteX70" fmla="*/ 4221826 w 9662615"/>
              <a:gd name="connsiteY70" fmla="*/ 1508923 h 1598136"/>
              <a:gd name="connsiteX71" fmla="*/ 4096601 w 9662615"/>
              <a:gd name="connsiteY71" fmla="*/ 1521563 h 1598136"/>
              <a:gd name="connsiteX72" fmla="*/ 3970635 w 9662615"/>
              <a:gd name="connsiteY72" fmla="*/ 1544815 h 1598136"/>
              <a:gd name="connsiteX73" fmla="*/ 3833906 w 9662615"/>
              <a:gd name="connsiteY73" fmla="*/ 1516637 h 1598136"/>
              <a:gd name="connsiteX74" fmla="*/ 3696258 w 9662615"/>
              <a:gd name="connsiteY74" fmla="*/ 1537563 h 1598136"/>
              <a:gd name="connsiteX75" fmla="*/ 3594070 w 9662615"/>
              <a:gd name="connsiteY75" fmla="*/ 1509422 h 1598136"/>
              <a:gd name="connsiteX76" fmla="*/ 3565233 w 9662615"/>
              <a:gd name="connsiteY76" fmla="*/ 1515122 h 1598136"/>
              <a:gd name="connsiteX77" fmla="*/ 3560267 w 9662615"/>
              <a:gd name="connsiteY77" fmla="*/ 1516288 h 1598136"/>
              <a:gd name="connsiteX78" fmla="*/ 3540258 w 9662615"/>
              <a:gd name="connsiteY78" fmla="*/ 1516976 h 1598136"/>
              <a:gd name="connsiteX79" fmla="*/ 3534780 w 9662615"/>
              <a:gd name="connsiteY79" fmla="*/ 1522141 h 1598136"/>
              <a:gd name="connsiteX80" fmla="*/ 3504783 w 9662615"/>
              <a:gd name="connsiteY80" fmla="*/ 1526739 h 1598136"/>
              <a:gd name="connsiteX81" fmla="*/ 3430805 w 9662615"/>
              <a:gd name="connsiteY81" fmla="*/ 1542521 h 1598136"/>
              <a:gd name="connsiteX82" fmla="*/ 3292707 w 9662615"/>
              <a:gd name="connsiteY82" fmla="*/ 1520490 h 1598136"/>
              <a:gd name="connsiteX83" fmla="*/ 3187872 w 9662615"/>
              <a:gd name="connsiteY83" fmla="*/ 1519991 h 1598136"/>
              <a:gd name="connsiteX84" fmla="*/ 3148026 w 9662615"/>
              <a:gd name="connsiteY84" fmla="*/ 1524777 h 1598136"/>
              <a:gd name="connsiteX85" fmla="*/ 3092394 w 9662615"/>
              <a:gd name="connsiteY85" fmla="*/ 1528115 h 1598136"/>
              <a:gd name="connsiteX86" fmla="*/ 2994200 w 9662615"/>
              <a:gd name="connsiteY86" fmla="*/ 1537857 h 1598136"/>
              <a:gd name="connsiteX87" fmla="*/ 2862301 w 9662615"/>
              <a:gd name="connsiteY87" fmla="*/ 1544250 h 1598136"/>
              <a:gd name="connsiteX88" fmla="*/ 2766335 w 9662615"/>
              <a:gd name="connsiteY88" fmla="*/ 1527662 h 1598136"/>
              <a:gd name="connsiteX89" fmla="*/ 2757836 w 9662615"/>
              <a:gd name="connsiteY89" fmla="*/ 1531371 h 1598136"/>
              <a:gd name="connsiteX90" fmla="*/ 2691555 w 9662615"/>
              <a:gd name="connsiteY90" fmla="*/ 1530283 h 1598136"/>
              <a:gd name="connsiteX91" fmla="*/ 2491676 w 9662615"/>
              <a:gd name="connsiteY91" fmla="*/ 1500859 h 1598136"/>
              <a:gd name="connsiteX92" fmla="*/ 2378036 w 9662615"/>
              <a:gd name="connsiteY92" fmla="*/ 1520645 h 1598136"/>
              <a:gd name="connsiteX93" fmla="*/ 2284269 w 9662615"/>
              <a:gd name="connsiteY93" fmla="*/ 1503068 h 1598136"/>
              <a:gd name="connsiteX94" fmla="*/ 2207104 w 9662615"/>
              <a:gd name="connsiteY94" fmla="*/ 1508888 h 1598136"/>
              <a:gd name="connsiteX95" fmla="*/ 2149226 w 9662615"/>
              <a:gd name="connsiteY95" fmla="*/ 1523409 h 1598136"/>
              <a:gd name="connsiteX96" fmla="*/ 2084783 w 9662615"/>
              <a:gd name="connsiteY96" fmla="*/ 1524245 h 1598136"/>
              <a:gd name="connsiteX97" fmla="*/ 2070075 w 9662615"/>
              <a:gd name="connsiteY97" fmla="*/ 1511285 h 1598136"/>
              <a:gd name="connsiteX98" fmla="*/ 2001057 w 9662615"/>
              <a:gd name="connsiteY98" fmla="*/ 1516449 h 1598136"/>
              <a:gd name="connsiteX99" fmla="*/ 1896330 w 9662615"/>
              <a:gd name="connsiteY99" fmla="*/ 1525725 h 1598136"/>
              <a:gd name="connsiteX100" fmla="*/ 1835994 w 9662615"/>
              <a:gd name="connsiteY100" fmla="*/ 1527678 h 1598136"/>
              <a:gd name="connsiteX101" fmla="*/ 1671119 w 9662615"/>
              <a:gd name="connsiteY101" fmla="*/ 1536701 h 1598136"/>
              <a:gd name="connsiteX102" fmla="*/ 1601337 w 9662615"/>
              <a:gd name="connsiteY102" fmla="*/ 1548552 h 1598136"/>
              <a:gd name="connsiteX103" fmla="*/ 1407755 w 9662615"/>
              <a:gd name="connsiteY103" fmla="*/ 1571444 h 1598136"/>
              <a:gd name="connsiteX104" fmla="*/ 1271994 w 9662615"/>
              <a:gd name="connsiteY104" fmla="*/ 1579471 h 1598136"/>
              <a:gd name="connsiteX105" fmla="*/ 1249226 w 9662615"/>
              <a:gd name="connsiteY105" fmla="*/ 1583140 h 1598136"/>
              <a:gd name="connsiteX106" fmla="*/ 1217719 w 9662615"/>
              <a:gd name="connsiteY106" fmla="*/ 1580863 h 1598136"/>
              <a:gd name="connsiteX107" fmla="*/ 1091432 w 9662615"/>
              <a:gd name="connsiteY107" fmla="*/ 1571003 h 1598136"/>
              <a:gd name="connsiteX108" fmla="*/ 992039 w 9662615"/>
              <a:gd name="connsiteY108" fmla="*/ 1556662 h 1598136"/>
              <a:gd name="connsiteX109" fmla="*/ 868264 w 9662615"/>
              <a:gd name="connsiteY109" fmla="*/ 1566392 h 1598136"/>
              <a:gd name="connsiteX110" fmla="*/ 792765 w 9662615"/>
              <a:gd name="connsiteY110" fmla="*/ 1563102 h 1598136"/>
              <a:gd name="connsiteX111" fmla="*/ 669055 w 9662615"/>
              <a:gd name="connsiteY111" fmla="*/ 1543638 h 1598136"/>
              <a:gd name="connsiteX112" fmla="*/ 506152 w 9662615"/>
              <a:gd name="connsiteY112" fmla="*/ 1549124 h 1598136"/>
              <a:gd name="connsiteX113" fmla="*/ 472797 w 9662615"/>
              <a:gd name="connsiteY113" fmla="*/ 1568904 h 1598136"/>
              <a:gd name="connsiteX114" fmla="*/ 427864 w 9662615"/>
              <a:gd name="connsiteY114" fmla="*/ 1580848 h 1598136"/>
              <a:gd name="connsiteX115" fmla="*/ 408381 w 9662615"/>
              <a:gd name="connsiteY115" fmla="*/ 1552940 h 1598136"/>
              <a:gd name="connsiteX116" fmla="*/ 267163 w 9662615"/>
              <a:gd name="connsiteY116" fmla="*/ 1531913 h 1598136"/>
              <a:gd name="connsiteX117" fmla="*/ 196644 w 9662615"/>
              <a:gd name="connsiteY117" fmla="*/ 1524565 h 1598136"/>
              <a:gd name="connsiteX118" fmla="*/ 86819 w 9662615"/>
              <a:gd name="connsiteY118" fmla="*/ 1519517 h 1598136"/>
              <a:gd name="connsiteX119" fmla="*/ 53369 w 9662615"/>
              <a:gd name="connsiteY119" fmla="*/ 1516853 h 1598136"/>
              <a:gd name="connsiteX120" fmla="*/ 2359 w 9662615"/>
              <a:gd name="connsiteY120" fmla="*/ 1515247 h 1598136"/>
              <a:gd name="connsiteX121" fmla="*/ 0 w 9662615"/>
              <a:gd name="connsiteY121" fmla="*/ 1514932 h 1598136"/>
              <a:gd name="connsiteX122" fmla="*/ 0 w 9662615"/>
              <a:gd name="connsiteY122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50958 w 9662615"/>
              <a:gd name="connsiteY51" fmla="*/ 1545776 h 1598136"/>
              <a:gd name="connsiteX52" fmla="*/ 5038524 w 9662615"/>
              <a:gd name="connsiteY52" fmla="*/ 1545675 h 1598136"/>
              <a:gd name="connsiteX53" fmla="*/ 5038223 w 9662615"/>
              <a:gd name="connsiteY53" fmla="*/ 1545881 h 1598136"/>
              <a:gd name="connsiteX54" fmla="*/ 5026564 w 9662615"/>
              <a:gd name="connsiteY54" fmla="*/ 1545376 h 1598136"/>
              <a:gd name="connsiteX55" fmla="*/ 4969433 w 9662615"/>
              <a:gd name="connsiteY55" fmla="*/ 1540263 h 1598136"/>
              <a:gd name="connsiteX56" fmla="*/ 4921303 w 9662615"/>
              <a:gd name="connsiteY56" fmla="*/ 1575379 h 1598136"/>
              <a:gd name="connsiteX57" fmla="*/ 4863775 w 9662615"/>
              <a:gd name="connsiteY57" fmla="*/ 1562633 h 1598136"/>
              <a:gd name="connsiteX58" fmla="*/ 4847242 w 9662615"/>
              <a:gd name="connsiteY58" fmla="*/ 1565435 h 1598136"/>
              <a:gd name="connsiteX59" fmla="*/ 4856839 w 9662615"/>
              <a:gd name="connsiteY59" fmla="*/ 1598136 h 1598136"/>
              <a:gd name="connsiteX60" fmla="*/ 4791466 w 9662615"/>
              <a:gd name="connsiteY60" fmla="*/ 1561324 h 1598136"/>
              <a:gd name="connsiteX61" fmla="*/ 4784247 w 9662615"/>
              <a:gd name="connsiteY61" fmla="*/ 1562342 h 1598136"/>
              <a:gd name="connsiteX62" fmla="*/ 4748477 w 9662615"/>
              <a:gd name="connsiteY62" fmla="*/ 1556925 h 1598136"/>
              <a:gd name="connsiteX63" fmla="*/ 4730033 w 9662615"/>
              <a:gd name="connsiteY63" fmla="*/ 1555274 h 1598136"/>
              <a:gd name="connsiteX64" fmla="*/ 4724747 w 9662615"/>
              <a:gd name="connsiteY64" fmla="*/ 1552439 h 1598136"/>
              <a:gd name="connsiteX65" fmla="*/ 4697562 w 9662615"/>
              <a:gd name="connsiteY65" fmla="*/ 1551206 h 1598136"/>
              <a:gd name="connsiteX66" fmla="*/ 4662664 w 9662615"/>
              <a:gd name="connsiteY66" fmla="*/ 1573162 h 1598136"/>
              <a:gd name="connsiteX67" fmla="*/ 4603028 w 9662615"/>
              <a:gd name="connsiteY67" fmla="*/ 1568821 h 1598136"/>
              <a:gd name="connsiteX68" fmla="*/ 4541612 w 9662615"/>
              <a:gd name="connsiteY68" fmla="*/ 1545262 h 1598136"/>
              <a:gd name="connsiteX69" fmla="*/ 4422155 w 9662615"/>
              <a:gd name="connsiteY69" fmla="*/ 1542059 h 1598136"/>
              <a:gd name="connsiteX70" fmla="*/ 4221826 w 9662615"/>
              <a:gd name="connsiteY70" fmla="*/ 1508923 h 1598136"/>
              <a:gd name="connsiteX71" fmla="*/ 4096601 w 9662615"/>
              <a:gd name="connsiteY71" fmla="*/ 1521563 h 1598136"/>
              <a:gd name="connsiteX72" fmla="*/ 3970635 w 9662615"/>
              <a:gd name="connsiteY72" fmla="*/ 1544815 h 1598136"/>
              <a:gd name="connsiteX73" fmla="*/ 3833906 w 9662615"/>
              <a:gd name="connsiteY73" fmla="*/ 1516637 h 1598136"/>
              <a:gd name="connsiteX74" fmla="*/ 3696258 w 9662615"/>
              <a:gd name="connsiteY74" fmla="*/ 1537563 h 1598136"/>
              <a:gd name="connsiteX75" fmla="*/ 3594070 w 9662615"/>
              <a:gd name="connsiteY75" fmla="*/ 1509422 h 1598136"/>
              <a:gd name="connsiteX76" fmla="*/ 3565233 w 9662615"/>
              <a:gd name="connsiteY76" fmla="*/ 1515122 h 1598136"/>
              <a:gd name="connsiteX77" fmla="*/ 3560267 w 9662615"/>
              <a:gd name="connsiteY77" fmla="*/ 1516288 h 1598136"/>
              <a:gd name="connsiteX78" fmla="*/ 3540258 w 9662615"/>
              <a:gd name="connsiteY78" fmla="*/ 1516976 h 1598136"/>
              <a:gd name="connsiteX79" fmla="*/ 3534780 w 9662615"/>
              <a:gd name="connsiteY79" fmla="*/ 1522141 h 1598136"/>
              <a:gd name="connsiteX80" fmla="*/ 3504783 w 9662615"/>
              <a:gd name="connsiteY80" fmla="*/ 1526739 h 1598136"/>
              <a:gd name="connsiteX81" fmla="*/ 3430805 w 9662615"/>
              <a:gd name="connsiteY81" fmla="*/ 1542521 h 1598136"/>
              <a:gd name="connsiteX82" fmla="*/ 3292707 w 9662615"/>
              <a:gd name="connsiteY82" fmla="*/ 1520490 h 1598136"/>
              <a:gd name="connsiteX83" fmla="*/ 3187872 w 9662615"/>
              <a:gd name="connsiteY83" fmla="*/ 1519991 h 1598136"/>
              <a:gd name="connsiteX84" fmla="*/ 3148026 w 9662615"/>
              <a:gd name="connsiteY84" fmla="*/ 1524777 h 1598136"/>
              <a:gd name="connsiteX85" fmla="*/ 3092394 w 9662615"/>
              <a:gd name="connsiteY85" fmla="*/ 1528115 h 1598136"/>
              <a:gd name="connsiteX86" fmla="*/ 2994200 w 9662615"/>
              <a:gd name="connsiteY86" fmla="*/ 1537857 h 1598136"/>
              <a:gd name="connsiteX87" fmla="*/ 2862301 w 9662615"/>
              <a:gd name="connsiteY87" fmla="*/ 1544250 h 1598136"/>
              <a:gd name="connsiteX88" fmla="*/ 2766335 w 9662615"/>
              <a:gd name="connsiteY88" fmla="*/ 1527662 h 1598136"/>
              <a:gd name="connsiteX89" fmla="*/ 2757836 w 9662615"/>
              <a:gd name="connsiteY89" fmla="*/ 1531371 h 1598136"/>
              <a:gd name="connsiteX90" fmla="*/ 2691555 w 9662615"/>
              <a:gd name="connsiteY90" fmla="*/ 1530283 h 1598136"/>
              <a:gd name="connsiteX91" fmla="*/ 2491676 w 9662615"/>
              <a:gd name="connsiteY91" fmla="*/ 1500859 h 1598136"/>
              <a:gd name="connsiteX92" fmla="*/ 2378036 w 9662615"/>
              <a:gd name="connsiteY92" fmla="*/ 1520645 h 1598136"/>
              <a:gd name="connsiteX93" fmla="*/ 2284269 w 9662615"/>
              <a:gd name="connsiteY93" fmla="*/ 1503068 h 1598136"/>
              <a:gd name="connsiteX94" fmla="*/ 2207104 w 9662615"/>
              <a:gd name="connsiteY94" fmla="*/ 1508888 h 1598136"/>
              <a:gd name="connsiteX95" fmla="*/ 2149226 w 9662615"/>
              <a:gd name="connsiteY95" fmla="*/ 1523409 h 1598136"/>
              <a:gd name="connsiteX96" fmla="*/ 2084783 w 9662615"/>
              <a:gd name="connsiteY96" fmla="*/ 1524245 h 1598136"/>
              <a:gd name="connsiteX97" fmla="*/ 2070075 w 9662615"/>
              <a:gd name="connsiteY97" fmla="*/ 1511285 h 1598136"/>
              <a:gd name="connsiteX98" fmla="*/ 2001057 w 9662615"/>
              <a:gd name="connsiteY98" fmla="*/ 1516449 h 1598136"/>
              <a:gd name="connsiteX99" fmla="*/ 1896330 w 9662615"/>
              <a:gd name="connsiteY99" fmla="*/ 1525725 h 1598136"/>
              <a:gd name="connsiteX100" fmla="*/ 1835994 w 9662615"/>
              <a:gd name="connsiteY100" fmla="*/ 1527678 h 1598136"/>
              <a:gd name="connsiteX101" fmla="*/ 1671119 w 9662615"/>
              <a:gd name="connsiteY101" fmla="*/ 1536701 h 1598136"/>
              <a:gd name="connsiteX102" fmla="*/ 1601337 w 9662615"/>
              <a:gd name="connsiteY102" fmla="*/ 1548552 h 1598136"/>
              <a:gd name="connsiteX103" fmla="*/ 1407755 w 9662615"/>
              <a:gd name="connsiteY103" fmla="*/ 1571444 h 1598136"/>
              <a:gd name="connsiteX104" fmla="*/ 1271994 w 9662615"/>
              <a:gd name="connsiteY104" fmla="*/ 1579471 h 1598136"/>
              <a:gd name="connsiteX105" fmla="*/ 1249226 w 9662615"/>
              <a:gd name="connsiteY105" fmla="*/ 1583140 h 1598136"/>
              <a:gd name="connsiteX106" fmla="*/ 1217719 w 9662615"/>
              <a:gd name="connsiteY106" fmla="*/ 1580863 h 1598136"/>
              <a:gd name="connsiteX107" fmla="*/ 1091432 w 9662615"/>
              <a:gd name="connsiteY107" fmla="*/ 1571003 h 1598136"/>
              <a:gd name="connsiteX108" fmla="*/ 992039 w 9662615"/>
              <a:gd name="connsiteY108" fmla="*/ 1556662 h 1598136"/>
              <a:gd name="connsiteX109" fmla="*/ 868264 w 9662615"/>
              <a:gd name="connsiteY109" fmla="*/ 1566392 h 1598136"/>
              <a:gd name="connsiteX110" fmla="*/ 792765 w 9662615"/>
              <a:gd name="connsiteY110" fmla="*/ 1563102 h 1598136"/>
              <a:gd name="connsiteX111" fmla="*/ 669055 w 9662615"/>
              <a:gd name="connsiteY111" fmla="*/ 1543638 h 1598136"/>
              <a:gd name="connsiteX112" fmla="*/ 506152 w 9662615"/>
              <a:gd name="connsiteY112" fmla="*/ 1549124 h 1598136"/>
              <a:gd name="connsiteX113" fmla="*/ 472797 w 9662615"/>
              <a:gd name="connsiteY113" fmla="*/ 1568904 h 1598136"/>
              <a:gd name="connsiteX114" fmla="*/ 427864 w 9662615"/>
              <a:gd name="connsiteY114" fmla="*/ 1580848 h 1598136"/>
              <a:gd name="connsiteX115" fmla="*/ 408381 w 9662615"/>
              <a:gd name="connsiteY115" fmla="*/ 1552940 h 1598136"/>
              <a:gd name="connsiteX116" fmla="*/ 267163 w 9662615"/>
              <a:gd name="connsiteY116" fmla="*/ 1531913 h 1598136"/>
              <a:gd name="connsiteX117" fmla="*/ 196644 w 9662615"/>
              <a:gd name="connsiteY117" fmla="*/ 1524565 h 1598136"/>
              <a:gd name="connsiteX118" fmla="*/ 86819 w 9662615"/>
              <a:gd name="connsiteY118" fmla="*/ 1519517 h 1598136"/>
              <a:gd name="connsiteX119" fmla="*/ 53369 w 9662615"/>
              <a:gd name="connsiteY119" fmla="*/ 1516853 h 1598136"/>
              <a:gd name="connsiteX120" fmla="*/ 2359 w 9662615"/>
              <a:gd name="connsiteY120" fmla="*/ 1515247 h 1598136"/>
              <a:gd name="connsiteX121" fmla="*/ 0 w 9662615"/>
              <a:gd name="connsiteY121" fmla="*/ 1514932 h 1598136"/>
              <a:gd name="connsiteX122" fmla="*/ 0 w 9662615"/>
              <a:gd name="connsiteY122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50958 w 9662615"/>
              <a:gd name="connsiteY51" fmla="*/ 1545776 h 1598136"/>
              <a:gd name="connsiteX52" fmla="*/ 5038524 w 9662615"/>
              <a:gd name="connsiteY52" fmla="*/ 1545675 h 1598136"/>
              <a:gd name="connsiteX53" fmla="*/ 5026564 w 9662615"/>
              <a:gd name="connsiteY53" fmla="*/ 1545376 h 1598136"/>
              <a:gd name="connsiteX54" fmla="*/ 4969433 w 9662615"/>
              <a:gd name="connsiteY54" fmla="*/ 1540263 h 1598136"/>
              <a:gd name="connsiteX55" fmla="*/ 4921303 w 9662615"/>
              <a:gd name="connsiteY55" fmla="*/ 1575379 h 1598136"/>
              <a:gd name="connsiteX56" fmla="*/ 4863775 w 9662615"/>
              <a:gd name="connsiteY56" fmla="*/ 1562633 h 1598136"/>
              <a:gd name="connsiteX57" fmla="*/ 4847242 w 9662615"/>
              <a:gd name="connsiteY57" fmla="*/ 1565435 h 1598136"/>
              <a:gd name="connsiteX58" fmla="*/ 4856839 w 9662615"/>
              <a:gd name="connsiteY58" fmla="*/ 1598136 h 1598136"/>
              <a:gd name="connsiteX59" fmla="*/ 4791466 w 9662615"/>
              <a:gd name="connsiteY59" fmla="*/ 1561324 h 1598136"/>
              <a:gd name="connsiteX60" fmla="*/ 4784247 w 9662615"/>
              <a:gd name="connsiteY60" fmla="*/ 1562342 h 1598136"/>
              <a:gd name="connsiteX61" fmla="*/ 4748477 w 9662615"/>
              <a:gd name="connsiteY61" fmla="*/ 1556925 h 1598136"/>
              <a:gd name="connsiteX62" fmla="*/ 4730033 w 9662615"/>
              <a:gd name="connsiteY62" fmla="*/ 1555274 h 1598136"/>
              <a:gd name="connsiteX63" fmla="*/ 4724747 w 9662615"/>
              <a:gd name="connsiteY63" fmla="*/ 1552439 h 1598136"/>
              <a:gd name="connsiteX64" fmla="*/ 4697562 w 9662615"/>
              <a:gd name="connsiteY64" fmla="*/ 1551206 h 1598136"/>
              <a:gd name="connsiteX65" fmla="*/ 4662664 w 9662615"/>
              <a:gd name="connsiteY65" fmla="*/ 1573162 h 1598136"/>
              <a:gd name="connsiteX66" fmla="*/ 4603028 w 9662615"/>
              <a:gd name="connsiteY66" fmla="*/ 1568821 h 1598136"/>
              <a:gd name="connsiteX67" fmla="*/ 4541612 w 9662615"/>
              <a:gd name="connsiteY67" fmla="*/ 1545262 h 1598136"/>
              <a:gd name="connsiteX68" fmla="*/ 4422155 w 9662615"/>
              <a:gd name="connsiteY68" fmla="*/ 1542059 h 1598136"/>
              <a:gd name="connsiteX69" fmla="*/ 4221826 w 9662615"/>
              <a:gd name="connsiteY69" fmla="*/ 1508923 h 1598136"/>
              <a:gd name="connsiteX70" fmla="*/ 4096601 w 9662615"/>
              <a:gd name="connsiteY70" fmla="*/ 1521563 h 1598136"/>
              <a:gd name="connsiteX71" fmla="*/ 3970635 w 9662615"/>
              <a:gd name="connsiteY71" fmla="*/ 1544815 h 1598136"/>
              <a:gd name="connsiteX72" fmla="*/ 3833906 w 9662615"/>
              <a:gd name="connsiteY72" fmla="*/ 1516637 h 1598136"/>
              <a:gd name="connsiteX73" fmla="*/ 3696258 w 9662615"/>
              <a:gd name="connsiteY73" fmla="*/ 1537563 h 1598136"/>
              <a:gd name="connsiteX74" fmla="*/ 3594070 w 9662615"/>
              <a:gd name="connsiteY74" fmla="*/ 1509422 h 1598136"/>
              <a:gd name="connsiteX75" fmla="*/ 3565233 w 9662615"/>
              <a:gd name="connsiteY75" fmla="*/ 1515122 h 1598136"/>
              <a:gd name="connsiteX76" fmla="*/ 3560267 w 9662615"/>
              <a:gd name="connsiteY76" fmla="*/ 1516288 h 1598136"/>
              <a:gd name="connsiteX77" fmla="*/ 3540258 w 9662615"/>
              <a:gd name="connsiteY77" fmla="*/ 1516976 h 1598136"/>
              <a:gd name="connsiteX78" fmla="*/ 3534780 w 9662615"/>
              <a:gd name="connsiteY78" fmla="*/ 1522141 h 1598136"/>
              <a:gd name="connsiteX79" fmla="*/ 3504783 w 9662615"/>
              <a:gd name="connsiteY79" fmla="*/ 1526739 h 1598136"/>
              <a:gd name="connsiteX80" fmla="*/ 3430805 w 9662615"/>
              <a:gd name="connsiteY80" fmla="*/ 1542521 h 1598136"/>
              <a:gd name="connsiteX81" fmla="*/ 3292707 w 9662615"/>
              <a:gd name="connsiteY81" fmla="*/ 1520490 h 1598136"/>
              <a:gd name="connsiteX82" fmla="*/ 3187872 w 9662615"/>
              <a:gd name="connsiteY82" fmla="*/ 1519991 h 1598136"/>
              <a:gd name="connsiteX83" fmla="*/ 3148026 w 9662615"/>
              <a:gd name="connsiteY83" fmla="*/ 1524777 h 1598136"/>
              <a:gd name="connsiteX84" fmla="*/ 3092394 w 9662615"/>
              <a:gd name="connsiteY84" fmla="*/ 1528115 h 1598136"/>
              <a:gd name="connsiteX85" fmla="*/ 2994200 w 9662615"/>
              <a:gd name="connsiteY85" fmla="*/ 1537857 h 1598136"/>
              <a:gd name="connsiteX86" fmla="*/ 2862301 w 9662615"/>
              <a:gd name="connsiteY86" fmla="*/ 1544250 h 1598136"/>
              <a:gd name="connsiteX87" fmla="*/ 2766335 w 9662615"/>
              <a:gd name="connsiteY87" fmla="*/ 1527662 h 1598136"/>
              <a:gd name="connsiteX88" fmla="*/ 2757836 w 9662615"/>
              <a:gd name="connsiteY88" fmla="*/ 1531371 h 1598136"/>
              <a:gd name="connsiteX89" fmla="*/ 2691555 w 9662615"/>
              <a:gd name="connsiteY89" fmla="*/ 1530283 h 1598136"/>
              <a:gd name="connsiteX90" fmla="*/ 2491676 w 9662615"/>
              <a:gd name="connsiteY90" fmla="*/ 1500859 h 1598136"/>
              <a:gd name="connsiteX91" fmla="*/ 2378036 w 9662615"/>
              <a:gd name="connsiteY91" fmla="*/ 1520645 h 1598136"/>
              <a:gd name="connsiteX92" fmla="*/ 2284269 w 9662615"/>
              <a:gd name="connsiteY92" fmla="*/ 1503068 h 1598136"/>
              <a:gd name="connsiteX93" fmla="*/ 2207104 w 9662615"/>
              <a:gd name="connsiteY93" fmla="*/ 1508888 h 1598136"/>
              <a:gd name="connsiteX94" fmla="*/ 2149226 w 9662615"/>
              <a:gd name="connsiteY94" fmla="*/ 1523409 h 1598136"/>
              <a:gd name="connsiteX95" fmla="*/ 2084783 w 9662615"/>
              <a:gd name="connsiteY95" fmla="*/ 1524245 h 1598136"/>
              <a:gd name="connsiteX96" fmla="*/ 2070075 w 9662615"/>
              <a:gd name="connsiteY96" fmla="*/ 1511285 h 1598136"/>
              <a:gd name="connsiteX97" fmla="*/ 2001057 w 9662615"/>
              <a:gd name="connsiteY97" fmla="*/ 1516449 h 1598136"/>
              <a:gd name="connsiteX98" fmla="*/ 1896330 w 9662615"/>
              <a:gd name="connsiteY98" fmla="*/ 1525725 h 1598136"/>
              <a:gd name="connsiteX99" fmla="*/ 1835994 w 9662615"/>
              <a:gd name="connsiteY99" fmla="*/ 1527678 h 1598136"/>
              <a:gd name="connsiteX100" fmla="*/ 1671119 w 9662615"/>
              <a:gd name="connsiteY100" fmla="*/ 1536701 h 1598136"/>
              <a:gd name="connsiteX101" fmla="*/ 1601337 w 9662615"/>
              <a:gd name="connsiteY101" fmla="*/ 1548552 h 1598136"/>
              <a:gd name="connsiteX102" fmla="*/ 1407755 w 9662615"/>
              <a:gd name="connsiteY102" fmla="*/ 1571444 h 1598136"/>
              <a:gd name="connsiteX103" fmla="*/ 1271994 w 9662615"/>
              <a:gd name="connsiteY103" fmla="*/ 1579471 h 1598136"/>
              <a:gd name="connsiteX104" fmla="*/ 1249226 w 9662615"/>
              <a:gd name="connsiteY104" fmla="*/ 1583140 h 1598136"/>
              <a:gd name="connsiteX105" fmla="*/ 1217719 w 9662615"/>
              <a:gd name="connsiteY105" fmla="*/ 1580863 h 1598136"/>
              <a:gd name="connsiteX106" fmla="*/ 1091432 w 9662615"/>
              <a:gd name="connsiteY106" fmla="*/ 1571003 h 1598136"/>
              <a:gd name="connsiteX107" fmla="*/ 992039 w 9662615"/>
              <a:gd name="connsiteY107" fmla="*/ 1556662 h 1598136"/>
              <a:gd name="connsiteX108" fmla="*/ 868264 w 9662615"/>
              <a:gd name="connsiteY108" fmla="*/ 1566392 h 1598136"/>
              <a:gd name="connsiteX109" fmla="*/ 792765 w 9662615"/>
              <a:gd name="connsiteY109" fmla="*/ 1563102 h 1598136"/>
              <a:gd name="connsiteX110" fmla="*/ 669055 w 9662615"/>
              <a:gd name="connsiteY110" fmla="*/ 1543638 h 1598136"/>
              <a:gd name="connsiteX111" fmla="*/ 506152 w 9662615"/>
              <a:gd name="connsiteY111" fmla="*/ 1549124 h 1598136"/>
              <a:gd name="connsiteX112" fmla="*/ 472797 w 9662615"/>
              <a:gd name="connsiteY112" fmla="*/ 1568904 h 1598136"/>
              <a:gd name="connsiteX113" fmla="*/ 427864 w 9662615"/>
              <a:gd name="connsiteY113" fmla="*/ 1580848 h 1598136"/>
              <a:gd name="connsiteX114" fmla="*/ 408381 w 9662615"/>
              <a:gd name="connsiteY114" fmla="*/ 1552940 h 1598136"/>
              <a:gd name="connsiteX115" fmla="*/ 267163 w 9662615"/>
              <a:gd name="connsiteY115" fmla="*/ 1531913 h 1598136"/>
              <a:gd name="connsiteX116" fmla="*/ 196644 w 9662615"/>
              <a:gd name="connsiteY116" fmla="*/ 1524565 h 1598136"/>
              <a:gd name="connsiteX117" fmla="*/ 86819 w 9662615"/>
              <a:gd name="connsiteY117" fmla="*/ 1519517 h 1598136"/>
              <a:gd name="connsiteX118" fmla="*/ 53369 w 9662615"/>
              <a:gd name="connsiteY118" fmla="*/ 1516853 h 1598136"/>
              <a:gd name="connsiteX119" fmla="*/ 2359 w 9662615"/>
              <a:gd name="connsiteY119" fmla="*/ 1515247 h 1598136"/>
              <a:gd name="connsiteX120" fmla="*/ 0 w 9662615"/>
              <a:gd name="connsiteY120" fmla="*/ 1514932 h 1598136"/>
              <a:gd name="connsiteX121" fmla="*/ 0 w 9662615"/>
              <a:gd name="connsiteY121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38524 w 9662615"/>
              <a:gd name="connsiteY51" fmla="*/ 1545675 h 1598136"/>
              <a:gd name="connsiteX52" fmla="*/ 5026564 w 9662615"/>
              <a:gd name="connsiteY52" fmla="*/ 1545376 h 1598136"/>
              <a:gd name="connsiteX53" fmla="*/ 4969433 w 9662615"/>
              <a:gd name="connsiteY53" fmla="*/ 1540263 h 1598136"/>
              <a:gd name="connsiteX54" fmla="*/ 4921303 w 9662615"/>
              <a:gd name="connsiteY54" fmla="*/ 1575379 h 1598136"/>
              <a:gd name="connsiteX55" fmla="*/ 4863775 w 9662615"/>
              <a:gd name="connsiteY55" fmla="*/ 1562633 h 1598136"/>
              <a:gd name="connsiteX56" fmla="*/ 4847242 w 9662615"/>
              <a:gd name="connsiteY56" fmla="*/ 1565435 h 1598136"/>
              <a:gd name="connsiteX57" fmla="*/ 4856839 w 9662615"/>
              <a:gd name="connsiteY57" fmla="*/ 1598136 h 1598136"/>
              <a:gd name="connsiteX58" fmla="*/ 4791466 w 9662615"/>
              <a:gd name="connsiteY58" fmla="*/ 1561324 h 1598136"/>
              <a:gd name="connsiteX59" fmla="*/ 4784247 w 9662615"/>
              <a:gd name="connsiteY59" fmla="*/ 1562342 h 1598136"/>
              <a:gd name="connsiteX60" fmla="*/ 4748477 w 9662615"/>
              <a:gd name="connsiteY60" fmla="*/ 1556925 h 1598136"/>
              <a:gd name="connsiteX61" fmla="*/ 4730033 w 9662615"/>
              <a:gd name="connsiteY61" fmla="*/ 1555274 h 1598136"/>
              <a:gd name="connsiteX62" fmla="*/ 4724747 w 9662615"/>
              <a:gd name="connsiteY62" fmla="*/ 1552439 h 1598136"/>
              <a:gd name="connsiteX63" fmla="*/ 4697562 w 9662615"/>
              <a:gd name="connsiteY63" fmla="*/ 1551206 h 1598136"/>
              <a:gd name="connsiteX64" fmla="*/ 4662664 w 9662615"/>
              <a:gd name="connsiteY64" fmla="*/ 1573162 h 1598136"/>
              <a:gd name="connsiteX65" fmla="*/ 4603028 w 9662615"/>
              <a:gd name="connsiteY65" fmla="*/ 1568821 h 1598136"/>
              <a:gd name="connsiteX66" fmla="*/ 4541612 w 9662615"/>
              <a:gd name="connsiteY66" fmla="*/ 1545262 h 1598136"/>
              <a:gd name="connsiteX67" fmla="*/ 4422155 w 9662615"/>
              <a:gd name="connsiteY67" fmla="*/ 1542059 h 1598136"/>
              <a:gd name="connsiteX68" fmla="*/ 4221826 w 9662615"/>
              <a:gd name="connsiteY68" fmla="*/ 1508923 h 1598136"/>
              <a:gd name="connsiteX69" fmla="*/ 4096601 w 9662615"/>
              <a:gd name="connsiteY69" fmla="*/ 1521563 h 1598136"/>
              <a:gd name="connsiteX70" fmla="*/ 3970635 w 9662615"/>
              <a:gd name="connsiteY70" fmla="*/ 1544815 h 1598136"/>
              <a:gd name="connsiteX71" fmla="*/ 3833906 w 9662615"/>
              <a:gd name="connsiteY71" fmla="*/ 1516637 h 1598136"/>
              <a:gd name="connsiteX72" fmla="*/ 3696258 w 9662615"/>
              <a:gd name="connsiteY72" fmla="*/ 1537563 h 1598136"/>
              <a:gd name="connsiteX73" fmla="*/ 3594070 w 9662615"/>
              <a:gd name="connsiteY73" fmla="*/ 1509422 h 1598136"/>
              <a:gd name="connsiteX74" fmla="*/ 3565233 w 9662615"/>
              <a:gd name="connsiteY74" fmla="*/ 1515122 h 1598136"/>
              <a:gd name="connsiteX75" fmla="*/ 3560267 w 9662615"/>
              <a:gd name="connsiteY75" fmla="*/ 1516288 h 1598136"/>
              <a:gd name="connsiteX76" fmla="*/ 3540258 w 9662615"/>
              <a:gd name="connsiteY76" fmla="*/ 1516976 h 1598136"/>
              <a:gd name="connsiteX77" fmla="*/ 3534780 w 9662615"/>
              <a:gd name="connsiteY77" fmla="*/ 1522141 h 1598136"/>
              <a:gd name="connsiteX78" fmla="*/ 3504783 w 9662615"/>
              <a:gd name="connsiteY78" fmla="*/ 1526739 h 1598136"/>
              <a:gd name="connsiteX79" fmla="*/ 3430805 w 9662615"/>
              <a:gd name="connsiteY79" fmla="*/ 1542521 h 1598136"/>
              <a:gd name="connsiteX80" fmla="*/ 3292707 w 9662615"/>
              <a:gd name="connsiteY80" fmla="*/ 1520490 h 1598136"/>
              <a:gd name="connsiteX81" fmla="*/ 3187872 w 9662615"/>
              <a:gd name="connsiteY81" fmla="*/ 1519991 h 1598136"/>
              <a:gd name="connsiteX82" fmla="*/ 3148026 w 9662615"/>
              <a:gd name="connsiteY82" fmla="*/ 1524777 h 1598136"/>
              <a:gd name="connsiteX83" fmla="*/ 3092394 w 9662615"/>
              <a:gd name="connsiteY83" fmla="*/ 1528115 h 1598136"/>
              <a:gd name="connsiteX84" fmla="*/ 2994200 w 9662615"/>
              <a:gd name="connsiteY84" fmla="*/ 1537857 h 1598136"/>
              <a:gd name="connsiteX85" fmla="*/ 2862301 w 9662615"/>
              <a:gd name="connsiteY85" fmla="*/ 1544250 h 1598136"/>
              <a:gd name="connsiteX86" fmla="*/ 2766335 w 9662615"/>
              <a:gd name="connsiteY86" fmla="*/ 1527662 h 1598136"/>
              <a:gd name="connsiteX87" fmla="*/ 2757836 w 9662615"/>
              <a:gd name="connsiteY87" fmla="*/ 1531371 h 1598136"/>
              <a:gd name="connsiteX88" fmla="*/ 2691555 w 9662615"/>
              <a:gd name="connsiteY88" fmla="*/ 1530283 h 1598136"/>
              <a:gd name="connsiteX89" fmla="*/ 2491676 w 9662615"/>
              <a:gd name="connsiteY89" fmla="*/ 1500859 h 1598136"/>
              <a:gd name="connsiteX90" fmla="*/ 2378036 w 9662615"/>
              <a:gd name="connsiteY90" fmla="*/ 1520645 h 1598136"/>
              <a:gd name="connsiteX91" fmla="*/ 2284269 w 9662615"/>
              <a:gd name="connsiteY91" fmla="*/ 1503068 h 1598136"/>
              <a:gd name="connsiteX92" fmla="*/ 2207104 w 9662615"/>
              <a:gd name="connsiteY92" fmla="*/ 1508888 h 1598136"/>
              <a:gd name="connsiteX93" fmla="*/ 2149226 w 9662615"/>
              <a:gd name="connsiteY93" fmla="*/ 1523409 h 1598136"/>
              <a:gd name="connsiteX94" fmla="*/ 2084783 w 9662615"/>
              <a:gd name="connsiteY94" fmla="*/ 1524245 h 1598136"/>
              <a:gd name="connsiteX95" fmla="*/ 2070075 w 9662615"/>
              <a:gd name="connsiteY95" fmla="*/ 1511285 h 1598136"/>
              <a:gd name="connsiteX96" fmla="*/ 2001057 w 9662615"/>
              <a:gd name="connsiteY96" fmla="*/ 1516449 h 1598136"/>
              <a:gd name="connsiteX97" fmla="*/ 1896330 w 9662615"/>
              <a:gd name="connsiteY97" fmla="*/ 1525725 h 1598136"/>
              <a:gd name="connsiteX98" fmla="*/ 1835994 w 9662615"/>
              <a:gd name="connsiteY98" fmla="*/ 1527678 h 1598136"/>
              <a:gd name="connsiteX99" fmla="*/ 1671119 w 9662615"/>
              <a:gd name="connsiteY99" fmla="*/ 1536701 h 1598136"/>
              <a:gd name="connsiteX100" fmla="*/ 1601337 w 9662615"/>
              <a:gd name="connsiteY100" fmla="*/ 1548552 h 1598136"/>
              <a:gd name="connsiteX101" fmla="*/ 1407755 w 9662615"/>
              <a:gd name="connsiteY101" fmla="*/ 1571444 h 1598136"/>
              <a:gd name="connsiteX102" fmla="*/ 1271994 w 9662615"/>
              <a:gd name="connsiteY102" fmla="*/ 1579471 h 1598136"/>
              <a:gd name="connsiteX103" fmla="*/ 1249226 w 9662615"/>
              <a:gd name="connsiteY103" fmla="*/ 1583140 h 1598136"/>
              <a:gd name="connsiteX104" fmla="*/ 1217719 w 9662615"/>
              <a:gd name="connsiteY104" fmla="*/ 1580863 h 1598136"/>
              <a:gd name="connsiteX105" fmla="*/ 1091432 w 9662615"/>
              <a:gd name="connsiteY105" fmla="*/ 1571003 h 1598136"/>
              <a:gd name="connsiteX106" fmla="*/ 992039 w 9662615"/>
              <a:gd name="connsiteY106" fmla="*/ 1556662 h 1598136"/>
              <a:gd name="connsiteX107" fmla="*/ 868264 w 9662615"/>
              <a:gd name="connsiteY107" fmla="*/ 1566392 h 1598136"/>
              <a:gd name="connsiteX108" fmla="*/ 792765 w 9662615"/>
              <a:gd name="connsiteY108" fmla="*/ 1563102 h 1598136"/>
              <a:gd name="connsiteX109" fmla="*/ 669055 w 9662615"/>
              <a:gd name="connsiteY109" fmla="*/ 1543638 h 1598136"/>
              <a:gd name="connsiteX110" fmla="*/ 506152 w 9662615"/>
              <a:gd name="connsiteY110" fmla="*/ 1549124 h 1598136"/>
              <a:gd name="connsiteX111" fmla="*/ 472797 w 9662615"/>
              <a:gd name="connsiteY111" fmla="*/ 1568904 h 1598136"/>
              <a:gd name="connsiteX112" fmla="*/ 427864 w 9662615"/>
              <a:gd name="connsiteY112" fmla="*/ 1580848 h 1598136"/>
              <a:gd name="connsiteX113" fmla="*/ 408381 w 9662615"/>
              <a:gd name="connsiteY113" fmla="*/ 1552940 h 1598136"/>
              <a:gd name="connsiteX114" fmla="*/ 267163 w 9662615"/>
              <a:gd name="connsiteY114" fmla="*/ 1531913 h 1598136"/>
              <a:gd name="connsiteX115" fmla="*/ 196644 w 9662615"/>
              <a:gd name="connsiteY115" fmla="*/ 1524565 h 1598136"/>
              <a:gd name="connsiteX116" fmla="*/ 86819 w 9662615"/>
              <a:gd name="connsiteY116" fmla="*/ 1519517 h 1598136"/>
              <a:gd name="connsiteX117" fmla="*/ 53369 w 9662615"/>
              <a:gd name="connsiteY117" fmla="*/ 1516853 h 1598136"/>
              <a:gd name="connsiteX118" fmla="*/ 2359 w 9662615"/>
              <a:gd name="connsiteY118" fmla="*/ 1515247 h 1598136"/>
              <a:gd name="connsiteX119" fmla="*/ 0 w 9662615"/>
              <a:gd name="connsiteY119" fmla="*/ 1514932 h 1598136"/>
              <a:gd name="connsiteX120" fmla="*/ 0 w 9662615"/>
              <a:gd name="connsiteY120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38524 w 9662615"/>
              <a:gd name="connsiteY51" fmla="*/ 1545675 h 1598136"/>
              <a:gd name="connsiteX52" fmla="*/ 5026564 w 9662615"/>
              <a:gd name="connsiteY52" fmla="*/ 1545376 h 1598136"/>
              <a:gd name="connsiteX53" fmla="*/ 4969433 w 9662615"/>
              <a:gd name="connsiteY53" fmla="*/ 1550865 h 1598136"/>
              <a:gd name="connsiteX54" fmla="*/ 4921303 w 9662615"/>
              <a:gd name="connsiteY54" fmla="*/ 1575379 h 1598136"/>
              <a:gd name="connsiteX55" fmla="*/ 4863775 w 9662615"/>
              <a:gd name="connsiteY55" fmla="*/ 1562633 h 1598136"/>
              <a:gd name="connsiteX56" fmla="*/ 4847242 w 9662615"/>
              <a:gd name="connsiteY56" fmla="*/ 1565435 h 1598136"/>
              <a:gd name="connsiteX57" fmla="*/ 4856839 w 9662615"/>
              <a:gd name="connsiteY57" fmla="*/ 1598136 h 1598136"/>
              <a:gd name="connsiteX58" fmla="*/ 4791466 w 9662615"/>
              <a:gd name="connsiteY58" fmla="*/ 1561324 h 1598136"/>
              <a:gd name="connsiteX59" fmla="*/ 4784247 w 9662615"/>
              <a:gd name="connsiteY59" fmla="*/ 1562342 h 1598136"/>
              <a:gd name="connsiteX60" fmla="*/ 4748477 w 9662615"/>
              <a:gd name="connsiteY60" fmla="*/ 1556925 h 1598136"/>
              <a:gd name="connsiteX61" fmla="*/ 4730033 w 9662615"/>
              <a:gd name="connsiteY61" fmla="*/ 1555274 h 1598136"/>
              <a:gd name="connsiteX62" fmla="*/ 4724747 w 9662615"/>
              <a:gd name="connsiteY62" fmla="*/ 1552439 h 1598136"/>
              <a:gd name="connsiteX63" fmla="*/ 4697562 w 9662615"/>
              <a:gd name="connsiteY63" fmla="*/ 1551206 h 1598136"/>
              <a:gd name="connsiteX64" fmla="*/ 4662664 w 9662615"/>
              <a:gd name="connsiteY64" fmla="*/ 1573162 h 1598136"/>
              <a:gd name="connsiteX65" fmla="*/ 4603028 w 9662615"/>
              <a:gd name="connsiteY65" fmla="*/ 1568821 h 1598136"/>
              <a:gd name="connsiteX66" fmla="*/ 4541612 w 9662615"/>
              <a:gd name="connsiteY66" fmla="*/ 1545262 h 1598136"/>
              <a:gd name="connsiteX67" fmla="*/ 4422155 w 9662615"/>
              <a:gd name="connsiteY67" fmla="*/ 1542059 h 1598136"/>
              <a:gd name="connsiteX68" fmla="*/ 4221826 w 9662615"/>
              <a:gd name="connsiteY68" fmla="*/ 1508923 h 1598136"/>
              <a:gd name="connsiteX69" fmla="*/ 4096601 w 9662615"/>
              <a:gd name="connsiteY69" fmla="*/ 1521563 h 1598136"/>
              <a:gd name="connsiteX70" fmla="*/ 3970635 w 9662615"/>
              <a:gd name="connsiteY70" fmla="*/ 1544815 h 1598136"/>
              <a:gd name="connsiteX71" fmla="*/ 3833906 w 9662615"/>
              <a:gd name="connsiteY71" fmla="*/ 1516637 h 1598136"/>
              <a:gd name="connsiteX72" fmla="*/ 3696258 w 9662615"/>
              <a:gd name="connsiteY72" fmla="*/ 1537563 h 1598136"/>
              <a:gd name="connsiteX73" fmla="*/ 3594070 w 9662615"/>
              <a:gd name="connsiteY73" fmla="*/ 1509422 h 1598136"/>
              <a:gd name="connsiteX74" fmla="*/ 3565233 w 9662615"/>
              <a:gd name="connsiteY74" fmla="*/ 1515122 h 1598136"/>
              <a:gd name="connsiteX75" fmla="*/ 3560267 w 9662615"/>
              <a:gd name="connsiteY75" fmla="*/ 1516288 h 1598136"/>
              <a:gd name="connsiteX76" fmla="*/ 3540258 w 9662615"/>
              <a:gd name="connsiteY76" fmla="*/ 1516976 h 1598136"/>
              <a:gd name="connsiteX77" fmla="*/ 3534780 w 9662615"/>
              <a:gd name="connsiteY77" fmla="*/ 1522141 h 1598136"/>
              <a:gd name="connsiteX78" fmla="*/ 3504783 w 9662615"/>
              <a:gd name="connsiteY78" fmla="*/ 1526739 h 1598136"/>
              <a:gd name="connsiteX79" fmla="*/ 3430805 w 9662615"/>
              <a:gd name="connsiteY79" fmla="*/ 1542521 h 1598136"/>
              <a:gd name="connsiteX80" fmla="*/ 3292707 w 9662615"/>
              <a:gd name="connsiteY80" fmla="*/ 1520490 h 1598136"/>
              <a:gd name="connsiteX81" fmla="*/ 3187872 w 9662615"/>
              <a:gd name="connsiteY81" fmla="*/ 1519991 h 1598136"/>
              <a:gd name="connsiteX82" fmla="*/ 3148026 w 9662615"/>
              <a:gd name="connsiteY82" fmla="*/ 1524777 h 1598136"/>
              <a:gd name="connsiteX83" fmla="*/ 3092394 w 9662615"/>
              <a:gd name="connsiteY83" fmla="*/ 1528115 h 1598136"/>
              <a:gd name="connsiteX84" fmla="*/ 2994200 w 9662615"/>
              <a:gd name="connsiteY84" fmla="*/ 1537857 h 1598136"/>
              <a:gd name="connsiteX85" fmla="*/ 2862301 w 9662615"/>
              <a:gd name="connsiteY85" fmla="*/ 1544250 h 1598136"/>
              <a:gd name="connsiteX86" fmla="*/ 2766335 w 9662615"/>
              <a:gd name="connsiteY86" fmla="*/ 1527662 h 1598136"/>
              <a:gd name="connsiteX87" fmla="*/ 2757836 w 9662615"/>
              <a:gd name="connsiteY87" fmla="*/ 1531371 h 1598136"/>
              <a:gd name="connsiteX88" fmla="*/ 2691555 w 9662615"/>
              <a:gd name="connsiteY88" fmla="*/ 1530283 h 1598136"/>
              <a:gd name="connsiteX89" fmla="*/ 2491676 w 9662615"/>
              <a:gd name="connsiteY89" fmla="*/ 1500859 h 1598136"/>
              <a:gd name="connsiteX90" fmla="*/ 2378036 w 9662615"/>
              <a:gd name="connsiteY90" fmla="*/ 1520645 h 1598136"/>
              <a:gd name="connsiteX91" fmla="*/ 2284269 w 9662615"/>
              <a:gd name="connsiteY91" fmla="*/ 1503068 h 1598136"/>
              <a:gd name="connsiteX92" fmla="*/ 2207104 w 9662615"/>
              <a:gd name="connsiteY92" fmla="*/ 1508888 h 1598136"/>
              <a:gd name="connsiteX93" fmla="*/ 2149226 w 9662615"/>
              <a:gd name="connsiteY93" fmla="*/ 1523409 h 1598136"/>
              <a:gd name="connsiteX94" fmla="*/ 2084783 w 9662615"/>
              <a:gd name="connsiteY94" fmla="*/ 1524245 h 1598136"/>
              <a:gd name="connsiteX95" fmla="*/ 2070075 w 9662615"/>
              <a:gd name="connsiteY95" fmla="*/ 1511285 h 1598136"/>
              <a:gd name="connsiteX96" fmla="*/ 2001057 w 9662615"/>
              <a:gd name="connsiteY96" fmla="*/ 1516449 h 1598136"/>
              <a:gd name="connsiteX97" fmla="*/ 1896330 w 9662615"/>
              <a:gd name="connsiteY97" fmla="*/ 1525725 h 1598136"/>
              <a:gd name="connsiteX98" fmla="*/ 1835994 w 9662615"/>
              <a:gd name="connsiteY98" fmla="*/ 1527678 h 1598136"/>
              <a:gd name="connsiteX99" fmla="*/ 1671119 w 9662615"/>
              <a:gd name="connsiteY99" fmla="*/ 1536701 h 1598136"/>
              <a:gd name="connsiteX100" fmla="*/ 1601337 w 9662615"/>
              <a:gd name="connsiteY100" fmla="*/ 1548552 h 1598136"/>
              <a:gd name="connsiteX101" fmla="*/ 1407755 w 9662615"/>
              <a:gd name="connsiteY101" fmla="*/ 1571444 h 1598136"/>
              <a:gd name="connsiteX102" fmla="*/ 1271994 w 9662615"/>
              <a:gd name="connsiteY102" fmla="*/ 1579471 h 1598136"/>
              <a:gd name="connsiteX103" fmla="*/ 1249226 w 9662615"/>
              <a:gd name="connsiteY103" fmla="*/ 1583140 h 1598136"/>
              <a:gd name="connsiteX104" fmla="*/ 1217719 w 9662615"/>
              <a:gd name="connsiteY104" fmla="*/ 1580863 h 1598136"/>
              <a:gd name="connsiteX105" fmla="*/ 1091432 w 9662615"/>
              <a:gd name="connsiteY105" fmla="*/ 1571003 h 1598136"/>
              <a:gd name="connsiteX106" fmla="*/ 992039 w 9662615"/>
              <a:gd name="connsiteY106" fmla="*/ 1556662 h 1598136"/>
              <a:gd name="connsiteX107" fmla="*/ 868264 w 9662615"/>
              <a:gd name="connsiteY107" fmla="*/ 1566392 h 1598136"/>
              <a:gd name="connsiteX108" fmla="*/ 792765 w 9662615"/>
              <a:gd name="connsiteY108" fmla="*/ 1563102 h 1598136"/>
              <a:gd name="connsiteX109" fmla="*/ 669055 w 9662615"/>
              <a:gd name="connsiteY109" fmla="*/ 1543638 h 1598136"/>
              <a:gd name="connsiteX110" fmla="*/ 506152 w 9662615"/>
              <a:gd name="connsiteY110" fmla="*/ 1549124 h 1598136"/>
              <a:gd name="connsiteX111" fmla="*/ 472797 w 9662615"/>
              <a:gd name="connsiteY111" fmla="*/ 1568904 h 1598136"/>
              <a:gd name="connsiteX112" fmla="*/ 427864 w 9662615"/>
              <a:gd name="connsiteY112" fmla="*/ 1580848 h 1598136"/>
              <a:gd name="connsiteX113" fmla="*/ 408381 w 9662615"/>
              <a:gd name="connsiteY113" fmla="*/ 1552940 h 1598136"/>
              <a:gd name="connsiteX114" fmla="*/ 267163 w 9662615"/>
              <a:gd name="connsiteY114" fmla="*/ 1531913 h 1598136"/>
              <a:gd name="connsiteX115" fmla="*/ 196644 w 9662615"/>
              <a:gd name="connsiteY115" fmla="*/ 1524565 h 1598136"/>
              <a:gd name="connsiteX116" fmla="*/ 86819 w 9662615"/>
              <a:gd name="connsiteY116" fmla="*/ 1519517 h 1598136"/>
              <a:gd name="connsiteX117" fmla="*/ 53369 w 9662615"/>
              <a:gd name="connsiteY117" fmla="*/ 1516853 h 1598136"/>
              <a:gd name="connsiteX118" fmla="*/ 2359 w 9662615"/>
              <a:gd name="connsiteY118" fmla="*/ 1515247 h 1598136"/>
              <a:gd name="connsiteX119" fmla="*/ 0 w 9662615"/>
              <a:gd name="connsiteY119" fmla="*/ 1514932 h 1598136"/>
              <a:gd name="connsiteX120" fmla="*/ 0 w 9662615"/>
              <a:gd name="connsiteY120" fmla="*/ 0 h 1598136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48477 w 9662615"/>
              <a:gd name="connsiteY60" fmla="*/ 1556925 h 1592835"/>
              <a:gd name="connsiteX61" fmla="*/ 4730033 w 9662615"/>
              <a:gd name="connsiteY61" fmla="*/ 1555274 h 1592835"/>
              <a:gd name="connsiteX62" fmla="*/ 4724747 w 9662615"/>
              <a:gd name="connsiteY62" fmla="*/ 1552439 h 1592835"/>
              <a:gd name="connsiteX63" fmla="*/ 4697562 w 9662615"/>
              <a:gd name="connsiteY63" fmla="*/ 1551206 h 1592835"/>
              <a:gd name="connsiteX64" fmla="*/ 4662664 w 9662615"/>
              <a:gd name="connsiteY64" fmla="*/ 1573162 h 1592835"/>
              <a:gd name="connsiteX65" fmla="*/ 4603028 w 9662615"/>
              <a:gd name="connsiteY65" fmla="*/ 1568821 h 1592835"/>
              <a:gd name="connsiteX66" fmla="*/ 4541612 w 9662615"/>
              <a:gd name="connsiteY66" fmla="*/ 1545262 h 1592835"/>
              <a:gd name="connsiteX67" fmla="*/ 4422155 w 9662615"/>
              <a:gd name="connsiteY67" fmla="*/ 1542059 h 1592835"/>
              <a:gd name="connsiteX68" fmla="*/ 4221826 w 9662615"/>
              <a:gd name="connsiteY68" fmla="*/ 1508923 h 1592835"/>
              <a:gd name="connsiteX69" fmla="*/ 4096601 w 9662615"/>
              <a:gd name="connsiteY69" fmla="*/ 1521563 h 1592835"/>
              <a:gd name="connsiteX70" fmla="*/ 3970635 w 9662615"/>
              <a:gd name="connsiteY70" fmla="*/ 1544815 h 1592835"/>
              <a:gd name="connsiteX71" fmla="*/ 3833906 w 9662615"/>
              <a:gd name="connsiteY71" fmla="*/ 1516637 h 1592835"/>
              <a:gd name="connsiteX72" fmla="*/ 3696258 w 9662615"/>
              <a:gd name="connsiteY72" fmla="*/ 1537563 h 1592835"/>
              <a:gd name="connsiteX73" fmla="*/ 3594070 w 9662615"/>
              <a:gd name="connsiteY73" fmla="*/ 1509422 h 1592835"/>
              <a:gd name="connsiteX74" fmla="*/ 3565233 w 9662615"/>
              <a:gd name="connsiteY74" fmla="*/ 1515122 h 1592835"/>
              <a:gd name="connsiteX75" fmla="*/ 3560267 w 9662615"/>
              <a:gd name="connsiteY75" fmla="*/ 1516288 h 1592835"/>
              <a:gd name="connsiteX76" fmla="*/ 3540258 w 9662615"/>
              <a:gd name="connsiteY76" fmla="*/ 1516976 h 1592835"/>
              <a:gd name="connsiteX77" fmla="*/ 3534780 w 9662615"/>
              <a:gd name="connsiteY77" fmla="*/ 1522141 h 1592835"/>
              <a:gd name="connsiteX78" fmla="*/ 3504783 w 9662615"/>
              <a:gd name="connsiteY78" fmla="*/ 1526739 h 1592835"/>
              <a:gd name="connsiteX79" fmla="*/ 3430805 w 9662615"/>
              <a:gd name="connsiteY79" fmla="*/ 1542521 h 1592835"/>
              <a:gd name="connsiteX80" fmla="*/ 3292707 w 9662615"/>
              <a:gd name="connsiteY80" fmla="*/ 1520490 h 1592835"/>
              <a:gd name="connsiteX81" fmla="*/ 3187872 w 9662615"/>
              <a:gd name="connsiteY81" fmla="*/ 1519991 h 1592835"/>
              <a:gd name="connsiteX82" fmla="*/ 3148026 w 9662615"/>
              <a:gd name="connsiteY82" fmla="*/ 1524777 h 1592835"/>
              <a:gd name="connsiteX83" fmla="*/ 3092394 w 9662615"/>
              <a:gd name="connsiteY83" fmla="*/ 1528115 h 1592835"/>
              <a:gd name="connsiteX84" fmla="*/ 2994200 w 9662615"/>
              <a:gd name="connsiteY84" fmla="*/ 1537857 h 1592835"/>
              <a:gd name="connsiteX85" fmla="*/ 2862301 w 9662615"/>
              <a:gd name="connsiteY85" fmla="*/ 1544250 h 1592835"/>
              <a:gd name="connsiteX86" fmla="*/ 2766335 w 9662615"/>
              <a:gd name="connsiteY86" fmla="*/ 1527662 h 1592835"/>
              <a:gd name="connsiteX87" fmla="*/ 2757836 w 9662615"/>
              <a:gd name="connsiteY87" fmla="*/ 1531371 h 1592835"/>
              <a:gd name="connsiteX88" fmla="*/ 2691555 w 9662615"/>
              <a:gd name="connsiteY88" fmla="*/ 1530283 h 1592835"/>
              <a:gd name="connsiteX89" fmla="*/ 2491676 w 9662615"/>
              <a:gd name="connsiteY89" fmla="*/ 1500859 h 1592835"/>
              <a:gd name="connsiteX90" fmla="*/ 2378036 w 9662615"/>
              <a:gd name="connsiteY90" fmla="*/ 1520645 h 1592835"/>
              <a:gd name="connsiteX91" fmla="*/ 2284269 w 9662615"/>
              <a:gd name="connsiteY91" fmla="*/ 1503068 h 1592835"/>
              <a:gd name="connsiteX92" fmla="*/ 2207104 w 9662615"/>
              <a:gd name="connsiteY92" fmla="*/ 1508888 h 1592835"/>
              <a:gd name="connsiteX93" fmla="*/ 2149226 w 9662615"/>
              <a:gd name="connsiteY93" fmla="*/ 1523409 h 1592835"/>
              <a:gd name="connsiteX94" fmla="*/ 2084783 w 9662615"/>
              <a:gd name="connsiteY94" fmla="*/ 1524245 h 1592835"/>
              <a:gd name="connsiteX95" fmla="*/ 2070075 w 9662615"/>
              <a:gd name="connsiteY95" fmla="*/ 1511285 h 1592835"/>
              <a:gd name="connsiteX96" fmla="*/ 2001057 w 9662615"/>
              <a:gd name="connsiteY96" fmla="*/ 1516449 h 1592835"/>
              <a:gd name="connsiteX97" fmla="*/ 1896330 w 9662615"/>
              <a:gd name="connsiteY97" fmla="*/ 1525725 h 1592835"/>
              <a:gd name="connsiteX98" fmla="*/ 1835994 w 9662615"/>
              <a:gd name="connsiteY98" fmla="*/ 1527678 h 1592835"/>
              <a:gd name="connsiteX99" fmla="*/ 1671119 w 9662615"/>
              <a:gd name="connsiteY99" fmla="*/ 1536701 h 1592835"/>
              <a:gd name="connsiteX100" fmla="*/ 1601337 w 9662615"/>
              <a:gd name="connsiteY100" fmla="*/ 1548552 h 1592835"/>
              <a:gd name="connsiteX101" fmla="*/ 1407755 w 9662615"/>
              <a:gd name="connsiteY101" fmla="*/ 1571444 h 1592835"/>
              <a:gd name="connsiteX102" fmla="*/ 1271994 w 9662615"/>
              <a:gd name="connsiteY102" fmla="*/ 1579471 h 1592835"/>
              <a:gd name="connsiteX103" fmla="*/ 1249226 w 9662615"/>
              <a:gd name="connsiteY103" fmla="*/ 1583140 h 1592835"/>
              <a:gd name="connsiteX104" fmla="*/ 1217719 w 9662615"/>
              <a:gd name="connsiteY104" fmla="*/ 1580863 h 1592835"/>
              <a:gd name="connsiteX105" fmla="*/ 1091432 w 9662615"/>
              <a:gd name="connsiteY105" fmla="*/ 1571003 h 1592835"/>
              <a:gd name="connsiteX106" fmla="*/ 992039 w 9662615"/>
              <a:gd name="connsiteY106" fmla="*/ 1556662 h 1592835"/>
              <a:gd name="connsiteX107" fmla="*/ 868264 w 9662615"/>
              <a:gd name="connsiteY107" fmla="*/ 1566392 h 1592835"/>
              <a:gd name="connsiteX108" fmla="*/ 792765 w 9662615"/>
              <a:gd name="connsiteY108" fmla="*/ 1563102 h 1592835"/>
              <a:gd name="connsiteX109" fmla="*/ 669055 w 9662615"/>
              <a:gd name="connsiteY109" fmla="*/ 1543638 h 1592835"/>
              <a:gd name="connsiteX110" fmla="*/ 506152 w 9662615"/>
              <a:gd name="connsiteY110" fmla="*/ 1549124 h 1592835"/>
              <a:gd name="connsiteX111" fmla="*/ 472797 w 9662615"/>
              <a:gd name="connsiteY111" fmla="*/ 1568904 h 1592835"/>
              <a:gd name="connsiteX112" fmla="*/ 427864 w 9662615"/>
              <a:gd name="connsiteY112" fmla="*/ 1580848 h 1592835"/>
              <a:gd name="connsiteX113" fmla="*/ 408381 w 9662615"/>
              <a:gd name="connsiteY113" fmla="*/ 1552940 h 1592835"/>
              <a:gd name="connsiteX114" fmla="*/ 267163 w 9662615"/>
              <a:gd name="connsiteY114" fmla="*/ 1531913 h 1592835"/>
              <a:gd name="connsiteX115" fmla="*/ 196644 w 9662615"/>
              <a:gd name="connsiteY115" fmla="*/ 1524565 h 1592835"/>
              <a:gd name="connsiteX116" fmla="*/ 86819 w 9662615"/>
              <a:gd name="connsiteY116" fmla="*/ 1519517 h 1592835"/>
              <a:gd name="connsiteX117" fmla="*/ 53369 w 9662615"/>
              <a:gd name="connsiteY117" fmla="*/ 1516853 h 1592835"/>
              <a:gd name="connsiteX118" fmla="*/ 2359 w 9662615"/>
              <a:gd name="connsiteY118" fmla="*/ 1515247 h 1592835"/>
              <a:gd name="connsiteX119" fmla="*/ 0 w 9662615"/>
              <a:gd name="connsiteY119" fmla="*/ 1514932 h 1592835"/>
              <a:gd name="connsiteX120" fmla="*/ 0 w 9662615"/>
              <a:gd name="connsiteY120" fmla="*/ 0 h 1592835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48477 w 9662615"/>
              <a:gd name="connsiteY60" fmla="*/ 1556925 h 1592835"/>
              <a:gd name="connsiteX61" fmla="*/ 4730033 w 9662615"/>
              <a:gd name="connsiteY61" fmla="*/ 1555274 h 1592835"/>
              <a:gd name="connsiteX62" fmla="*/ 4697562 w 9662615"/>
              <a:gd name="connsiteY62" fmla="*/ 1551206 h 1592835"/>
              <a:gd name="connsiteX63" fmla="*/ 4662664 w 9662615"/>
              <a:gd name="connsiteY63" fmla="*/ 1573162 h 1592835"/>
              <a:gd name="connsiteX64" fmla="*/ 4603028 w 9662615"/>
              <a:gd name="connsiteY64" fmla="*/ 1568821 h 1592835"/>
              <a:gd name="connsiteX65" fmla="*/ 4541612 w 9662615"/>
              <a:gd name="connsiteY65" fmla="*/ 1545262 h 1592835"/>
              <a:gd name="connsiteX66" fmla="*/ 4422155 w 9662615"/>
              <a:gd name="connsiteY66" fmla="*/ 1542059 h 1592835"/>
              <a:gd name="connsiteX67" fmla="*/ 4221826 w 9662615"/>
              <a:gd name="connsiteY67" fmla="*/ 1508923 h 1592835"/>
              <a:gd name="connsiteX68" fmla="*/ 4096601 w 9662615"/>
              <a:gd name="connsiteY68" fmla="*/ 1521563 h 1592835"/>
              <a:gd name="connsiteX69" fmla="*/ 3970635 w 9662615"/>
              <a:gd name="connsiteY69" fmla="*/ 1544815 h 1592835"/>
              <a:gd name="connsiteX70" fmla="*/ 3833906 w 9662615"/>
              <a:gd name="connsiteY70" fmla="*/ 1516637 h 1592835"/>
              <a:gd name="connsiteX71" fmla="*/ 3696258 w 9662615"/>
              <a:gd name="connsiteY71" fmla="*/ 1537563 h 1592835"/>
              <a:gd name="connsiteX72" fmla="*/ 3594070 w 9662615"/>
              <a:gd name="connsiteY72" fmla="*/ 1509422 h 1592835"/>
              <a:gd name="connsiteX73" fmla="*/ 3565233 w 9662615"/>
              <a:gd name="connsiteY73" fmla="*/ 1515122 h 1592835"/>
              <a:gd name="connsiteX74" fmla="*/ 3560267 w 9662615"/>
              <a:gd name="connsiteY74" fmla="*/ 1516288 h 1592835"/>
              <a:gd name="connsiteX75" fmla="*/ 3540258 w 9662615"/>
              <a:gd name="connsiteY75" fmla="*/ 1516976 h 1592835"/>
              <a:gd name="connsiteX76" fmla="*/ 3534780 w 9662615"/>
              <a:gd name="connsiteY76" fmla="*/ 1522141 h 1592835"/>
              <a:gd name="connsiteX77" fmla="*/ 3504783 w 9662615"/>
              <a:gd name="connsiteY77" fmla="*/ 1526739 h 1592835"/>
              <a:gd name="connsiteX78" fmla="*/ 3430805 w 9662615"/>
              <a:gd name="connsiteY78" fmla="*/ 1542521 h 1592835"/>
              <a:gd name="connsiteX79" fmla="*/ 3292707 w 9662615"/>
              <a:gd name="connsiteY79" fmla="*/ 1520490 h 1592835"/>
              <a:gd name="connsiteX80" fmla="*/ 3187872 w 9662615"/>
              <a:gd name="connsiteY80" fmla="*/ 1519991 h 1592835"/>
              <a:gd name="connsiteX81" fmla="*/ 3148026 w 9662615"/>
              <a:gd name="connsiteY81" fmla="*/ 1524777 h 1592835"/>
              <a:gd name="connsiteX82" fmla="*/ 3092394 w 9662615"/>
              <a:gd name="connsiteY82" fmla="*/ 1528115 h 1592835"/>
              <a:gd name="connsiteX83" fmla="*/ 2994200 w 9662615"/>
              <a:gd name="connsiteY83" fmla="*/ 1537857 h 1592835"/>
              <a:gd name="connsiteX84" fmla="*/ 2862301 w 9662615"/>
              <a:gd name="connsiteY84" fmla="*/ 1544250 h 1592835"/>
              <a:gd name="connsiteX85" fmla="*/ 2766335 w 9662615"/>
              <a:gd name="connsiteY85" fmla="*/ 1527662 h 1592835"/>
              <a:gd name="connsiteX86" fmla="*/ 2757836 w 9662615"/>
              <a:gd name="connsiteY86" fmla="*/ 1531371 h 1592835"/>
              <a:gd name="connsiteX87" fmla="*/ 2691555 w 9662615"/>
              <a:gd name="connsiteY87" fmla="*/ 1530283 h 1592835"/>
              <a:gd name="connsiteX88" fmla="*/ 2491676 w 9662615"/>
              <a:gd name="connsiteY88" fmla="*/ 1500859 h 1592835"/>
              <a:gd name="connsiteX89" fmla="*/ 2378036 w 9662615"/>
              <a:gd name="connsiteY89" fmla="*/ 1520645 h 1592835"/>
              <a:gd name="connsiteX90" fmla="*/ 2284269 w 9662615"/>
              <a:gd name="connsiteY90" fmla="*/ 1503068 h 1592835"/>
              <a:gd name="connsiteX91" fmla="*/ 2207104 w 9662615"/>
              <a:gd name="connsiteY91" fmla="*/ 1508888 h 1592835"/>
              <a:gd name="connsiteX92" fmla="*/ 2149226 w 9662615"/>
              <a:gd name="connsiteY92" fmla="*/ 1523409 h 1592835"/>
              <a:gd name="connsiteX93" fmla="*/ 2084783 w 9662615"/>
              <a:gd name="connsiteY93" fmla="*/ 1524245 h 1592835"/>
              <a:gd name="connsiteX94" fmla="*/ 2070075 w 9662615"/>
              <a:gd name="connsiteY94" fmla="*/ 1511285 h 1592835"/>
              <a:gd name="connsiteX95" fmla="*/ 2001057 w 9662615"/>
              <a:gd name="connsiteY95" fmla="*/ 1516449 h 1592835"/>
              <a:gd name="connsiteX96" fmla="*/ 1896330 w 9662615"/>
              <a:gd name="connsiteY96" fmla="*/ 1525725 h 1592835"/>
              <a:gd name="connsiteX97" fmla="*/ 1835994 w 9662615"/>
              <a:gd name="connsiteY97" fmla="*/ 1527678 h 1592835"/>
              <a:gd name="connsiteX98" fmla="*/ 1671119 w 9662615"/>
              <a:gd name="connsiteY98" fmla="*/ 1536701 h 1592835"/>
              <a:gd name="connsiteX99" fmla="*/ 1601337 w 9662615"/>
              <a:gd name="connsiteY99" fmla="*/ 1548552 h 1592835"/>
              <a:gd name="connsiteX100" fmla="*/ 1407755 w 9662615"/>
              <a:gd name="connsiteY100" fmla="*/ 1571444 h 1592835"/>
              <a:gd name="connsiteX101" fmla="*/ 1271994 w 9662615"/>
              <a:gd name="connsiteY101" fmla="*/ 1579471 h 1592835"/>
              <a:gd name="connsiteX102" fmla="*/ 1249226 w 9662615"/>
              <a:gd name="connsiteY102" fmla="*/ 1583140 h 1592835"/>
              <a:gd name="connsiteX103" fmla="*/ 1217719 w 9662615"/>
              <a:gd name="connsiteY103" fmla="*/ 1580863 h 1592835"/>
              <a:gd name="connsiteX104" fmla="*/ 1091432 w 9662615"/>
              <a:gd name="connsiteY104" fmla="*/ 1571003 h 1592835"/>
              <a:gd name="connsiteX105" fmla="*/ 992039 w 9662615"/>
              <a:gd name="connsiteY105" fmla="*/ 1556662 h 1592835"/>
              <a:gd name="connsiteX106" fmla="*/ 868264 w 9662615"/>
              <a:gd name="connsiteY106" fmla="*/ 1566392 h 1592835"/>
              <a:gd name="connsiteX107" fmla="*/ 792765 w 9662615"/>
              <a:gd name="connsiteY107" fmla="*/ 1563102 h 1592835"/>
              <a:gd name="connsiteX108" fmla="*/ 669055 w 9662615"/>
              <a:gd name="connsiteY108" fmla="*/ 1543638 h 1592835"/>
              <a:gd name="connsiteX109" fmla="*/ 506152 w 9662615"/>
              <a:gd name="connsiteY109" fmla="*/ 1549124 h 1592835"/>
              <a:gd name="connsiteX110" fmla="*/ 472797 w 9662615"/>
              <a:gd name="connsiteY110" fmla="*/ 1568904 h 1592835"/>
              <a:gd name="connsiteX111" fmla="*/ 427864 w 9662615"/>
              <a:gd name="connsiteY111" fmla="*/ 1580848 h 1592835"/>
              <a:gd name="connsiteX112" fmla="*/ 408381 w 9662615"/>
              <a:gd name="connsiteY112" fmla="*/ 1552940 h 1592835"/>
              <a:gd name="connsiteX113" fmla="*/ 267163 w 9662615"/>
              <a:gd name="connsiteY113" fmla="*/ 1531913 h 1592835"/>
              <a:gd name="connsiteX114" fmla="*/ 196644 w 9662615"/>
              <a:gd name="connsiteY114" fmla="*/ 1524565 h 1592835"/>
              <a:gd name="connsiteX115" fmla="*/ 86819 w 9662615"/>
              <a:gd name="connsiteY115" fmla="*/ 1519517 h 1592835"/>
              <a:gd name="connsiteX116" fmla="*/ 53369 w 9662615"/>
              <a:gd name="connsiteY116" fmla="*/ 1516853 h 1592835"/>
              <a:gd name="connsiteX117" fmla="*/ 2359 w 9662615"/>
              <a:gd name="connsiteY117" fmla="*/ 1515247 h 1592835"/>
              <a:gd name="connsiteX118" fmla="*/ 0 w 9662615"/>
              <a:gd name="connsiteY118" fmla="*/ 1514932 h 1592835"/>
              <a:gd name="connsiteX119" fmla="*/ 0 w 9662615"/>
              <a:gd name="connsiteY119" fmla="*/ 0 h 1592835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30033 w 9662615"/>
              <a:gd name="connsiteY60" fmla="*/ 1555274 h 1592835"/>
              <a:gd name="connsiteX61" fmla="*/ 4697562 w 9662615"/>
              <a:gd name="connsiteY61" fmla="*/ 1551206 h 1592835"/>
              <a:gd name="connsiteX62" fmla="*/ 4662664 w 9662615"/>
              <a:gd name="connsiteY62" fmla="*/ 1573162 h 1592835"/>
              <a:gd name="connsiteX63" fmla="*/ 4603028 w 9662615"/>
              <a:gd name="connsiteY63" fmla="*/ 1568821 h 1592835"/>
              <a:gd name="connsiteX64" fmla="*/ 4541612 w 9662615"/>
              <a:gd name="connsiteY64" fmla="*/ 1545262 h 1592835"/>
              <a:gd name="connsiteX65" fmla="*/ 4422155 w 9662615"/>
              <a:gd name="connsiteY65" fmla="*/ 1542059 h 1592835"/>
              <a:gd name="connsiteX66" fmla="*/ 4221826 w 9662615"/>
              <a:gd name="connsiteY66" fmla="*/ 1508923 h 1592835"/>
              <a:gd name="connsiteX67" fmla="*/ 4096601 w 9662615"/>
              <a:gd name="connsiteY67" fmla="*/ 1521563 h 1592835"/>
              <a:gd name="connsiteX68" fmla="*/ 3970635 w 9662615"/>
              <a:gd name="connsiteY68" fmla="*/ 1544815 h 1592835"/>
              <a:gd name="connsiteX69" fmla="*/ 3833906 w 9662615"/>
              <a:gd name="connsiteY69" fmla="*/ 1516637 h 1592835"/>
              <a:gd name="connsiteX70" fmla="*/ 3696258 w 9662615"/>
              <a:gd name="connsiteY70" fmla="*/ 1537563 h 1592835"/>
              <a:gd name="connsiteX71" fmla="*/ 3594070 w 9662615"/>
              <a:gd name="connsiteY71" fmla="*/ 1509422 h 1592835"/>
              <a:gd name="connsiteX72" fmla="*/ 3565233 w 9662615"/>
              <a:gd name="connsiteY72" fmla="*/ 1515122 h 1592835"/>
              <a:gd name="connsiteX73" fmla="*/ 3560267 w 9662615"/>
              <a:gd name="connsiteY73" fmla="*/ 1516288 h 1592835"/>
              <a:gd name="connsiteX74" fmla="*/ 3540258 w 9662615"/>
              <a:gd name="connsiteY74" fmla="*/ 1516976 h 1592835"/>
              <a:gd name="connsiteX75" fmla="*/ 3534780 w 9662615"/>
              <a:gd name="connsiteY75" fmla="*/ 1522141 h 1592835"/>
              <a:gd name="connsiteX76" fmla="*/ 3504783 w 9662615"/>
              <a:gd name="connsiteY76" fmla="*/ 1526739 h 1592835"/>
              <a:gd name="connsiteX77" fmla="*/ 3430805 w 9662615"/>
              <a:gd name="connsiteY77" fmla="*/ 1542521 h 1592835"/>
              <a:gd name="connsiteX78" fmla="*/ 3292707 w 9662615"/>
              <a:gd name="connsiteY78" fmla="*/ 1520490 h 1592835"/>
              <a:gd name="connsiteX79" fmla="*/ 3187872 w 9662615"/>
              <a:gd name="connsiteY79" fmla="*/ 1519991 h 1592835"/>
              <a:gd name="connsiteX80" fmla="*/ 3148026 w 9662615"/>
              <a:gd name="connsiteY80" fmla="*/ 1524777 h 1592835"/>
              <a:gd name="connsiteX81" fmla="*/ 3092394 w 9662615"/>
              <a:gd name="connsiteY81" fmla="*/ 1528115 h 1592835"/>
              <a:gd name="connsiteX82" fmla="*/ 2994200 w 9662615"/>
              <a:gd name="connsiteY82" fmla="*/ 1537857 h 1592835"/>
              <a:gd name="connsiteX83" fmla="*/ 2862301 w 9662615"/>
              <a:gd name="connsiteY83" fmla="*/ 1544250 h 1592835"/>
              <a:gd name="connsiteX84" fmla="*/ 2766335 w 9662615"/>
              <a:gd name="connsiteY84" fmla="*/ 1527662 h 1592835"/>
              <a:gd name="connsiteX85" fmla="*/ 2757836 w 9662615"/>
              <a:gd name="connsiteY85" fmla="*/ 1531371 h 1592835"/>
              <a:gd name="connsiteX86" fmla="*/ 2691555 w 9662615"/>
              <a:gd name="connsiteY86" fmla="*/ 1530283 h 1592835"/>
              <a:gd name="connsiteX87" fmla="*/ 2491676 w 9662615"/>
              <a:gd name="connsiteY87" fmla="*/ 1500859 h 1592835"/>
              <a:gd name="connsiteX88" fmla="*/ 2378036 w 9662615"/>
              <a:gd name="connsiteY88" fmla="*/ 1520645 h 1592835"/>
              <a:gd name="connsiteX89" fmla="*/ 2284269 w 9662615"/>
              <a:gd name="connsiteY89" fmla="*/ 1503068 h 1592835"/>
              <a:gd name="connsiteX90" fmla="*/ 2207104 w 9662615"/>
              <a:gd name="connsiteY90" fmla="*/ 1508888 h 1592835"/>
              <a:gd name="connsiteX91" fmla="*/ 2149226 w 9662615"/>
              <a:gd name="connsiteY91" fmla="*/ 1523409 h 1592835"/>
              <a:gd name="connsiteX92" fmla="*/ 2084783 w 9662615"/>
              <a:gd name="connsiteY92" fmla="*/ 1524245 h 1592835"/>
              <a:gd name="connsiteX93" fmla="*/ 2070075 w 9662615"/>
              <a:gd name="connsiteY93" fmla="*/ 1511285 h 1592835"/>
              <a:gd name="connsiteX94" fmla="*/ 2001057 w 9662615"/>
              <a:gd name="connsiteY94" fmla="*/ 1516449 h 1592835"/>
              <a:gd name="connsiteX95" fmla="*/ 1896330 w 9662615"/>
              <a:gd name="connsiteY95" fmla="*/ 1525725 h 1592835"/>
              <a:gd name="connsiteX96" fmla="*/ 1835994 w 9662615"/>
              <a:gd name="connsiteY96" fmla="*/ 1527678 h 1592835"/>
              <a:gd name="connsiteX97" fmla="*/ 1671119 w 9662615"/>
              <a:gd name="connsiteY97" fmla="*/ 1536701 h 1592835"/>
              <a:gd name="connsiteX98" fmla="*/ 1601337 w 9662615"/>
              <a:gd name="connsiteY98" fmla="*/ 1548552 h 1592835"/>
              <a:gd name="connsiteX99" fmla="*/ 1407755 w 9662615"/>
              <a:gd name="connsiteY99" fmla="*/ 1571444 h 1592835"/>
              <a:gd name="connsiteX100" fmla="*/ 1271994 w 9662615"/>
              <a:gd name="connsiteY100" fmla="*/ 1579471 h 1592835"/>
              <a:gd name="connsiteX101" fmla="*/ 1249226 w 9662615"/>
              <a:gd name="connsiteY101" fmla="*/ 1583140 h 1592835"/>
              <a:gd name="connsiteX102" fmla="*/ 1217719 w 9662615"/>
              <a:gd name="connsiteY102" fmla="*/ 1580863 h 1592835"/>
              <a:gd name="connsiteX103" fmla="*/ 1091432 w 9662615"/>
              <a:gd name="connsiteY103" fmla="*/ 1571003 h 1592835"/>
              <a:gd name="connsiteX104" fmla="*/ 992039 w 9662615"/>
              <a:gd name="connsiteY104" fmla="*/ 1556662 h 1592835"/>
              <a:gd name="connsiteX105" fmla="*/ 868264 w 9662615"/>
              <a:gd name="connsiteY105" fmla="*/ 1566392 h 1592835"/>
              <a:gd name="connsiteX106" fmla="*/ 792765 w 9662615"/>
              <a:gd name="connsiteY106" fmla="*/ 1563102 h 1592835"/>
              <a:gd name="connsiteX107" fmla="*/ 669055 w 9662615"/>
              <a:gd name="connsiteY107" fmla="*/ 1543638 h 1592835"/>
              <a:gd name="connsiteX108" fmla="*/ 506152 w 9662615"/>
              <a:gd name="connsiteY108" fmla="*/ 1549124 h 1592835"/>
              <a:gd name="connsiteX109" fmla="*/ 472797 w 9662615"/>
              <a:gd name="connsiteY109" fmla="*/ 1568904 h 1592835"/>
              <a:gd name="connsiteX110" fmla="*/ 427864 w 9662615"/>
              <a:gd name="connsiteY110" fmla="*/ 1580848 h 1592835"/>
              <a:gd name="connsiteX111" fmla="*/ 408381 w 9662615"/>
              <a:gd name="connsiteY111" fmla="*/ 1552940 h 1592835"/>
              <a:gd name="connsiteX112" fmla="*/ 267163 w 9662615"/>
              <a:gd name="connsiteY112" fmla="*/ 1531913 h 1592835"/>
              <a:gd name="connsiteX113" fmla="*/ 196644 w 9662615"/>
              <a:gd name="connsiteY113" fmla="*/ 1524565 h 1592835"/>
              <a:gd name="connsiteX114" fmla="*/ 86819 w 9662615"/>
              <a:gd name="connsiteY114" fmla="*/ 1519517 h 1592835"/>
              <a:gd name="connsiteX115" fmla="*/ 53369 w 9662615"/>
              <a:gd name="connsiteY115" fmla="*/ 1516853 h 1592835"/>
              <a:gd name="connsiteX116" fmla="*/ 2359 w 9662615"/>
              <a:gd name="connsiteY116" fmla="*/ 1515247 h 1592835"/>
              <a:gd name="connsiteX117" fmla="*/ 0 w 9662615"/>
              <a:gd name="connsiteY117" fmla="*/ 1514932 h 1592835"/>
              <a:gd name="connsiteX118" fmla="*/ 0 w 9662615"/>
              <a:gd name="connsiteY118" fmla="*/ 0 h 1592835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35334 w 9662615"/>
              <a:gd name="connsiteY60" fmla="*/ 1581778 h 1592835"/>
              <a:gd name="connsiteX61" fmla="*/ 4697562 w 9662615"/>
              <a:gd name="connsiteY61" fmla="*/ 1551206 h 1592835"/>
              <a:gd name="connsiteX62" fmla="*/ 4662664 w 9662615"/>
              <a:gd name="connsiteY62" fmla="*/ 1573162 h 1592835"/>
              <a:gd name="connsiteX63" fmla="*/ 4603028 w 9662615"/>
              <a:gd name="connsiteY63" fmla="*/ 1568821 h 1592835"/>
              <a:gd name="connsiteX64" fmla="*/ 4541612 w 9662615"/>
              <a:gd name="connsiteY64" fmla="*/ 1545262 h 1592835"/>
              <a:gd name="connsiteX65" fmla="*/ 4422155 w 9662615"/>
              <a:gd name="connsiteY65" fmla="*/ 1542059 h 1592835"/>
              <a:gd name="connsiteX66" fmla="*/ 4221826 w 9662615"/>
              <a:gd name="connsiteY66" fmla="*/ 1508923 h 1592835"/>
              <a:gd name="connsiteX67" fmla="*/ 4096601 w 9662615"/>
              <a:gd name="connsiteY67" fmla="*/ 1521563 h 1592835"/>
              <a:gd name="connsiteX68" fmla="*/ 3970635 w 9662615"/>
              <a:gd name="connsiteY68" fmla="*/ 1544815 h 1592835"/>
              <a:gd name="connsiteX69" fmla="*/ 3833906 w 9662615"/>
              <a:gd name="connsiteY69" fmla="*/ 1516637 h 1592835"/>
              <a:gd name="connsiteX70" fmla="*/ 3696258 w 9662615"/>
              <a:gd name="connsiteY70" fmla="*/ 1537563 h 1592835"/>
              <a:gd name="connsiteX71" fmla="*/ 3594070 w 9662615"/>
              <a:gd name="connsiteY71" fmla="*/ 1509422 h 1592835"/>
              <a:gd name="connsiteX72" fmla="*/ 3565233 w 9662615"/>
              <a:gd name="connsiteY72" fmla="*/ 1515122 h 1592835"/>
              <a:gd name="connsiteX73" fmla="*/ 3560267 w 9662615"/>
              <a:gd name="connsiteY73" fmla="*/ 1516288 h 1592835"/>
              <a:gd name="connsiteX74" fmla="*/ 3540258 w 9662615"/>
              <a:gd name="connsiteY74" fmla="*/ 1516976 h 1592835"/>
              <a:gd name="connsiteX75" fmla="*/ 3534780 w 9662615"/>
              <a:gd name="connsiteY75" fmla="*/ 1522141 h 1592835"/>
              <a:gd name="connsiteX76" fmla="*/ 3504783 w 9662615"/>
              <a:gd name="connsiteY76" fmla="*/ 1526739 h 1592835"/>
              <a:gd name="connsiteX77" fmla="*/ 3430805 w 9662615"/>
              <a:gd name="connsiteY77" fmla="*/ 1542521 h 1592835"/>
              <a:gd name="connsiteX78" fmla="*/ 3292707 w 9662615"/>
              <a:gd name="connsiteY78" fmla="*/ 1520490 h 1592835"/>
              <a:gd name="connsiteX79" fmla="*/ 3187872 w 9662615"/>
              <a:gd name="connsiteY79" fmla="*/ 1519991 h 1592835"/>
              <a:gd name="connsiteX80" fmla="*/ 3148026 w 9662615"/>
              <a:gd name="connsiteY80" fmla="*/ 1524777 h 1592835"/>
              <a:gd name="connsiteX81" fmla="*/ 3092394 w 9662615"/>
              <a:gd name="connsiteY81" fmla="*/ 1528115 h 1592835"/>
              <a:gd name="connsiteX82" fmla="*/ 2994200 w 9662615"/>
              <a:gd name="connsiteY82" fmla="*/ 1537857 h 1592835"/>
              <a:gd name="connsiteX83" fmla="*/ 2862301 w 9662615"/>
              <a:gd name="connsiteY83" fmla="*/ 1544250 h 1592835"/>
              <a:gd name="connsiteX84" fmla="*/ 2766335 w 9662615"/>
              <a:gd name="connsiteY84" fmla="*/ 1527662 h 1592835"/>
              <a:gd name="connsiteX85" fmla="*/ 2757836 w 9662615"/>
              <a:gd name="connsiteY85" fmla="*/ 1531371 h 1592835"/>
              <a:gd name="connsiteX86" fmla="*/ 2691555 w 9662615"/>
              <a:gd name="connsiteY86" fmla="*/ 1530283 h 1592835"/>
              <a:gd name="connsiteX87" fmla="*/ 2491676 w 9662615"/>
              <a:gd name="connsiteY87" fmla="*/ 1500859 h 1592835"/>
              <a:gd name="connsiteX88" fmla="*/ 2378036 w 9662615"/>
              <a:gd name="connsiteY88" fmla="*/ 1520645 h 1592835"/>
              <a:gd name="connsiteX89" fmla="*/ 2284269 w 9662615"/>
              <a:gd name="connsiteY89" fmla="*/ 1503068 h 1592835"/>
              <a:gd name="connsiteX90" fmla="*/ 2207104 w 9662615"/>
              <a:gd name="connsiteY90" fmla="*/ 1508888 h 1592835"/>
              <a:gd name="connsiteX91" fmla="*/ 2149226 w 9662615"/>
              <a:gd name="connsiteY91" fmla="*/ 1523409 h 1592835"/>
              <a:gd name="connsiteX92" fmla="*/ 2084783 w 9662615"/>
              <a:gd name="connsiteY92" fmla="*/ 1524245 h 1592835"/>
              <a:gd name="connsiteX93" fmla="*/ 2070075 w 9662615"/>
              <a:gd name="connsiteY93" fmla="*/ 1511285 h 1592835"/>
              <a:gd name="connsiteX94" fmla="*/ 2001057 w 9662615"/>
              <a:gd name="connsiteY94" fmla="*/ 1516449 h 1592835"/>
              <a:gd name="connsiteX95" fmla="*/ 1896330 w 9662615"/>
              <a:gd name="connsiteY95" fmla="*/ 1525725 h 1592835"/>
              <a:gd name="connsiteX96" fmla="*/ 1835994 w 9662615"/>
              <a:gd name="connsiteY96" fmla="*/ 1527678 h 1592835"/>
              <a:gd name="connsiteX97" fmla="*/ 1671119 w 9662615"/>
              <a:gd name="connsiteY97" fmla="*/ 1536701 h 1592835"/>
              <a:gd name="connsiteX98" fmla="*/ 1601337 w 9662615"/>
              <a:gd name="connsiteY98" fmla="*/ 1548552 h 1592835"/>
              <a:gd name="connsiteX99" fmla="*/ 1407755 w 9662615"/>
              <a:gd name="connsiteY99" fmla="*/ 1571444 h 1592835"/>
              <a:gd name="connsiteX100" fmla="*/ 1271994 w 9662615"/>
              <a:gd name="connsiteY100" fmla="*/ 1579471 h 1592835"/>
              <a:gd name="connsiteX101" fmla="*/ 1249226 w 9662615"/>
              <a:gd name="connsiteY101" fmla="*/ 1583140 h 1592835"/>
              <a:gd name="connsiteX102" fmla="*/ 1217719 w 9662615"/>
              <a:gd name="connsiteY102" fmla="*/ 1580863 h 1592835"/>
              <a:gd name="connsiteX103" fmla="*/ 1091432 w 9662615"/>
              <a:gd name="connsiteY103" fmla="*/ 1571003 h 1592835"/>
              <a:gd name="connsiteX104" fmla="*/ 992039 w 9662615"/>
              <a:gd name="connsiteY104" fmla="*/ 1556662 h 1592835"/>
              <a:gd name="connsiteX105" fmla="*/ 868264 w 9662615"/>
              <a:gd name="connsiteY105" fmla="*/ 1566392 h 1592835"/>
              <a:gd name="connsiteX106" fmla="*/ 792765 w 9662615"/>
              <a:gd name="connsiteY106" fmla="*/ 1563102 h 1592835"/>
              <a:gd name="connsiteX107" fmla="*/ 669055 w 9662615"/>
              <a:gd name="connsiteY107" fmla="*/ 1543638 h 1592835"/>
              <a:gd name="connsiteX108" fmla="*/ 506152 w 9662615"/>
              <a:gd name="connsiteY108" fmla="*/ 1549124 h 1592835"/>
              <a:gd name="connsiteX109" fmla="*/ 472797 w 9662615"/>
              <a:gd name="connsiteY109" fmla="*/ 1568904 h 1592835"/>
              <a:gd name="connsiteX110" fmla="*/ 427864 w 9662615"/>
              <a:gd name="connsiteY110" fmla="*/ 1580848 h 1592835"/>
              <a:gd name="connsiteX111" fmla="*/ 408381 w 9662615"/>
              <a:gd name="connsiteY111" fmla="*/ 1552940 h 1592835"/>
              <a:gd name="connsiteX112" fmla="*/ 267163 w 9662615"/>
              <a:gd name="connsiteY112" fmla="*/ 1531913 h 1592835"/>
              <a:gd name="connsiteX113" fmla="*/ 196644 w 9662615"/>
              <a:gd name="connsiteY113" fmla="*/ 1524565 h 1592835"/>
              <a:gd name="connsiteX114" fmla="*/ 86819 w 9662615"/>
              <a:gd name="connsiteY114" fmla="*/ 1519517 h 1592835"/>
              <a:gd name="connsiteX115" fmla="*/ 53369 w 9662615"/>
              <a:gd name="connsiteY115" fmla="*/ 1516853 h 1592835"/>
              <a:gd name="connsiteX116" fmla="*/ 2359 w 9662615"/>
              <a:gd name="connsiteY116" fmla="*/ 1515247 h 1592835"/>
              <a:gd name="connsiteX117" fmla="*/ 0 w 9662615"/>
              <a:gd name="connsiteY117" fmla="*/ 1514932 h 1592835"/>
              <a:gd name="connsiteX118" fmla="*/ 0 w 9662615"/>
              <a:gd name="connsiteY118" fmla="*/ 0 h 1592835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63775 w 9662615"/>
              <a:gd name="connsiteY55" fmla="*/ 1562633 h 1692226"/>
              <a:gd name="connsiteX56" fmla="*/ 4847242 w 9662615"/>
              <a:gd name="connsiteY56" fmla="*/ 1565435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63775 w 9662615"/>
              <a:gd name="connsiteY55" fmla="*/ 1562633 h 1692226"/>
              <a:gd name="connsiteX56" fmla="*/ 4847242 w 9662615"/>
              <a:gd name="connsiteY56" fmla="*/ 1664826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71726 w 9662615"/>
              <a:gd name="connsiteY55" fmla="*/ 1570584 h 1692226"/>
              <a:gd name="connsiteX56" fmla="*/ 4847242 w 9662615"/>
              <a:gd name="connsiteY56" fmla="*/ 1664826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71726 w 9662615"/>
              <a:gd name="connsiteY55" fmla="*/ 1570584 h 1692226"/>
              <a:gd name="connsiteX56" fmla="*/ 4847242 w 9662615"/>
              <a:gd name="connsiteY56" fmla="*/ 1621094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21094"/>
              <a:gd name="connsiteX1" fmla="*/ 9662615 w 9662615"/>
              <a:gd name="connsiteY1" fmla="*/ 0 h 1621094"/>
              <a:gd name="connsiteX2" fmla="*/ 9662615 w 9662615"/>
              <a:gd name="connsiteY2" fmla="*/ 1280346 h 1621094"/>
              <a:gd name="connsiteX3" fmla="*/ 9658420 w 9662615"/>
              <a:gd name="connsiteY3" fmla="*/ 1280106 h 1621094"/>
              <a:gd name="connsiteX4" fmla="*/ 9469546 w 9662615"/>
              <a:gd name="connsiteY4" fmla="*/ 1289837 h 1621094"/>
              <a:gd name="connsiteX5" fmla="*/ 9385895 w 9662615"/>
              <a:gd name="connsiteY5" fmla="*/ 1269203 h 1621094"/>
              <a:gd name="connsiteX6" fmla="*/ 9144767 w 9662615"/>
              <a:gd name="connsiteY6" fmla="*/ 1264120 h 1621094"/>
              <a:gd name="connsiteX7" fmla="*/ 8837252 w 9662615"/>
              <a:gd name="connsiteY7" fmla="*/ 1350515 h 1621094"/>
              <a:gd name="connsiteX8" fmla="*/ 8705466 w 9662615"/>
              <a:gd name="connsiteY8" fmla="*/ 1342419 h 1621094"/>
              <a:gd name="connsiteX9" fmla="*/ 8652221 w 9662615"/>
              <a:gd name="connsiteY9" fmla="*/ 1326906 h 1621094"/>
              <a:gd name="connsiteX10" fmla="*/ 8632312 w 9662615"/>
              <a:gd name="connsiteY10" fmla="*/ 1326025 h 1621094"/>
              <a:gd name="connsiteX11" fmla="*/ 8591582 w 9662615"/>
              <a:gd name="connsiteY11" fmla="*/ 1341666 h 1621094"/>
              <a:gd name="connsiteX12" fmla="*/ 8537336 w 9662615"/>
              <a:gd name="connsiteY12" fmla="*/ 1341684 h 1621094"/>
              <a:gd name="connsiteX13" fmla="*/ 8472508 w 9662615"/>
              <a:gd name="connsiteY13" fmla="*/ 1363109 h 1621094"/>
              <a:gd name="connsiteX14" fmla="*/ 8258477 w 9662615"/>
              <a:gd name="connsiteY14" fmla="*/ 1370666 h 1621094"/>
              <a:gd name="connsiteX15" fmla="*/ 8197961 w 9662615"/>
              <a:gd name="connsiteY15" fmla="*/ 1392804 h 1621094"/>
              <a:gd name="connsiteX16" fmla="*/ 8171196 w 9662615"/>
              <a:gd name="connsiteY16" fmla="*/ 1397216 h 1621094"/>
              <a:gd name="connsiteX17" fmla="*/ 8127667 w 9662615"/>
              <a:gd name="connsiteY17" fmla="*/ 1418254 h 1621094"/>
              <a:gd name="connsiteX18" fmla="*/ 7974579 w 9662615"/>
              <a:gd name="connsiteY18" fmla="*/ 1383439 h 1621094"/>
              <a:gd name="connsiteX19" fmla="*/ 7768351 w 9662615"/>
              <a:gd name="connsiteY19" fmla="*/ 1395051 h 1621094"/>
              <a:gd name="connsiteX20" fmla="*/ 7635985 w 9662615"/>
              <a:gd name="connsiteY20" fmla="*/ 1386363 h 1621094"/>
              <a:gd name="connsiteX21" fmla="*/ 7466069 w 9662615"/>
              <a:gd name="connsiteY21" fmla="*/ 1377654 h 1621094"/>
              <a:gd name="connsiteX22" fmla="*/ 7355642 w 9662615"/>
              <a:gd name="connsiteY22" fmla="*/ 1407761 h 1621094"/>
              <a:gd name="connsiteX23" fmla="*/ 7151610 w 9662615"/>
              <a:gd name="connsiteY23" fmla="*/ 1397856 h 1621094"/>
              <a:gd name="connsiteX24" fmla="*/ 7082147 w 9662615"/>
              <a:gd name="connsiteY24" fmla="*/ 1406113 h 1621094"/>
              <a:gd name="connsiteX25" fmla="*/ 7014958 w 9662615"/>
              <a:gd name="connsiteY25" fmla="*/ 1396883 h 1621094"/>
              <a:gd name="connsiteX26" fmla="*/ 6907567 w 9662615"/>
              <a:gd name="connsiteY26" fmla="*/ 1419149 h 1621094"/>
              <a:gd name="connsiteX27" fmla="*/ 6748428 w 9662615"/>
              <a:gd name="connsiteY27" fmla="*/ 1420308 h 1621094"/>
              <a:gd name="connsiteX28" fmla="*/ 6654257 w 9662615"/>
              <a:gd name="connsiteY28" fmla="*/ 1424143 h 1621094"/>
              <a:gd name="connsiteX29" fmla="*/ 6620123 w 9662615"/>
              <a:gd name="connsiteY29" fmla="*/ 1430535 h 1621094"/>
              <a:gd name="connsiteX30" fmla="*/ 6571355 w 9662615"/>
              <a:gd name="connsiteY30" fmla="*/ 1436144 h 1621094"/>
              <a:gd name="connsiteX31" fmla="*/ 6486557 w 9662615"/>
              <a:gd name="connsiteY31" fmla="*/ 1449861 h 1621094"/>
              <a:gd name="connsiteX32" fmla="*/ 6370419 w 9662615"/>
              <a:gd name="connsiteY32" fmla="*/ 1461649 h 1621094"/>
              <a:gd name="connsiteX33" fmla="*/ 6278839 w 9662615"/>
              <a:gd name="connsiteY33" fmla="*/ 1449160 h 1621094"/>
              <a:gd name="connsiteX34" fmla="*/ 6272455 w 9662615"/>
              <a:gd name="connsiteY34" fmla="*/ 1453191 h 1621094"/>
              <a:gd name="connsiteX35" fmla="*/ 6212659 w 9662615"/>
              <a:gd name="connsiteY35" fmla="*/ 1454850 h 1621094"/>
              <a:gd name="connsiteX36" fmla="*/ 6069317 w 9662615"/>
              <a:gd name="connsiteY36" fmla="*/ 1445838 h 1621094"/>
              <a:gd name="connsiteX37" fmla="*/ 5878477 w 9662615"/>
              <a:gd name="connsiteY37" fmla="*/ 1439180 h 1621094"/>
              <a:gd name="connsiteX38" fmla="*/ 5838387 w 9662615"/>
              <a:gd name="connsiteY38" fmla="*/ 1444679 h 1621094"/>
              <a:gd name="connsiteX39" fmla="*/ 5771136 w 9662615"/>
              <a:gd name="connsiteY39" fmla="*/ 1453639 h 1621094"/>
              <a:gd name="connsiteX40" fmla="*/ 5724081 w 9662615"/>
              <a:gd name="connsiteY40" fmla="*/ 1470431 h 1621094"/>
              <a:gd name="connsiteX41" fmla="*/ 5666577 w 9662615"/>
              <a:gd name="connsiteY41" fmla="*/ 1473921 h 1621094"/>
              <a:gd name="connsiteX42" fmla="*/ 5649068 w 9662615"/>
              <a:gd name="connsiteY42" fmla="*/ 1461676 h 1621094"/>
              <a:gd name="connsiteX43" fmla="*/ 5588902 w 9662615"/>
              <a:gd name="connsiteY43" fmla="*/ 1469647 h 1621094"/>
              <a:gd name="connsiteX44" fmla="*/ 5498090 w 9662615"/>
              <a:gd name="connsiteY44" fmla="*/ 1483173 h 1621094"/>
              <a:gd name="connsiteX45" fmla="*/ 5444641 w 9662615"/>
              <a:gd name="connsiteY45" fmla="*/ 1487602 h 1621094"/>
              <a:gd name="connsiteX46" fmla="*/ 5299812 w 9662615"/>
              <a:gd name="connsiteY46" fmla="*/ 1503362 h 1621094"/>
              <a:gd name="connsiteX47" fmla="*/ 5213947 w 9662615"/>
              <a:gd name="connsiteY47" fmla="*/ 1516637 h 1621094"/>
              <a:gd name="connsiteX48" fmla="*/ 5090342 w 9662615"/>
              <a:gd name="connsiteY48" fmla="*/ 1546680 h 1621094"/>
              <a:gd name="connsiteX49" fmla="*/ 5129812 w 9662615"/>
              <a:gd name="connsiteY49" fmla="*/ 1521277 h 1621094"/>
              <a:gd name="connsiteX50" fmla="*/ 5059484 w 9662615"/>
              <a:gd name="connsiteY50" fmla="*/ 1546802 h 1621094"/>
              <a:gd name="connsiteX51" fmla="*/ 5038524 w 9662615"/>
              <a:gd name="connsiteY51" fmla="*/ 1545675 h 1621094"/>
              <a:gd name="connsiteX52" fmla="*/ 5026564 w 9662615"/>
              <a:gd name="connsiteY52" fmla="*/ 1545376 h 1621094"/>
              <a:gd name="connsiteX53" fmla="*/ 4969433 w 9662615"/>
              <a:gd name="connsiteY53" fmla="*/ 1550865 h 1621094"/>
              <a:gd name="connsiteX54" fmla="*/ 4921303 w 9662615"/>
              <a:gd name="connsiteY54" fmla="*/ 1575379 h 1621094"/>
              <a:gd name="connsiteX55" fmla="*/ 4871726 w 9662615"/>
              <a:gd name="connsiteY55" fmla="*/ 1570584 h 1621094"/>
              <a:gd name="connsiteX56" fmla="*/ 4847242 w 9662615"/>
              <a:gd name="connsiteY56" fmla="*/ 1621094 h 1621094"/>
              <a:gd name="connsiteX57" fmla="*/ 4821058 w 9662615"/>
              <a:gd name="connsiteY57" fmla="*/ 1553078 h 1621094"/>
              <a:gd name="connsiteX58" fmla="*/ 4791466 w 9662615"/>
              <a:gd name="connsiteY58" fmla="*/ 1561324 h 1621094"/>
              <a:gd name="connsiteX59" fmla="*/ 4784247 w 9662615"/>
              <a:gd name="connsiteY59" fmla="*/ 1562342 h 1621094"/>
              <a:gd name="connsiteX60" fmla="*/ 4735334 w 9662615"/>
              <a:gd name="connsiteY60" fmla="*/ 1581778 h 1621094"/>
              <a:gd name="connsiteX61" fmla="*/ 4697562 w 9662615"/>
              <a:gd name="connsiteY61" fmla="*/ 1551206 h 1621094"/>
              <a:gd name="connsiteX62" fmla="*/ 4662664 w 9662615"/>
              <a:gd name="connsiteY62" fmla="*/ 1573162 h 1621094"/>
              <a:gd name="connsiteX63" fmla="*/ 4603028 w 9662615"/>
              <a:gd name="connsiteY63" fmla="*/ 1568821 h 1621094"/>
              <a:gd name="connsiteX64" fmla="*/ 4541612 w 9662615"/>
              <a:gd name="connsiteY64" fmla="*/ 1545262 h 1621094"/>
              <a:gd name="connsiteX65" fmla="*/ 4422155 w 9662615"/>
              <a:gd name="connsiteY65" fmla="*/ 1542059 h 1621094"/>
              <a:gd name="connsiteX66" fmla="*/ 4221826 w 9662615"/>
              <a:gd name="connsiteY66" fmla="*/ 1508923 h 1621094"/>
              <a:gd name="connsiteX67" fmla="*/ 4096601 w 9662615"/>
              <a:gd name="connsiteY67" fmla="*/ 1521563 h 1621094"/>
              <a:gd name="connsiteX68" fmla="*/ 3970635 w 9662615"/>
              <a:gd name="connsiteY68" fmla="*/ 1544815 h 1621094"/>
              <a:gd name="connsiteX69" fmla="*/ 3833906 w 9662615"/>
              <a:gd name="connsiteY69" fmla="*/ 1516637 h 1621094"/>
              <a:gd name="connsiteX70" fmla="*/ 3696258 w 9662615"/>
              <a:gd name="connsiteY70" fmla="*/ 1537563 h 1621094"/>
              <a:gd name="connsiteX71" fmla="*/ 3594070 w 9662615"/>
              <a:gd name="connsiteY71" fmla="*/ 1509422 h 1621094"/>
              <a:gd name="connsiteX72" fmla="*/ 3565233 w 9662615"/>
              <a:gd name="connsiteY72" fmla="*/ 1515122 h 1621094"/>
              <a:gd name="connsiteX73" fmla="*/ 3560267 w 9662615"/>
              <a:gd name="connsiteY73" fmla="*/ 1516288 h 1621094"/>
              <a:gd name="connsiteX74" fmla="*/ 3540258 w 9662615"/>
              <a:gd name="connsiteY74" fmla="*/ 1516976 h 1621094"/>
              <a:gd name="connsiteX75" fmla="*/ 3534780 w 9662615"/>
              <a:gd name="connsiteY75" fmla="*/ 1522141 h 1621094"/>
              <a:gd name="connsiteX76" fmla="*/ 3504783 w 9662615"/>
              <a:gd name="connsiteY76" fmla="*/ 1526739 h 1621094"/>
              <a:gd name="connsiteX77" fmla="*/ 3430805 w 9662615"/>
              <a:gd name="connsiteY77" fmla="*/ 1542521 h 1621094"/>
              <a:gd name="connsiteX78" fmla="*/ 3292707 w 9662615"/>
              <a:gd name="connsiteY78" fmla="*/ 1520490 h 1621094"/>
              <a:gd name="connsiteX79" fmla="*/ 3187872 w 9662615"/>
              <a:gd name="connsiteY79" fmla="*/ 1519991 h 1621094"/>
              <a:gd name="connsiteX80" fmla="*/ 3148026 w 9662615"/>
              <a:gd name="connsiteY80" fmla="*/ 1524777 h 1621094"/>
              <a:gd name="connsiteX81" fmla="*/ 3092394 w 9662615"/>
              <a:gd name="connsiteY81" fmla="*/ 1528115 h 1621094"/>
              <a:gd name="connsiteX82" fmla="*/ 2994200 w 9662615"/>
              <a:gd name="connsiteY82" fmla="*/ 1537857 h 1621094"/>
              <a:gd name="connsiteX83" fmla="*/ 2862301 w 9662615"/>
              <a:gd name="connsiteY83" fmla="*/ 1544250 h 1621094"/>
              <a:gd name="connsiteX84" fmla="*/ 2766335 w 9662615"/>
              <a:gd name="connsiteY84" fmla="*/ 1527662 h 1621094"/>
              <a:gd name="connsiteX85" fmla="*/ 2757836 w 9662615"/>
              <a:gd name="connsiteY85" fmla="*/ 1531371 h 1621094"/>
              <a:gd name="connsiteX86" fmla="*/ 2691555 w 9662615"/>
              <a:gd name="connsiteY86" fmla="*/ 1530283 h 1621094"/>
              <a:gd name="connsiteX87" fmla="*/ 2491676 w 9662615"/>
              <a:gd name="connsiteY87" fmla="*/ 1500859 h 1621094"/>
              <a:gd name="connsiteX88" fmla="*/ 2378036 w 9662615"/>
              <a:gd name="connsiteY88" fmla="*/ 1520645 h 1621094"/>
              <a:gd name="connsiteX89" fmla="*/ 2284269 w 9662615"/>
              <a:gd name="connsiteY89" fmla="*/ 1503068 h 1621094"/>
              <a:gd name="connsiteX90" fmla="*/ 2207104 w 9662615"/>
              <a:gd name="connsiteY90" fmla="*/ 1508888 h 1621094"/>
              <a:gd name="connsiteX91" fmla="*/ 2149226 w 9662615"/>
              <a:gd name="connsiteY91" fmla="*/ 1523409 h 1621094"/>
              <a:gd name="connsiteX92" fmla="*/ 2084783 w 9662615"/>
              <a:gd name="connsiteY92" fmla="*/ 1524245 h 1621094"/>
              <a:gd name="connsiteX93" fmla="*/ 2070075 w 9662615"/>
              <a:gd name="connsiteY93" fmla="*/ 1511285 h 1621094"/>
              <a:gd name="connsiteX94" fmla="*/ 2001057 w 9662615"/>
              <a:gd name="connsiteY94" fmla="*/ 1516449 h 1621094"/>
              <a:gd name="connsiteX95" fmla="*/ 1896330 w 9662615"/>
              <a:gd name="connsiteY95" fmla="*/ 1525725 h 1621094"/>
              <a:gd name="connsiteX96" fmla="*/ 1835994 w 9662615"/>
              <a:gd name="connsiteY96" fmla="*/ 1527678 h 1621094"/>
              <a:gd name="connsiteX97" fmla="*/ 1671119 w 9662615"/>
              <a:gd name="connsiteY97" fmla="*/ 1536701 h 1621094"/>
              <a:gd name="connsiteX98" fmla="*/ 1601337 w 9662615"/>
              <a:gd name="connsiteY98" fmla="*/ 1548552 h 1621094"/>
              <a:gd name="connsiteX99" fmla="*/ 1407755 w 9662615"/>
              <a:gd name="connsiteY99" fmla="*/ 1571444 h 1621094"/>
              <a:gd name="connsiteX100" fmla="*/ 1271994 w 9662615"/>
              <a:gd name="connsiteY100" fmla="*/ 1579471 h 1621094"/>
              <a:gd name="connsiteX101" fmla="*/ 1249226 w 9662615"/>
              <a:gd name="connsiteY101" fmla="*/ 1583140 h 1621094"/>
              <a:gd name="connsiteX102" fmla="*/ 1217719 w 9662615"/>
              <a:gd name="connsiteY102" fmla="*/ 1580863 h 1621094"/>
              <a:gd name="connsiteX103" fmla="*/ 1091432 w 9662615"/>
              <a:gd name="connsiteY103" fmla="*/ 1571003 h 1621094"/>
              <a:gd name="connsiteX104" fmla="*/ 992039 w 9662615"/>
              <a:gd name="connsiteY104" fmla="*/ 1556662 h 1621094"/>
              <a:gd name="connsiteX105" fmla="*/ 868264 w 9662615"/>
              <a:gd name="connsiteY105" fmla="*/ 1566392 h 1621094"/>
              <a:gd name="connsiteX106" fmla="*/ 792765 w 9662615"/>
              <a:gd name="connsiteY106" fmla="*/ 1563102 h 1621094"/>
              <a:gd name="connsiteX107" fmla="*/ 669055 w 9662615"/>
              <a:gd name="connsiteY107" fmla="*/ 1543638 h 1621094"/>
              <a:gd name="connsiteX108" fmla="*/ 506152 w 9662615"/>
              <a:gd name="connsiteY108" fmla="*/ 1549124 h 1621094"/>
              <a:gd name="connsiteX109" fmla="*/ 472797 w 9662615"/>
              <a:gd name="connsiteY109" fmla="*/ 1568904 h 1621094"/>
              <a:gd name="connsiteX110" fmla="*/ 427864 w 9662615"/>
              <a:gd name="connsiteY110" fmla="*/ 1580848 h 1621094"/>
              <a:gd name="connsiteX111" fmla="*/ 408381 w 9662615"/>
              <a:gd name="connsiteY111" fmla="*/ 1552940 h 1621094"/>
              <a:gd name="connsiteX112" fmla="*/ 267163 w 9662615"/>
              <a:gd name="connsiteY112" fmla="*/ 1531913 h 1621094"/>
              <a:gd name="connsiteX113" fmla="*/ 196644 w 9662615"/>
              <a:gd name="connsiteY113" fmla="*/ 1524565 h 1621094"/>
              <a:gd name="connsiteX114" fmla="*/ 86819 w 9662615"/>
              <a:gd name="connsiteY114" fmla="*/ 1519517 h 1621094"/>
              <a:gd name="connsiteX115" fmla="*/ 53369 w 9662615"/>
              <a:gd name="connsiteY115" fmla="*/ 1516853 h 1621094"/>
              <a:gd name="connsiteX116" fmla="*/ 2359 w 9662615"/>
              <a:gd name="connsiteY116" fmla="*/ 1515247 h 1621094"/>
              <a:gd name="connsiteX117" fmla="*/ 0 w 9662615"/>
              <a:gd name="connsiteY117" fmla="*/ 1514932 h 1621094"/>
              <a:gd name="connsiteX118" fmla="*/ 0 w 9662615"/>
              <a:gd name="connsiteY118" fmla="*/ 0 h 1621094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1303 w 9662615"/>
              <a:gd name="connsiteY54" fmla="*/ 1575379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5334 w 9662615"/>
              <a:gd name="connsiteY60" fmla="*/ 158177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422155 w 9662615"/>
              <a:gd name="connsiteY65" fmla="*/ 1542059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5334 w 9662615"/>
              <a:gd name="connsiteY60" fmla="*/ 158177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422155 w 9662615"/>
              <a:gd name="connsiteY65" fmla="*/ 1542059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97680"/>
              <a:gd name="connsiteX1" fmla="*/ 9662615 w 9662615"/>
              <a:gd name="connsiteY1" fmla="*/ 0 h 1597680"/>
              <a:gd name="connsiteX2" fmla="*/ 9662615 w 9662615"/>
              <a:gd name="connsiteY2" fmla="*/ 1280346 h 1597680"/>
              <a:gd name="connsiteX3" fmla="*/ 9658420 w 9662615"/>
              <a:gd name="connsiteY3" fmla="*/ 1280106 h 1597680"/>
              <a:gd name="connsiteX4" fmla="*/ 9469546 w 9662615"/>
              <a:gd name="connsiteY4" fmla="*/ 1289837 h 1597680"/>
              <a:gd name="connsiteX5" fmla="*/ 9385895 w 9662615"/>
              <a:gd name="connsiteY5" fmla="*/ 1269203 h 1597680"/>
              <a:gd name="connsiteX6" fmla="*/ 9144767 w 9662615"/>
              <a:gd name="connsiteY6" fmla="*/ 1264120 h 1597680"/>
              <a:gd name="connsiteX7" fmla="*/ 8837252 w 9662615"/>
              <a:gd name="connsiteY7" fmla="*/ 1350515 h 1597680"/>
              <a:gd name="connsiteX8" fmla="*/ 8705466 w 9662615"/>
              <a:gd name="connsiteY8" fmla="*/ 1342419 h 1597680"/>
              <a:gd name="connsiteX9" fmla="*/ 8652221 w 9662615"/>
              <a:gd name="connsiteY9" fmla="*/ 1326906 h 1597680"/>
              <a:gd name="connsiteX10" fmla="*/ 8632312 w 9662615"/>
              <a:gd name="connsiteY10" fmla="*/ 1326025 h 1597680"/>
              <a:gd name="connsiteX11" fmla="*/ 8591582 w 9662615"/>
              <a:gd name="connsiteY11" fmla="*/ 1341666 h 1597680"/>
              <a:gd name="connsiteX12" fmla="*/ 8537336 w 9662615"/>
              <a:gd name="connsiteY12" fmla="*/ 1341684 h 1597680"/>
              <a:gd name="connsiteX13" fmla="*/ 8472508 w 9662615"/>
              <a:gd name="connsiteY13" fmla="*/ 1363109 h 1597680"/>
              <a:gd name="connsiteX14" fmla="*/ 8258477 w 9662615"/>
              <a:gd name="connsiteY14" fmla="*/ 1370666 h 1597680"/>
              <a:gd name="connsiteX15" fmla="*/ 8197961 w 9662615"/>
              <a:gd name="connsiteY15" fmla="*/ 1392804 h 1597680"/>
              <a:gd name="connsiteX16" fmla="*/ 8171196 w 9662615"/>
              <a:gd name="connsiteY16" fmla="*/ 1397216 h 1597680"/>
              <a:gd name="connsiteX17" fmla="*/ 8127667 w 9662615"/>
              <a:gd name="connsiteY17" fmla="*/ 1418254 h 1597680"/>
              <a:gd name="connsiteX18" fmla="*/ 7974579 w 9662615"/>
              <a:gd name="connsiteY18" fmla="*/ 1383439 h 1597680"/>
              <a:gd name="connsiteX19" fmla="*/ 7768351 w 9662615"/>
              <a:gd name="connsiteY19" fmla="*/ 1395051 h 1597680"/>
              <a:gd name="connsiteX20" fmla="*/ 7635985 w 9662615"/>
              <a:gd name="connsiteY20" fmla="*/ 1386363 h 1597680"/>
              <a:gd name="connsiteX21" fmla="*/ 7466069 w 9662615"/>
              <a:gd name="connsiteY21" fmla="*/ 1377654 h 1597680"/>
              <a:gd name="connsiteX22" fmla="*/ 7355642 w 9662615"/>
              <a:gd name="connsiteY22" fmla="*/ 1407761 h 1597680"/>
              <a:gd name="connsiteX23" fmla="*/ 7151610 w 9662615"/>
              <a:gd name="connsiteY23" fmla="*/ 1397856 h 1597680"/>
              <a:gd name="connsiteX24" fmla="*/ 7082147 w 9662615"/>
              <a:gd name="connsiteY24" fmla="*/ 1406113 h 1597680"/>
              <a:gd name="connsiteX25" fmla="*/ 7014958 w 9662615"/>
              <a:gd name="connsiteY25" fmla="*/ 1396883 h 1597680"/>
              <a:gd name="connsiteX26" fmla="*/ 6907567 w 9662615"/>
              <a:gd name="connsiteY26" fmla="*/ 1419149 h 1597680"/>
              <a:gd name="connsiteX27" fmla="*/ 6748428 w 9662615"/>
              <a:gd name="connsiteY27" fmla="*/ 1420308 h 1597680"/>
              <a:gd name="connsiteX28" fmla="*/ 6654257 w 9662615"/>
              <a:gd name="connsiteY28" fmla="*/ 1424143 h 1597680"/>
              <a:gd name="connsiteX29" fmla="*/ 6620123 w 9662615"/>
              <a:gd name="connsiteY29" fmla="*/ 1430535 h 1597680"/>
              <a:gd name="connsiteX30" fmla="*/ 6571355 w 9662615"/>
              <a:gd name="connsiteY30" fmla="*/ 1436144 h 1597680"/>
              <a:gd name="connsiteX31" fmla="*/ 6486557 w 9662615"/>
              <a:gd name="connsiteY31" fmla="*/ 1449861 h 1597680"/>
              <a:gd name="connsiteX32" fmla="*/ 6370419 w 9662615"/>
              <a:gd name="connsiteY32" fmla="*/ 1461649 h 1597680"/>
              <a:gd name="connsiteX33" fmla="*/ 6278839 w 9662615"/>
              <a:gd name="connsiteY33" fmla="*/ 1449160 h 1597680"/>
              <a:gd name="connsiteX34" fmla="*/ 6272455 w 9662615"/>
              <a:gd name="connsiteY34" fmla="*/ 1453191 h 1597680"/>
              <a:gd name="connsiteX35" fmla="*/ 6212659 w 9662615"/>
              <a:gd name="connsiteY35" fmla="*/ 1454850 h 1597680"/>
              <a:gd name="connsiteX36" fmla="*/ 6069317 w 9662615"/>
              <a:gd name="connsiteY36" fmla="*/ 1445838 h 1597680"/>
              <a:gd name="connsiteX37" fmla="*/ 5878477 w 9662615"/>
              <a:gd name="connsiteY37" fmla="*/ 1439180 h 1597680"/>
              <a:gd name="connsiteX38" fmla="*/ 5838387 w 9662615"/>
              <a:gd name="connsiteY38" fmla="*/ 1444679 h 1597680"/>
              <a:gd name="connsiteX39" fmla="*/ 5771136 w 9662615"/>
              <a:gd name="connsiteY39" fmla="*/ 1453639 h 1597680"/>
              <a:gd name="connsiteX40" fmla="*/ 5724081 w 9662615"/>
              <a:gd name="connsiteY40" fmla="*/ 1470431 h 1597680"/>
              <a:gd name="connsiteX41" fmla="*/ 5666577 w 9662615"/>
              <a:gd name="connsiteY41" fmla="*/ 1473921 h 1597680"/>
              <a:gd name="connsiteX42" fmla="*/ 5649068 w 9662615"/>
              <a:gd name="connsiteY42" fmla="*/ 1461676 h 1597680"/>
              <a:gd name="connsiteX43" fmla="*/ 5588902 w 9662615"/>
              <a:gd name="connsiteY43" fmla="*/ 1469647 h 1597680"/>
              <a:gd name="connsiteX44" fmla="*/ 5498090 w 9662615"/>
              <a:gd name="connsiteY44" fmla="*/ 1483173 h 1597680"/>
              <a:gd name="connsiteX45" fmla="*/ 5444641 w 9662615"/>
              <a:gd name="connsiteY45" fmla="*/ 1487602 h 1597680"/>
              <a:gd name="connsiteX46" fmla="*/ 5299812 w 9662615"/>
              <a:gd name="connsiteY46" fmla="*/ 1503362 h 1597680"/>
              <a:gd name="connsiteX47" fmla="*/ 5213947 w 9662615"/>
              <a:gd name="connsiteY47" fmla="*/ 1516637 h 1597680"/>
              <a:gd name="connsiteX48" fmla="*/ 5090342 w 9662615"/>
              <a:gd name="connsiteY48" fmla="*/ 1546680 h 1597680"/>
              <a:gd name="connsiteX49" fmla="*/ 5129812 w 9662615"/>
              <a:gd name="connsiteY49" fmla="*/ 1521277 h 1597680"/>
              <a:gd name="connsiteX50" fmla="*/ 5059484 w 9662615"/>
              <a:gd name="connsiteY50" fmla="*/ 1546802 h 1597680"/>
              <a:gd name="connsiteX51" fmla="*/ 5038524 w 9662615"/>
              <a:gd name="connsiteY51" fmla="*/ 1545675 h 1597680"/>
              <a:gd name="connsiteX52" fmla="*/ 5026564 w 9662615"/>
              <a:gd name="connsiteY52" fmla="*/ 1545376 h 1597680"/>
              <a:gd name="connsiteX53" fmla="*/ 4969433 w 9662615"/>
              <a:gd name="connsiteY53" fmla="*/ 1550865 h 1597680"/>
              <a:gd name="connsiteX54" fmla="*/ 4929254 w 9662615"/>
              <a:gd name="connsiteY54" fmla="*/ 1563452 h 1597680"/>
              <a:gd name="connsiteX55" fmla="*/ 4871726 w 9662615"/>
              <a:gd name="connsiteY55" fmla="*/ 1570584 h 1597680"/>
              <a:gd name="connsiteX56" fmla="*/ 4843267 w 9662615"/>
              <a:gd name="connsiteY56" fmla="*/ 1561459 h 1597680"/>
              <a:gd name="connsiteX57" fmla="*/ 4821058 w 9662615"/>
              <a:gd name="connsiteY57" fmla="*/ 1553078 h 1597680"/>
              <a:gd name="connsiteX58" fmla="*/ 4791466 w 9662615"/>
              <a:gd name="connsiteY58" fmla="*/ 1561324 h 1597680"/>
              <a:gd name="connsiteX59" fmla="*/ 4784247 w 9662615"/>
              <a:gd name="connsiteY59" fmla="*/ 1562342 h 1597680"/>
              <a:gd name="connsiteX60" fmla="*/ 4743285 w 9662615"/>
              <a:gd name="connsiteY60" fmla="*/ 1597680 h 1597680"/>
              <a:gd name="connsiteX61" fmla="*/ 4697562 w 9662615"/>
              <a:gd name="connsiteY61" fmla="*/ 1551206 h 1597680"/>
              <a:gd name="connsiteX62" fmla="*/ 4662664 w 9662615"/>
              <a:gd name="connsiteY62" fmla="*/ 1573162 h 1597680"/>
              <a:gd name="connsiteX63" fmla="*/ 4603028 w 9662615"/>
              <a:gd name="connsiteY63" fmla="*/ 1568821 h 1597680"/>
              <a:gd name="connsiteX64" fmla="*/ 4541612 w 9662615"/>
              <a:gd name="connsiteY64" fmla="*/ 1545262 h 1597680"/>
              <a:gd name="connsiteX65" fmla="*/ 4422155 w 9662615"/>
              <a:gd name="connsiteY65" fmla="*/ 1542059 h 1597680"/>
              <a:gd name="connsiteX66" fmla="*/ 4221826 w 9662615"/>
              <a:gd name="connsiteY66" fmla="*/ 1508923 h 1597680"/>
              <a:gd name="connsiteX67" fmla="*/ 4096601 w 9662615"/>
              <a:gd name="connsiteY67" fmla="*/ 1521563 h 1597680"/>
              <a:gd name="connsiteX68" fmla="*/ 3970635 w 9662615"/>
              <a:gd name="connsiteY68" fmla="*/ 1544815 h 1597680"/>
              <a:gd name="connsiteX69" fmla="*/ 3833906 w 9662615"/>
              <a:gd name="connsiteY69" fmla="*/ 1516637 h 1597680"/>
              <a:gd name="connsiteX70" fmla="*/ 3696258 w 9662615"/>
              <a:gd name="connsiteY70" fmla="*/ 1537563 h 1597680"/>
              <a:gd name="connsiteX71" fmla="*/ 3594070 w 9662615"/>
              <a:gd name="connsiteY71" fmla="*/ 1509422 h 1597680"/>
              <a:gd name="connsiteX72" fmla="*/ 3565233 w 9662615"/>
              <a:gd name="connsiteY72" fmla="*/ 1515122 h 1597680"/>
              <a:gd name="connsiteX73" fmla="*/ 3560267 w 9662615"/>
              <a:gd name="connsiteY73" fmla="*/ 1516288 h 1597680"/>
              <a:gd name="connsiteX74" fmla="*/ 3540258 w 9662615"/>
              <a:gd name="connsiteY74" fmla="*/ 1516976 h 1597680"/>
              <a:gd name="connsiteX75" fmla="*/ 3534780 w 9662615"/>
              <a:gd name="connsiteY75" fmla="*/ 1522141 h 1597680"/>
              <a:gd name="connsiteX76" fmla="*/ 3504783 w 9662615"/>
              <a:gd name="connsiteY76" fmla="*/ 1526739 h 1597680"/>
              <a:gd name="connsiteX77" fmla="*/ 3430805 w 9662615"/>
              <a:gd name="connsiteY77" fmla="*/ 1542521 h 1597680"/>
              <a:gd name="connsiteX78" fmla="*/ 3292707 w 9662615"/>
              <a:gd name="connsiteY78" fmla="*/ 1520490 h 1597680"/>
              <a:gd name="connsiteX79" fmla="*/ 3187872 w 9662615"/>
              <a:gd name="connsiteY79" fmla="*/ 1519991 h 1597680"/>
              <a:gd name="connsiteX80" fmla="*/ 3148026 w 9662615"/>
              <a:gd name="connsiteY80" fmla="*/ 1524777 h 1597680"/>
              <a:gd name="connsiteX81" fmla="*/ 3092394 w 9662615"/>
              <a:gd name="connsiteY81" fmla="*/ 1528115 h 1597680"/>
              <a:gd name="connsiteX82" fmla="*/ 2994200 w 9662615"/>
              <a:gd name="connsiteY82" fmla="*/ 1537857 h 1597680"/>
              <a:gd name="connsiteX83" fmla="*/ 2862301 w 9662615"/>
              <a:gd name="connsiteY83" fmla="*/ 1544250 h 1597680"/>
              <a:gd name="connsiteX84" fmla="*/ 2766335 w 9662615"/>
              <a:gd name="connsiteY84" fmla="*/ 1527662 h 1597680"/>
              <a:gd name="connsiteX85" fmla="*/ 2757836 w 9662615"/>
              <a:gd name="connsiteY85" fmla="*/ 1531371 h 1597680"/>
              <a:gd name="connsiteX86" fmla="*/ 2691555 w 9662615"/>
              <a:gd name="connsiteY86" fmla="*/ 1530283 h 1597680"/>
              <a:gd name="connsiteX87" fmla="*/ 2491676 w 9662615"/>
              <a:gd name="connsiteY87" fmla="*/ 1500859 h 1597680"/>
              <a:gd name="connsiteX88" fmla="*/ 2378036 w 9662615"/>
              <a:gd name="connsiteY88" fmla="*/ 1520645 h 1597680"/>
              <a:gd name="connsiteX89" fmla="*/ 2284269 w 9662615"/>
              <a:gd name="connsiteY89" fmla="*/ 1503068 h 1597680"/>
              <a:gd name="connsiteX90" fmla="*/ 2207104 w 9662615"/>
              <a:gd name="connsiteY90" fmla="*/ 1508888 h 1597680"/>
              <a:gd name="connsiteX91" fmla="*/ 2149226 w 9662615"/>
              <a:gd name="connsiteY91" fmla="*/ 1523409 h 1597680"/>
              <a:gd name="connsiteX92" fmla="*/ 2084783 w 9662615"/>
              <a:gd name="connsiteY92" fmla="*/ 1524245 h 1597680"/>
              <a:gd name="connsiteX93" fmla="*/ 2070075 w 9662615"/>
              <a:gd name="connsiteY93" fmla="*/ 1511285 h 1597680"/>
              <a:gd name="connsiteX94" fmla="*/ 2001057 w 9662615"/>
              <a:gd name="connsiteY94" fmla="*/ 1516449 h 1597680"/>
              <a:gd name="connsiteX95" fmla="*/ 1896330 w 9662615"/>
              <a:gd name="connsiteY95" fmla="*/ 1525725 h 1597680"/>
              <a:gd name="connsiteX96" fmla="*/ 1835994 w 9662615"/>
              <a:gd name="connsiteY96" fmla="*/ 1527678 h 1597680"/>
              <a:gd name="connsiteX97" fmla="*/ 1671119 w 9662615"/>
              <a:gd name="connsiteY97" fmla="*/ 1536701 h 1597680"/>
              <a:gd name="connsiteX98" fmla="*/ 1601337 w 9662615"/>
              <a:gd name="connsiteY98" fmla="*/ 1548552 h 1597680"/>
              <a:gd name="connsiteX99" fmla="*/ 1407755 w 9662615"/>
              <a:gd name="connsiteY99" fmla="*/ 1571444 h 1597680"/>
              <a:gd name="connsiteX100" fmla="*/ 1271994 w 9662615"/>
              <a:gd name="connsiteY100" fmla="*/ 1579471 h 1597680"/>
              <a:gd name="connsiteX101" fmla="*/ 1249226 w 9662615"/>
              <a:gd name="connsiteY101" fmla="*/ 1583140 h 1597680"/>
              <a:gd name="connsiteX102" fmla="*/ 1217719 w 9662615"/>
              <a:gd name="connsiteY102" fmla="*/ 1580863 h 1597680"/>
              <a:gd name="connsiteX103" fmla="*/ 1091432 w 9662615"/>
              <a:gd name="connsiteY103" fmla="*/ 1571003 h 1597680"/>
              <a:gd name="connsiteX104" fmla="*/ 992039 w 9662615"/>
              <a:gd name="connsiteY104" fmla="*/ 1556662 h 1597680"/>
              <a:gd name="connsiteX105" fmla="*/ 868264 w 9662615"/>
              <a:gd name="connsiteY105" fmla="*/ 1566392 h 1597680"/>
              <a:gd name="connsiteX106" fmla="*/ 792765 w 9662615"/>
              <a:gd name="connsiteY106" fmla="*/ 1563102 h 1597680"/>
              <a:gd name="connsiteX107" fmla="*/ 669055 w 9662615"/>
              <a:gd name="connsiteY107" fmla="*/ 1543638 h 1597680"/>
              <a:gd name="connsiteX108" fmla="*/ 506152 w 9662615"/>
              <a:gd name="connsiteY108" fmla="*/ 1549124 h 1597680"/>
              <a:gd name="connsiteX109" fmla="*/ 472797 w 9662615"/>
              <a:gd name="connsiteY109" fmla="*/ 1568904 h 1597680"/>
              <a:gd name="connsiteX110" fmla="*/ 427864 w 9662615"/>
              <a:gd name="connsiteY110" fmla="*/ 1580848 h 1597680"/>
              <a:gd name="connsiteX111" fmla="*/ 408381 w 9662615"/>
              <a:gd name="connsiteY111" fmla="*/ 1552940 h 1597680"/>
              <a:gd name="connsiteX112" fmla="*/ 267163 w 9662615"/>
              <a:gd name="connsiteY112" fmla="*/ 1531913 h 1597680"/>
              <a:gd name="connsiteX113" fmla="*/ 196644 w 9662615"/>
              <a:gd name="connsiteY113" fmla="*/ 1524565 h 1597680"/>
              <a:gd name="connsiteX114" fmla="*/ 86819 w 9662615"/>
              <a:gd name="connsiteY114" fmla="*/ 1519517 h 1597680"/>
              <a:gd name="connsiteX115" fmla="*/ 53369 w 9662615"/>
              <a:gd name="connsiteY115" fmla="*/ 1516853 h 1597680"/>
              <a:gd name="connsiteX116" fmla="*/ 2359 w 9662615"/>
              <a:gd name="connsiteY116" fmla="*/ 1515247 h 1597680"/>
              <a:gd name="connsiteX117" fmla="*/ 0 w 9662615"/>
              <a:gd name="connsiteY117" fmla="*/ 1514932 h 1597680"/>
              <a:gd name="connsiteX118" fmla="*/ 0 w 9662615"/>
              <a:gd name="connsiteY118" fmla="*/ 0 h 1597680"/>
              <a:gd name="connsiteX0" fmla="*/ 0 w 9662615"/>
              <a:gd name="connsiteY0" fmla="*/ 0 h 1603753"/>
              <a:gd name="connsiteX1" fmla="*/ 9662615 w 9662615"/>
              <a:gd name="connsiteY1" fmla="*/ 0 h 1603753"/>
              <a:gd name="connsiteX2" fmla="*/ 9662615 w 9662615"/>
              <a:gd name="connsiteY2" fmla="*/ 1280346 h 1603753"/>
              <a:gd name="connsiteX3" fmla="*/ 9658420 w 9662615"/>
              <a:gd name="connsiteY3" fmla="*/ 1280106 h 1603753"/>
              <a:gd name="connsiteX4" fmla="*/ 9469546 w 9662615"/>
              <a:gd name="connsiteY4" fmla="*/ 1289837 h 1603753"/>
              <a:gd name="connsiteX5" fmla="*/ 9385895 w 9662615"/>
              <a:gd name="connsiteY5" fmla="*/ 1269203 h 1603753"/>
              <a:gd name="connsiteX6" fmla="*/ 9144767 w 9662615"/>
              <a:gd name="connsiteY6" fmla="*/ 1264120 h 1603753"/>
              <a:gd name="connsiteX7" fmla="*/ 8837252 w 9662615"/>
              <a:gd name="connsiteY7" fmla="*/ 1350515 h 1603753"/>
              <a:gd name="connsiteX8" fmla="*/ 8705466 w 9662615"/>
              <a:gd name="connsiteY8" fmla="*/ 1342419 h 1603753"/>
              <a:gd name="connsiteX9" fmla="*/ 8652221 w 9662615"/>
              <a:gd name="connsiteY9" fmla="*/ 1326906 h 1603753"/>
              <a:gd name="connsiteX10" fmla="*/ 8632312 w 9662615"/>
              <a:gd name="connsiteY10" fmla="*/ 1326025 h 1603753"/>
              <a:gd name="connsiteX11" fmla="*/ 8591582 w 9662615"/>
              <a:gd name="connsiteY11" fmla="*/ 1341666 h 1603753"/>
              <a:gd name="connsiteX12" fmla="*/ 8537336 w 9662615"/>
              <a:gd name="connsiteY12" fmla="*/ 1341684 h 1603753"/>
              <a:gd name="connsiteX13" fmla="*/ 8472508 w 9662615"/>
              <a:gd name="connsiteY13" fmla="*/ 1363109 h 1603753"/>
              <a:gd name="connsiteX14" fmla="*/ 8258477 w 9662615"/>
              <a:gd name="connsiteY14" fmla="*/ 1370666 h 1603753"/>
              <a:gd name="connsiteX15" fmla="*/ 8197961 w 9662615"/>
              <a:gd name="connsiteY15" fmla="*/ 1392804 h 1603753"/>
              <a:gd name="connsiteX16" fmla="*/ 8171196 w 9662615"/>
              <a:gd name="connsiteY16" fmla="*/ 1397216 h 1603753"/>
              <a:gd name="connsiteX17" fmla="*/ 8127667 w 9662615"/>
              <a:gd name="connsiteY17" fmla="*/ 1418254 h 1603753"/>
              <a:gd name="connsiteX18" fmla="*/ 7974579 w 9662615"/>
              <a:gd name="connsiteY18" fmla="*/ 1383439 h 1603753"/>
              <a:gd name="connsiteX19" fmla="*/ 7768351 w 9662615"/>
              <a:gd name="connsiteY19" fmla="*/ 1395051 h 1603753"/>
              <a:gd name="connsiteX20" fmla="*/ 7635985 w 9662615"/>
              <a:gd name="connsiteY20" fmla="*/ 1386363 h 1603753"/>
              <a:gd name="connsiteX21" fmla="*/ 7466069 w 9662615"/>
              <a:gd name="connsiteY21" fmla="*/ 1377654 h 1603753"/>
              <a:gd name="connsiteX22" fmla="*/ 7355642 w 9662615"/>
              <a:gd name="connsiteY22" fmla="*/ 1407761 h 1603753"/>
              <a:gd name="connsiteX23" fmla="*/ 7151610 w 9662615"/>
              <a:gd name="connsiteY23" fmla="*/ 1397856 h 1603753"/>
              <a:gd name="connsiteX24" fmla="*/ 7082147 w 9662615"/>
              <a:gd name="connsiteY24" fmla="*/ 1406113 h 1603753"/>
              <a:gd name="connsiteX25" fmla="*/ 7014958 w 9662615"/>
              <a:gd name="connsiteY25" fmla="*/ 1396883 h 1603753"/>
              <a:gd name="connsiteX26" fmla="*/ 6907567 w 9662615"/>
              <a:gd name="connsiteY26" fmla="*/ 1419149 h 1603753"/>
              <a:gd name="connsiteX27" fmla="*/ 6748428 w 9662615"/>
              <a:gd name="connsiteY27" fmla="*/ 1420308 h 1603753"/>
              <a:gd name="connsiteX28" fmla="*/ 6654257 w 9662615"/>
              <a:gd name="connsiteY28" fmla="*/ 1424143 h 1603753"/>
              <a:gd name="connsiteX29" fmla="*/ 6620123 w 9662615"/>
              <a:gd name="connsiteY29" fmla="*/ 1430535 h 1603753"/>
              <a:gd name="connsiteX30" fmla="*/ 6571355 w 9662615"/>
              <a:gd name="connsiteY30" fmla="*/ 1436144 h 1603753"/>
              <a:gd name="connsiteX31" fmla="*/ 6486557 w 9662615"/>
              <a:gd name="connsiteY31" fmla="*/ 1449861 h 1603753"/>
              <a:gd name="connsiteX32" fmla="*/ 6370419 w 9662615"/>
              <a:gd name="connsiteY32" fmla="*/ 1461649 h 1603753"/>
              <a:gd name="connsiteX33" fmla="*/ 6278839 w 9662615"/>
              <a:gd name="connsiteY33" fmla="*/ 1449160 h 1603753"/>
              <a:gd name="connsiteX34" fmla="*/ 6272455 w 9662615"/>
              <a:gd name="connsiteY34" fmla="*/ 1453191 h 1603753"/>
              <a:gd name="connsiteX35" fmla="*/ 6212659 w 9662615"/>
              <a:gd name="connsiteY35" fmla="*/ 1454850 h 1603753"/>
              <a:gd name="connsiteX36" fmla="*/ 6069317 w 9662615"/>
              <a:gd name="connsiteY36" fmla="*/ 1445838 h 1603753"/>
              <a:gd name="connsiteX37" fmla="*/ 5878477 w 9662615"/>
              <a:gd name="connsiteY37" fmla="*/ 1439180 h 1603753"/>
              <a:gd name="connsiteX38" fmla="*/ 5838387 w 9662615"/>
              <a:gd name="connsiteY38" fmla="*/ 1444679 h 1603753"/>
              <a:gd name="connsiteX39" fmla="*/ 5771136 w 9662615"/>
              <a:gd name="connsiteY39" fmla="*/ 1453639 h 1603753"/>
              <a:gd name="connsiteX40" fmla="*/ 5724081 w 9662615"/>
              <a:gd name="connsiteY40" fmla="*/ 1470431 h 1603753"/>
              <a:gd name="connsiteX41" fmla="*/ 5666577 w 9662615"/>
              <a:gd name="connsiteY41" fmla="*/ 1473921 h 1603753"/>
              <a:gd name="connsiteX42" fmla="*/ 5649068 w 9662615"/>
              <a:gd name="connsiteY42" fmla="*/ 1461676 h 1603753"/>
              <a:gd name="connsiteX43" fmla="*/ 5588902 w 9662615"/>
              <a:gd name="connsiteY43" fmla="*/ 1469647 h 1603753"/>
              <a:gd name="connsiteX44" fmla="*/ 5498090 w 9662615"/>
              <a:gd name="connsiteY44" fmla="*/ 1483173 h 1603753"/>
              <a:gd name="connsiteX45" fmla="*/ 5444641 w 9662615"/>
              <a:gd name="connsiteY45" fmla="*/ 1487602 h 1603753"/>
              <a:gd name="connsiteX46" fmla="*/ 5299812 w 9662615"/>
              <a:gd name="connsiteY46" fmla="*/ 1503362 h 1603753"/>
              <a:gd name="connsiteX47" fmla="*/ 5213947 w 9662615"/>
              <a:gd name="connsiteY47" fmla="*/ 1516637 h 1603753"/>
              <a:gd name="connsiteX48" fmla="*/ 5090342 w 9662615"/>
              <a:gd name="connsiteY48" fmla="*/ 1546680 h 1603753"/>
              <a:gd name="connsiteX49" fmla="*/ 5129812 w 9662615"/>
              <a:gd name="connsiteY49" fmla="*/ 1521277 h 1603753"/>
              <a:gd name="connsiteX50" fmla="*/ 5059484 w 9662615"/>
              <a:gd name="connsiteY50" fmla="*/ 1546802 h 1603753"/>
              <a:gd name="connsiteX51" fmla="*/ 5038524 w 9662615"/>
              <a:gd name="connsiteY51" fmla="*/ 1545675 h 1603753"/>
              <a:gd name="connsiteX52" fmla="*/ 5026564 w 9662615"/>
              <a:gd name="connsiteY52" fmla="*/ 1545376 h 1603753"/>
              <a:gd name="connsiteX53" fmla="*/ 4969433 w 9662615"/>
              <a:gd name="connsiteY53" fmla="*/ 1550865 h 1603753"/>
              <a:gd name="connsiteX54" fmla="*/ 4929254 w 9662615"/>
              <a:gd name="connsiteY54" fmla="*/ 1563452 h 1603753"/>
              <a:gd name="connsiteX55" fmla="*/ 4871726 w 9662615"/>
              <a:gd name="connsiteY55" fmla="*/ 1570584 h 1603753"/>
              <a:gd name="connsiteX56" fmla="*/ 4843267 w 9662615"/>
              <a:gd name="connsiteY56" fmla="*/ 1561459 h 1603753"/>
              <a:gd name="connsiteX57" fmla="*/ 4821058 w 9662615"/>
              <a:gd name="connsiteY57" fmla="*/ 1553078 h 1603753"/>
              <a:gd name="connsiteX58" fmla="*/ 4791466 w 9662615"/>
              <a:gd name="connsiteY58" fmla="*/ 1561324 h 1603753"/>
              <a:gd name="connsiteX59" fmla="*/ 4784247 w 9662615"/>
              <a:gd name="connsiteY59" fmla="*/ 1562342 h 1603753"/>
              <a:gd name="connsiteX60" fmla="*/ 4743285 w 9662615"/>
              <a:gd name="connsiteY60" fmla="*/ 1597680 h 1603753"/>
              <a:gd name="connsiteX61" fmla="*/ 4697562 w 9662615"/>
              <a:gd name="connsiteY61" fmla="*/ 1551206 h 1603753"/>
              <a:gd name="connsiteX62" fmla="*/ 4662664 w 9662615"/>
              <a:gd name="connsiteY62" fmla="*/ 1573162 h 1603753"/>
              <a:gd name="connsiteX63" fmla="*/ 4603028 w 9662615"/>
              <a:gd name="connsiteY63" fmla="*/ 1568821 h 1603753"/>
              <a:gd name="connsiteX64" fmla="*/ 4541612 w 9662615"/>
              <a:gd name="connsiteY64" fmla="*/ 1545262 h 1603753"/>
              <a:gd name="connsiteX65" fmla="*/ 4422155 w 9662615"/>
              <a:gd name="connsiteY65" fmla="*/ 1542059 h 1603753"/>
              <a:gd name="connsiteX66" fmla="*/ 4221826 w 9662615"/>
              <a:gd name="connsiteY66" fmla="*/ 1508923 h 1603753"/>
              <a:gd name="connsiteX67" fmla="*/ 4096601 w 9662615"/>
              <a:gd name="connsiteY67" fmla="*/ 1521563 h 1603753"/>
              <a:gd name="connsiteX68" fmla="*/ 3970635 w 9662615"/>
              <a:gd name="connsiteY68" fmla="*/ 1544815 h 1603753"/>
              <a:gd name="connsiteX69" fmla="*/ 3833906 w 9662615"/>
              <a:gd name="connsiteY69" fmla="*/ 1516637 h 1603753"/>
              <a:gd name="connsiteX70" fmla="*/ 3696258 w 9662615"/>
              <a:gd name="connsiteY70" fmla="*/ 1537563 h 1603753"/>
              <a:gd name="connsiteX71" fmla="*/ 3594070 w 9662615"/>
              <a:gd name="connsiteY71" fmla="*/ 1509422 h 1603753"/>
              <a:gd name="connsiteX72" fmla="*/ 3565233 w 9662615"/>
              <a:gd name="connsiteY72" fmla="*/ 1515122 h 1603753"/>
              <a:gd name="connsiteX73" fmla="*/ 3560267 w 9662615"/>
              <a:gd name="connsiteY73" fmla="*/ 1516288 h 1603753"/>
              <a:gd name="connsiteX74" fmla="*/ 3540258 w 9662615"/>
              <a:gd name="connsiteY74" fmla="*/ 1516976 h 1603753"/>
              <a:gd name="connsiteX75" fmla="*/ 3534780 w 9662615"/>
              <a:gd name="connsiteY75" fmla="*/ 1522141 h 1603753"/>
              <a:gd name="connsiteX76" fmla="*/ 3504783 w 9662615"/>
              <a:gd name="connsiteY76" fmla="*/ 1526739 h 1603753"/>
              <a:gd name="connsiteX77" fmla="*/ 3430805 w 9662615"/>
              <a:gd name="connsiteY77" fmla="*/ 1542521 h 1603753"/>
              <a:gd name="connsiteX78" fmla="*/ 3292707 w 9662615"/>
              <a:gd name="connsiteY78" fmla="*/ 1520490 h 1603753"/>
              <a:gd name="connsiteX79" fmla="*/ 3187872 w 9662615"/>
              <a:gd name="connsiteY79" fmla="*/ 1519991 h 1603753"/>
              <a:gd name="connsiteX80" fmla="*/ 3148026 w 9662615"/>
              <a:gd name="connsiteY80" fmla="*/ 1524777 h 1603753"/>
              <a:gd name="connsiteX81" fmla="*/ 3092394 w 9662615"/>
              <a:gd name="connsiteY81" fmla="*/ 1528115 h 1603753"/>
              <a:gd name="connsiteX82" fmla="*/ 2994200 w 9662615"/>
              <a:gd name="connsiteY82" fmla="*/ 1537857 h 1603753"/>
              <a:gd name="connsiteX83" fmla="*/ 2862301 w 9662615"/>
              <a:gd name="connsiteY83" fmla="*/ 1544250 h 1603753"/>
              <a:gd name="connsiteX84" fmla="*/ 2766335 w 9662615"/>
              <a:gd name="connsiteY84" fmla="*/ 1527662 h 1603753"/>
              <a:gd name="connsiteX85" fmla="*/ 2757836 w 9662615"/>
              <a:gd name="connsiteY85" fmla="*/ 1531371 h 1603753"/>
              <a:gd name="connsiteX86" fmla="*/ 2691555 w 9662615"/>
              <a:gd name="connsiteY86" fmla="*/ 1530283 h 1603753"/>
              <a:gd name="connsiteX87" fmla="*/ 2491676 w 9662615"/>
              <a:gd name="connsiteY87" fmla="*/ 1500859 h 1603753"/>
              <a:gd name="connsiteX88" fmla="*/ 2378036 w 9662615"/>
              <a:gd name="connsiteY88" fmla="*/ 1520645 h 1603753"/>
              <a:gd name="connsiteX89" fmla="*/ 2284269 w 9662615"/>
              <a:gd name="connsiteY89" fmla="*/ 1503068 h 1603753"/>
              <a:gd name="connsiteX90" fmla="*/ 2207104 w 9662615"/>
              <a:gd name="connsiteY90" fmla="*/ 1508888 h 1603753"/>
              <a:gd name="connsiteX91" fmla="*/ 2149226 w 9662615"/>
              <a:gd name="connsiteY91" fmla="*/ 1523409 h 1603753"/>
              <a:gd name="connsiteX92" fmla="*/ 2084783 w 9662615"/>
              <a:gd name="connsiteY92" fmla="*/ 1524245 h 1603753"/>
              <a:gd name="connsiteX93" fmla="*/ 2070075 w 9662615"/>
              <a:gd name="connsiteY93" fmla="*/ 1511285 h 1603753"/>
              <a:gd name="connsiteX94" fmla="*/ 2001057 w 9662615"/>
              <a:gd name="connsiteY94" fmla="*/ 1516449 h 1603753"/>
              <a:gd name="connsiteX95" fmla="*/ 1896330 w 9662615"/>
              <a:gd name="connsiteY95" fmla="*/ 1525725 h 1603753"/>
              <a:gd name="connsiteX96" fmla="*/ 1835994 w 9662615"/>
              <a:gd name="connsiteY96" fmla="*/ 1527678 h 1603753"/>
              <a:gd name="connsiteX97" fmla="*/ 1671119 w 9662615"/>
              <a:gd name="connsiteY97" fmla="*/ 1536701 h 1603753"/>
              <a:gd name="connsiteX98" fmla="*/ 1601337 w 9662615"/>
              <a:gd name="connsiteY98" fmla="*/ 1548552 h 1603753"/>
              <a:gd name="connsiteX99" fmla="*/ 1407755 w 9662615"/>
              <a:gd name="connsiteY99" fmla="*/ 1571444 h 1603753"/>
              <a:gd name="connsiteX100" fmla="*/ 1271994 w 9662615"/>
              <a:gd name="connsiteY100" fmla="*/ 1579471 h 1603753"/>
              <a:gd name="connsiteX101" fmla="*/ 1249226 w 9662615"/>
              <a:gd name="connsiteY101" fmla="*/ 1583140 h 1603753"/>
              <a:gd name="connsiteX102" fmla="*/ 1217719 w 9662615"/>
              <a:gd name="connsiteY102" fmla="*/ 1580863 h 1603753"/>
              <a:gd name="connsiteX103" fmla="*/ 1091432 w 9662615"/>
              <a:gd name="connsiteY103" fmla="*/ 1571003 h 1603753"/>
              <a:gd name="connsiteX104" fmla="*/ 992039 w 9662615"/>
              <a:gd name="connsiteY104" fmla="*/ 1556662 h 1603753"/>
              <a:gd name="connsiteX105" fmla="*/ 868264 w 9662615"/>
              <a:gd name="connsiteY105" fmla="*/ 1566392 h 1603753"/>
              <a:gd name="connsiteX106" fmla="*/ 792765 w 9662615"/>
              <a:gd name="connsiteY106" fmla="*/ 1563102 h 1603753"/>
              <a:gd name="connsiteX107" fmla="*/ 669055 w 9662615"/>
              <a:gd name="connsiteY107" fmla="*/ 1543638 h 1603753"/>
              <a:gd name="connsiteX108" fmla="*/ 506152 w 9662615"/>
              <a:gd name="connsiteY108" fmla="*/ 1549124 h 1603753"/>
              <a:gd name="connsiteX109" fmla="*/ 472797 w 9662615"/>
              <a:gd name="connsiteY109" fmla="*/ 1568904 h 1603753"/>
              <a:gd name="connsiteX110" fmla="*/ 427864 w 9662615"/>
              <a:gd name="connsiteY110" fmla="*/ 1580848 h 1603753"/>
              <a:gd name="connsiteX111" fmla="*/ 408381 w 9662615"/>
              <a:gd name="connsiteY111" fmla="*/ 1552940 h 1603753"/>
              <a:gd name="connsiteX112" fmla="*/ 267163 w 9662615"/>
              <a:gd name="connsiteY112" fmla="*/ 1531913 h 1603753"/>
              <a:gd name="connsiteX113" fmla="*/ 196644 w 9662615"/>
              <a:gd name="connsiteY113" fmla="*/ 1524565 h 1603753"/>
              <a:gd name="connsiteX114" fmla="*/ 86819 w 9662615"/>
              <a:gd name="connsiteY114" fmla="*/ 1519517 h 1603753"/>
              <a:gd name="connsiteX115" fmla="*/ 53369 w 9662615"/>
              <a:gd name="connsiteY115" fmla="*/ 1516853 h 1603753"/>
              <a:gd name="connsiteX116" fmla="*/ 2359 w 9662615"/>
              <a:gd name="connsiteY116" fmla="*/ 1515247 h 1603753"/>
              <a:gd name="connsiteX117" fmla="*/ 0 w 9662615"/>
              <a:gd name="connsiteY117" fmla="*/ 1514932 h 1603753"/>
              <a:gd name="connsiteX118" fmla="*/ 0 w 9662615"/>
              <a:gd name="connsiteY118" fmla="*/ 0 h 1603753"/>
              <a:gd name="connsiteX0" fmla="*/ 0 w 9662615"/>
              <a:gd name="connsiteY0" fmla="*/ 0 h 1603753"/>
              <a:gd name="connsiteX1" fmla="*/ 9662615 w 9662615"/>
              <a:gd name="connsiteY1" fmla="*/ 0 h 1603753"/>
              <a:gd name="connsiteX2" fmla="*/ 9662615 w 9662615"/>
              <a:gd name="connsiteY2" fmla="*/ 1280346 h 1603753"/>
              <a:gd name="connsiteX3" fmla="*/ 9658420 w 9662615"/>
              <a:gd name="connsiteY3" fmla="*/ 1280106 h 1603753"/>
              <a:gd name="connsiteX4" fmla="*/ 9469546 w 9662615"/>
              <a:gd name="connsiteY4" fmla="*/ 1289837 h 1603753"/>
              <a:gd name="connsiteX5" fmla="*/ 9385895 w 9662615"/>
              <a:gd name="connsiteY5" fmla="*/ 1269203 h 1603753"/>
              <a:gd name="connsiteX6" fmla="*/ 9144767 w 9662615"/>
              <a:gd name="connsiteY6" fmla="*/ 1264120 h 1603753"/>
              <a:gd name="connsiteX7" fmla="*/ 8837252 w 9662615"/>
              <a:gd name="connsiteY7" fmla="*/ 1350515 h 1603753"/>
              <a:gd name="connsiteX8" fmla="*/ 8705466 w 9662615"/>
              <a:gd name="connsiteY8" fmla="*/ 1342419 h 1603753"/>
              <a:gd name="connsiteX9" fmla="*/ 8652221 w 9662615"/>
              <a:gd name="connsiteY9" fmla="*/ 1326906 h 1603753"/>
              <a:gd name="connsiteX10" fmla="*/ 8632312 w 9662615"/>
              <a:gd name="connsiteY10" fmla="*/ 1326025 h 1603753"/>
              <a:gd name="connsiteX11" fmla="*/ 8591582 w 9662615"/>
              <a:gd name="connsiteY11" fmla="*/ 1341666 h 1603753"/>
              <a:gd name="connsiteX12" fmla="*/ 8537336 w 9662615"/>
              <a:gd name="connsiteY12" fmla="*/ 1341684 h 1603753"/>
              <a:gd name="connsiteX13" fmla="*/ 8472508 w 9662615"/>
              <a:gd name="connsiteY13" fmla="*/ 1363109 h 1603753"/>
              <a:gd name="connsiteX14" fmla="*/ 8258477 w 9662615"/>
              <a:gd name="connsiteY14" fmla="*/ 1370666 h 1603753"/>
              <a:gd name="connsiteX15" fmla="*/ 8197961 w 9662615"/>
              <a:gd name="connsiteY15" fmla="*/ 1392804 h 1603753"/>
              <a:gd name="connsiteX16" fmla="*/ 8171196 w 9662615"/>
              <a:gd name="connsiteY16" fmla="*/ 1397216 h 1603753"/>
              <a:gd name="connsiteX17" fmla="*/ 8127667 w 9662615"/>
              <a:gd name="connsiteY17" fmla="*/ 1418254 h 1603753"/>
              <a:gd name="connsiteX18" fmla="*/ 7974579 w 9662615"/>
              <a:gd name="connsiteY18" fmla="*/ 1383439 h 1603753"/>
              <a:gd name="connsiteX19" fmla="*/ 7768351 w 9662615"/>
              <a:gd name="connsiteY19" fmla="*/ 1395051 h 1603753"/>
              <a:gd name="connsiteX20" fmla="*/ 7635985 w 9662615"/>
              <a:gd name="connsiteY20" fmla="*/ 1386363 h 1603753"/>
              <a:gd name="connsiteX21" fmla="*/ 7466069 w 9662615"/>
              <a:gd name="connsiteY21" fmla="*/ 1377654 h 1603753"/>
              <a:gd name="connsiteX22" fmla="*/ 7355642 w 9662615"/>
              <a:gd name="connsiteY22" fmla="*/ 1407761 h 1603753"/>
              <a:gd name="connsiteX23" fmla="*/ 7151610 w 9662615"/>
              <a:gd name="connsiteY23" fmla="*/ 1397856 h 1603753"/>
              <a:gd name="connsiteX24" fmla="*/ 7082147 w 9662615"/>
              <a:gd name="connsiteY24" fmla="*/ 1406113 h 1603753"/>
              <a:gd name="connsiteX25" fmla="*/ 7014958 w 9662615"/>
              <a:gd name="connsiteY25" fmla="*/ 1396883 h 1603753"/>
              <a:gd name="connsiteX26" fmla="*/ 6907567 w 9662615"/>
              <a:gd name="connsiteY26" fmla="*/ 1419149 h 1603753"/>
              <a:gd name="connsiteX27" fmla="*/ 6748428 w 9662615"/>
              <a:gd name="connsiteY27" fmla="*/ 1420308 h 1603753"/>
              <a:gd name="connsiteX28" fmla="*/ 6654257 w 9662615"/>
              <a:gd name="connsiteY28" fmla="*/ 1424143 h 1603753"/>
              <a:gd name="connsiteX29" fmla="*/ 6620123 w 9662615"/>
              <a:gd name="connsiteY29" fmla="*/ 1430535 h 1603753"/>
              <a:gd name="connsiteX30" fmla="*/ 6571355 w 9662615"/>
              <a:gd name="connsiteY30" fmla="*/ 1436144 h 1603753"/>
              <a:gd name="connsiteX31" fmla="*/ 6486557 w 9662615"/>
              <a:gd name="connsiteY31" fmla="*/ 1449861 h 1603753"/>
              <a:gd name="connsiteX32" fmla="*/ 6370419 w 9662615"/>
              <a:gd name="connsiteY32" fmla="*/ 1461649 h 1603753"/>
              <a:gd name="connsiteX33" fmla="*/ 6278839 w 9662615"/>
              <a:gd name="connsiteY33" fmla="*/ 1449160 h 1603753"/>
              <a:gd name="connsiteX34" fmla="*/ 6272455 w 9662615"/>
              <a:gd name="connsiteY34" fmla="*/ 1453191 h 1603753"/>
              <a:gd name="connsiteX35" fmla="*/ 6212659 w 9662615"/>
              <a:gd name="connsiteY35" fmla="*/ 1454850 h 1603753"/>
              <a:gd name="connsiteX36" fmla="*/ 6069317 w 9662615"/>
              <a:gd name="connsiteY36" fmla="*/ 1445838 h 1603753"/>
              <a:gd name="connsiteX37" fmla="*/ 5878477 w 9662615"/>
              <a:gd name="connsiteY37" fmla="*/ 1439180 h 1603753"/>
              <a:gd name="connsiteX38" fmla="*/ 5838387 w 9662615"/>
              <a:gd name="connsiteY38" fmla="*/ 1444679 h 1603753"/>
              <a:gd name="connsiteX39" fmla="*/ 5771136 w 9662615"/>
              <a:gd name="connsiteY39" fmla="*/ 1453639 h 1603753"/>
              <a:gd name="connsiteX40" fmla="*/ 5724081 w 9662615"/>
              <a:gd name="connsiteY40" fmla="*/ 1470431 h 1603753"/>
              <a:gd name="connsiteX41" fmla="*/ 5666577 w 9662615"/>
              <a:gd name="connsiteY41" fmla="*/ 1473921 h 1603753"/>
              <a:gd name="connsiteX42" fmla="*/ 5649068 w 9662615"/>
              <a:gd name="connsiteY42" fmla="*/ 1461676 h 1603753"/>
              <a:gd name="connsiteX43" fmla="*/ 5588902 w 9662615"/>
              <a:gd name="connsiteY43" fmla="*/ 1469647 h 1603753"/>
              <a:gd name="connsiteX44" fmla="*/ 5498090 w 9662615"/>
              <a:gd name="connsiteY44" fmla="*/ 1483173 h 1603753"/>
              <a:gd name="connsiteX45" fmla="*/ 5444641 w 9662615"/>
              <a:gd name="connsiteY45" fmla="*/ 1487602 h 1603753"/>
              <a:gd name="connsiteX46" fmla="*/ 5299812 w 9662615"/>
              <a:gd name="connsiteY46" fmla="*/ 1503362 h 1603753"/>
              <a:gd name="connsiteX47" fmla="*/ 5213947 w 9662615"/>
              <a:gd name="connsiteY47" fmla="*/ 1516637 h 1603753"/>
              <a:gd name="connsiteX48" fmla="*/ 5090342 w 9662615"/>
              <a:gd name="connsiteY48" fmla="*/ 1546680 h 1603753"/>
              <a:gd name="connsiteX49" fmla="*/ 5129812 w 9662615"/>
              <a:gd name="connsiteY49" fmla="*/ 1521277 h 1603753"/>
              <a:gd name="connsiteX50" fmla="*/ 5059484 w 9662615"/>
              <a:gd name="connsiteY50" fmla="*/ 1546802 h 1603753"/>
              <a:gd name="connsiteX51" fmla="*/ 5038524 w 9662615"/>
              <a:gd name="connsiteY51" fmla="*/ 1545675 h 1603753"/>
              <a:gd name="connsiteX52" fmla="*/ 5026564 w 9662615"/>
              <a:gd name="connsiteY52" fmla="*/ 1545376 h 1603753"/>
              <a:gd name="connsiteX53" fmla="*/ 4969433 w 9662615"/>
              <a:gd name="connsiteY53" fmla="*/ 1550865 h 1603753"/>
              <a:gd name="connsiteX54" fmla="*/ 4929254 w 9662615"/>
              <a:gd name="connsiteY54" fmla="*/ 1563452 h 1603753"/>
              <a:gd name="connsiteX55" fmla="*/ 4871726 w 9662615"/>
              <a:gd name="connsiteY55" fmla="*/ 1570584 h 1603753"/>
              <a:gd name="connsiteX56" fmla="*/ 4843267 w 9662615"/>
              <a:gd name="connsiteY56" fmla="*/ 1561459 h 1603753"/>
              <a:gd name="connsiteX57" fmla="*/ 4821058 w 9662615"/>
              <a:gd name="connsiteY57" fmla="*/ 1553078 h 1603753"/>
              <a:gd name="connsiteX58" fmla="*/ 4791466 w 9662615"/>
              <a:gd name="connsiteY58" fmla="*/ 1561324 h 1603753"/>
              <a:gd name="connsiteX59" fmla="*/ 4784247 w 9662615"/>
              <a:gd name="connsiteY59" fmla="*/ 1562342 h 1603753"/>
              <a:gd name="connsiteX60" fmla="*/ 4743285 w 9662615"/>
              <a:gd name="connsiteY60" fmla="*/ 1597680 h 1603753"/>
              <a:gd name="connsiteX61" fmla="*/ 4697562 w 9662615"/>
              <a:gd name="connsiteY61" fmla="*/ 1551206 h 1603753"/>
              <a:gd name="connsiteX62" fmla="*/ 4662664 w 9662615"/>
              <a:gd name="connsiteY62" fmla="*/ 1573162 h 1603753"/>
              <a:gd name="connsiteX63" fmla="*/ 4603028 w 9662615"/>
              <a:gd name="connsiteY63" fmla="*/ 1568821 h 1603753"/>
              <a:gd name="connsiteX64" fmla="*/ 4541612 w 9662615"/>
              <a:gd name="connsiteY64" fmla="*/ 1545262 h 1603753"/>
              <a:gd name="connsiteX65" fmla="*/ 4422155 w 9662615"/>
              <a:gd name="connsiteY65" fmla="*/ 1542059 h 1603753"/>
              <a:gd name="connsiteX66" fmla="*/ 4221826 w 9662615"/>
              <a:gd name="connsiteY66" fmla="*/ 1508923 h 1603753"/>
              <a:gd name="connsiteX67" fmla="*/ 4096601 w 9662615"/>
              <a:gd name="connsiteY67" fmla="*/ 1521563 h 1603753"/>
              <a:gd name="connsiteX68" fmla="*/ 3970635 w 9662615"/>
              <a:gd name="connsiteY68" fmla="*/ 1544815 h 1603753"/>
              <a:gd name="connsiteX69" fmla="*/ 3833906 w 9662615"/>
              <a:gd name="connsiteY69" fmla="*/ 1516637 h 1603753"/>
              <a:gd name="connsiteX70" fmla="*/ 3696258 w 9662615"/>
              <a:gd name="connsiteY70" fmla="*/ 1537563 h 1603753"/>
              <a:gd name="connsiteX71" fmla="*/ 3594070 w 9662615"/>
              <a:gd name="connsiteY71" fmla="*/ 1509422 h 1603753"/>
              <a:gd name="connsiteX72" fmla="*/ 3565233 w 9662615"/>
              <a:gd name="connsiteY72" fmla="*/ 1515122 h 1603753"/>
              <a:gd name="connsiteX73" fmla="*/ 3560267 w 9662615"/>
              <a:gd name="connsiteY73" fmla="*/ 1516288 h 1603753"/>
              <a:gd name="connsiteX74" fmla="*/ 3540258 w 9662615"/>
              <a:gd name="connsiteY74" fmla="*/ 1516976 h 1603753"/>
              <a:gd name="connsiteX75" fmla="*/ 3534780 w 9662615"/>
              <a:gd name="connsiteY75" fmla="*/ 1522141 h 1603753"/>
              <a:gd name="connsiteX76" fmla="*/ 3504783 w 9662615"/>
              <a:gd name="connsiteY76" fmla="*/ 1526739 h 1603753"/>
              <a:gd name="connsiteX77" fmla="*/ 3430805 w 9662615"/>
              <a:gd name="connsiteY77" fmla="*/ 1542521 h 1603753"/>
              <a:gd name="connsiteX78" fmla="*/ 3292707 w 9662615"/>
              <a:gd name="connsiteY78" fmla="*/ 1520490 h 1603753"/>
              <a:gd name="connsiteX79" fmla="*/ 3187872 w 9662615"/>
              <a:gd name="connsiteY79" fmla="*/ 1519991 h 1603753"/>
              <a:gd name="connsiteX80" fmla="*/ 3148026 w 9662615"/>
              <a:gd name="connsiteY80" fmla="*/ 1524777 h 1603753"/>
              <a:gd name="connsiteX81" fmla="*/ 3092394 w 9662615"/>
              <a:gd name="connsiteY81" fmla="*/ 1528115 h 1603753"/>
              <a:gd name="connsiteX82" fmla="*/ 2994200 w 9662615"/>
              <a:gd name="connsiteY82" fmla="*/ 1537857 h 1603753"/>
              <a:gd name="connsiteX83" fmla="*/ 2862301 w 9662615"/>
              <a:gd name="connsiteY83" fmla="*/ 1544250 h 1603753"/>
              <a:gd name="connsiteX84" fmla="*/ 2766335 w 9662615"/>
              <a:gd name="connsiteY84" fmla="*/ 1527662 h 1603753"/>
              <a:gd name="connsiteX85" fmla="*/ 2757836 w 9662615"/>
              <a:gd name="connsiteY85" fmla="*/ 1531371 h 1603753"/>
              <a:gd name="connsiteX86" fmla="*/ 2691555 w 9662615"/>
              <a:gd name="connsiteY86" fmla="*/ 1530283 h 1603753"/>
              <a:gd name="connsiteX87" fmla="*/ 2491676 w 9662615"/>
              <a:gd name="connsiteY87" fmla="*/ 1500859 h 1603753"/>
              <a:gd name="connsiteX88" fmla="*/ 2378036 w 9662615"/>
              <a:gd name="connsiteY88" fmla="*/ 1520645 h 1603753"/>
              <a:gd name="connsiteX89" fmla="*/ 2284269 w 9662615"/>
              <a:gd name="connsiteY89" fmla="*/ 1503068 h 1603753"/>
              <a:gd name="connsiteX90" fmla="*/ 2207104 w 9662615"/>
              <a:gd name="connsiteY90" fmla="*/ 1508888 h 1603753"/>
              <a:gd name="connsiteX91" fmla="*/ 2149226 w 9662615"/>
              <a:gd name="connsiteY91" fmla="*/ 1523409 h 1603753"/>
              <a:gd name="connsiteX92" fmla="*/ 2084783 w 9662615"/>
              <a:gd name="connsiteY92" fmla="*/ 1524245 h 1603753"/>
              <a:gd name="connsiteX93" fmla="*/ 2070075 w 9662615"/>
              <a:gd name="connsiteY93" fmla="*/ 1511285 h 1603753"/>
              <a:gd name="connsiteX94" fmla="*/ 2001057 w 9662615"/>
              <a:gd name="connsiteY94" fmla="*/ 1516449 h 1603753"/>
              <a:gd name="connsiteX95" fmla="*/ 1896330 w 9662615"/>
              <a:gd name="connsiteY95" fmla="*/ 1525725 h 1603753"/>
              <a:gd name="connsiteX96" fmla="*/ 1835994 w 9662615"/>
              <a:gd name="connsiteY96" fmla="*/ 1527678 h 1603753"/>
              <a:gd name="connsiteX97" fmla="*/ 1671119 w 9662615"/>
              <a:gd name="connsiteY97" fmla="*/ 1536701 h 1603753"/>
              <a:gd name="connsiteX98" fmla="*/ 1601337 w 9662615"/>
              <a:gd name="connsiteY98" fmla="*/ 1548552 h 1603753"/>
              <a:gd name="connsiteX99" fmla="*/ 1407755 w 9662615"/>
              <a:gd name="connsiteY99" fmla="*/ 1571444 h 1603753"/>
              <a:gd name="connsiteX100" fmla="*/ 1271994 w 9662615"/>
              <a:gd name="connsiteY100" fmla="*/ 1579471 h 1603753"/>
              <a:gd name="connsiteX101" fmla="*/ 1249226 w 9662615"/>
              <a:gd name="connsiteY101" fmla="*/ 1583140 h 1603753"/>
              <a:gd name="connsiteX102" fmla="*/ 1217719 w 9662615"/>
              <a:gd name="connsiteY102" fmla="*/ 1580863 h 1603753"/>
              <a:gd name="connsiteX103" fmla="*/ 1091432 w 9662615"/>
              <a:gd name="connsiteY103" fmla="*/ 1571003 h 1603753"/>
              <a:gd name="connsiteX104" fmla="*/ 992039 w 9662615"/>
              <a:gd name="connsiteY104" fmla="*/ 1556662 h 1603753"/>
              <a:gd name="connsiteX105" fmla="*/ 868264 w 9662615"/>
              <a:gd name="connsiteY105" fmla="*/ 1566392 h 1603753"/>
              <a:gd name="connsiteX106" fmla="*/ 792765 w 9662615"/>
              <a:gd name="connsiteY106" fmla="*/ 1563102 h 1603753"/>
              <a:gd name="connsiteX107" fmla="*/ 669055 w 9662615"/>
              <a:gd name="connsiteY107" fmla="*/ 1543638 h 1603753"/>
              <a:gd name="connsiteX108" fmla="*/ 506152 w 9662615"/>
              <a:gd name="connsiteY108" fmla="*/ 1549124 h 1603753"/>
              <a:gd name="connsiteX109" fmla="*/ 472797 w 9662615"/>
              <a:gd name="connsiteY109" fmla="*/ 1568904 h 1603753"/>
              <a:gd name="connsiteX110" fmla="*/ 427864 w 9662615"/>
              <a:gd name="connsiteY110" fmla="*/ 1580848 h 1603753"/>
              <a:gd name="connsiteX111" fmla="*/ 408381 w 9662615"/>
              <a:gd name="connsiteY111" fmla="*/ 1552940 h 1603753"/>
              <a:gd name="connsiteX112" fmla="*/ 267163 w 9662615"/>
              <a:gd name="connsiteY112" fmla="*/ 1531913 h 1603753"/>
              <a:gd name="connsiteX113" fmla="*/ 196644 w 9662615"/>
              <a:gd name="connsiteY113" fmla="*/ 1524565 h 1603753"/>
              <a:gd name="connsiteX114" fmla="*/ 86819 w 9662615"/>
              <a:gd name="connsiteY114" fmla="*/ 1519517 h 1603753"/>
              <a:gd name="connsiteX115" fmla="*/ 53369 w 9662615"/>
              <a:gd name="connsiteY115" fmla="*/ 1516853 h 1603753"/>
              <a:gd name="connsiteX116" fmla="*/ 2359 w 9662615"/>
              <a:gd name="connsiteY116" fmla="*/ 1515247 h 1603753"/>
              <a:gd name="connsiteX117" fmla="*/ 0 w 9662615"/>
              <a:gd name="connsiteY117" fmla="*/ 1514932 h 1603753"/>
              <a:gd name="connsiteX118" fmla="*/ 0 w 9662615"/>
              <a:gd name="connsiteY118" fmla="*/ 0 h 1603753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422155 w 9662615"/>
              <a:gd name="connsiteY65" fmla="*/ 1542059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595077 w 9662615"/>
              <a:gd name="connsiteY63" fmla="*/ 1552918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595077 w 9662615"/>
              <a:gd name="connsiteY63" fmla="*/ 1552918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66659 w 9662615"/>
              <a:gd name="connsiteY68" fmla="*/ 1528913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96499"/>
              <a:gd name="connsiteX1" fmla="*/ 9662615 w 9662615"/>
              <a:gd name="connsiteY1" fmla="*/ 0 h 1596499"/>
              <a:gd name="connsiteX2" fmla="*/ 9662615 w 9662615"/>
              <a:gd name="connsiteY2" fmla="*/ 1280346 h 1596499"/>
              <a:gd name="connsiteX3" fmla="*/ 9658420 w 9662615"/>
              <a:gd name="connsiteY3" fmla="*/ 1280106 h 1596499"/>
              <a:gd name="connsiteX4" fmla="*/ 9469546 w 9662615"/>
              <a:gd name="connsiteY4" fmla="*/ 1289837 h 1596499"/>
              <a:gd name="connsiteX5" fmla="*/ 9385895 w 9662615"/>
              <a:gd name="connsiteY5" fmla="*/ 1269203 h 1596499"/>
              <a:gd name="connsiteX6" fmla="*/ 9144767 w 9662615"/>
              <a:gd name="connsiteY6" fmla="*/ 1264120 h 1596499"/>
              <a:gd name="connsiteX7" fmla="*/ 8837252 w 9662615"/>
              <a:gd name="connsiteY7" fmla="*/ 1350515 h 1596499"/>
              <a:gd name="connsiteX8" fmla="*/ 8705466 w 9662615"/>
              <a:gd name="connsiteY8" fmla="*/ 1342419 h 1596499"/>
              <a:gd name="connsiteX9" fmla="*/ 8652221 w 9662615"/>
              <a:gd name="connsiteY9" fmla="*/ 1326906 h 1596499"/>
              <a:gd name="connsiteX10" fmla="*/ 8632312 w 9662615"/>
              <a:gd name="connsiteY10" fmla="*/ 1326025 h 1596499"/>
              <a:gd name="connsiteX11" fmla="*/ 8591582 w 9662615"/>
              <a:gd name="connsiteY11" fmla="*/ 1341666 h 1596499"/>
              <a:gd name="connsiteX12" fmla="*/ 8537336 w 9662615"/>
              <a:gd name="connsiteY12" fmla="*/ 1341684 h 1596499"/>
              <a:gd name="connsiteX13" fmla="*/ 8472508 w 9662615"/>
              <a:gd name="connsiteY13" fmla="*/ 1363109 h 1596499"/>
              <a:gd name="connsiteX14" fmla="*/ 8258477 w 9662615"/>
              <a:gd name="connsiteY14" fmla="*/ 1370666 h 1596499"/>
              <a:gd name="connsiteX15" fmla="*/ 8197961 w 9662615"/>
              <a:gd name="connsiteY15" fmla="*/ 1392804 h 1596499"/>
              <a:gd name="connsiteX16" fmla="*/ 8171196 w 9662615"/>
              <a:gd name="connsiteY16" fmla="*/ 1397216 h 1596499"/>
              <a:gd name="connsiteX17" fmla="*/ 8127667 w 9662615"/>
              <a:gd name="connsiteY17" fmla="*/ 1418254 h 1596499"/>
              <a:gd name="connsiteX18" fmla="*/ 7974579 w 9662615"/>
              <a:gd name="connsiteY18" fmla="*/ 1383439 h 1596499"/>
              <a:gd name="connsiteX19" fmla="*/ 7768351 w 9662615"/>
              <a:gd name="connsiteY19" fmla="*/ 1395051 h 1596499"/>
              <a:gd name="connsiteX20" fmla="*/ 7635985 w 9662615"/>
              <a:gd name="connsiteY20" fmla="*/ 1386363 h 1596499"/>
              <a:gd name="connsiteX21" fmla="*/ 7466069 w 9662615"/>
              <a:gd name="connsiteY21" fmla="*/ 1377654 h 1596499"/>
              <a:gd name="connsiteX22" fmla="*/ 7355642 w 9662615"/>
              <a:gd name="connsiteY22" fmla="*/ 1407761 h 1596499"/>
              <a:gd name="connsiteX23" fmla="*/ 7151610 w 9662615"/>
              <a:gd name="connsiteY23" fmla="*/ 1397856 h 1596499"/>
              <a:gd name="connsiteX24" fmla="*/ 7082147 w 9662615"/>
              <a:gd name="connsiteY24" fmla="*/ 1406113 h 1596499"/>
              <a:gd name="connsiteX25" fmla="*/ 7014958 w 9662615"/>
              <a:gd name="connsiteY25" fmla="*/ 1396883 h 1596499"/>
              <a:gd name="connsiteX26" fmla="*/ 6907567 w 9662615"/>
              <a:gd name="connsiteY26" fmla="*/ 1419149 h 1596499"/>
              <a:gd name="connsiteX27" fmla="*/ 6748428 w 9662615"/>
              <a:gd name="connsiteY27" fmla="*/ 1420308 h 1596499"/>
              <a:gd name="connsiteX28" fmla="*/ 6654257 w 9662615"/>
              <a:gd name="connsiteY28" fmla="*/ 1424143 h 1596499"/>
              <a:gd name="connsiteX29" fmla="*/ 6620123 w 9662615"/>
              <a:gd name="connsiteY29" fmla="*/ 1430535 h 1596499"/>
              <a:gd name="connsiteX30" fmla="*/ 6571355 w 9662615"/>
              <a:gd name="connsiteY30" fmla="*/ 1436144 h 1596499"/>
              <a:gd name="connsiteX31" fmla="*/ 6486557 w 9662615"/>
              <a:gd name="connsiteY31" fmla="*/ 1449861 h 1596499"/>
              <a:gd name="connsiteX32" fmla="*/ 6370419 w 9662615"/>
              <a:gd name="connsiteY32" fmla="*/ 1461649 h 1596499"/>
              <a:gd name="connsiteX33" fmla="*/ 6278839 w 9662615"/>
              <a:gd name="connsiteY33" fmla="*/ 1449160 h 1596499"/>
              <a:gd name="connsiteX34" fmla="*/ 6272455 w 9662615"/>
              <a:gd name="connsiteY34" fmla="*/ 1453191 h 1596499"/>
              <a:gd name="connsiteX35" fmla="*/ 6212659 w 9662615"/>
              <a:gd name="connsiteY35" fmla="*/ 1454850 h 1596499"/>
              <a:gd name="connsiteX36" fmla="*/ 6069317 w 9662615"/>
              <a:gd name="connsiteY36" fmla="*/ 1445838 h 1596499"/>
              <a:gd name="connsiteX37" fmla="*/ 5878477 w 9662615"/>
              <a:gd name="connsiteY37" fmla="*/ 1439180 h 1596499"/>
              <a:gd name="connsiteX38" fmla="*/ 5838387 w 9662615"/>
              <a:gd name="connsiteY38" fmla="*/ 1444679 h 1596499"/>
              <a:gd name="connsiteX39" fmla="*/ 5771136 w 9662615"/>
              <a:gd name="connsiteY39" fmla="*/ 1453639 h 1596499"/>
              <a:gd name="connsiteX40" fmla="*/ 5724081 w 9662615"/>
              <a:gd name="connsiteY40" fmla="*/ 1470431 h 1596499"/>
              <a:gd name="connsiteX41" fmla="*/ 5666577 w 9662615"/>
              <a:gd name="connsiteY41" fmla="*/ 1473921 h 1596499"/>
              <a:gd name="connsiteX42" fmla="*/ 5649068 w 9662615"/>
              <a:gd name="connsiteY42" fmla="*/ 1461676 h 1596499"/>
              <a:gd name="connsiteX43" fmla="*/ 5588902 w 9662615"/>
              <a:gd name="connsiteY43" fmla="*/ 1469647 h 1596499"/>
              <a:gd name="connsiteX44" fmla="*/ 5498090 w 9662615"/>
              <a:gd name="connsiteY44" fmla="*/ 1483173 h 1596499"/>
              <a:gd name="connsiteX45" fmla="*/ 5444641 w 9662615"/>
              <a:gd name="connsiteY45" fmla="*/ 1487602 h 1596499"/>
              <a:gd name="connsiteX46" fmla="*/ 5299812 w 9662615"/>
              <a:gd name="connsiteY46" fmla="*/ 1503362 h 1596499"/>
              <a:gd name="connsiteX47" fmla="*/ 5213947 w 9662615"/>
              <a:gd name="connsiteY47" fmla="*/ 1516637 h 1596499"/>
              <a:gd name="connsiteX48" fmla="*/ 5090342 w 9662615"/>
              <a:gd name="connsiteY48" fmla="*/ 1546680 h 1596499"/>
              <a:gd name="connsiteX49" fmla="*/ 5129812 w 9662615"/>
              <a:gd name="connsiteY49" fmla="*/ 1521277 h 1596499"/>
              <a:gd name="connsiteX50" fmla="*/ 5059484 w 9662615"/>
              <a:gd name="connsiteY50" fmla="*/ 1546802 h 1596499"/>
              <a:gd name="connsiteX51" fmla="*/ 5038524 w 9662615"/>
              <a:gd name="connsiteY51" fmla="*/ 1545675 h 1596499"/>
              <a:gd name="connsiteX52" fmla="*/ 5026564 w 9662615"/>
              <a:gd name="connsiteY52" fmla="*/ 1545376 h 1596499"/>
              <a:gd name="connsiteX53" fmla="*/ 4969433 w 9662615"/>
              <a:gd name="connsiteY53" fmla="*/ 1550865 h 1596499"/>
              <a:gd name="connsiteX54" fmla="*/ 4929254 w 9662615"/>
              <a:gd name="connsiteY54" fmla="*/ 1563452 h 1596499"/>
              <a:gd name="connsiteX55" fmla="*/ 4871726 w 9662615"/>
              <a:gd name="connsiteY55" fmla="*/ 1570584 h 1596499"/>
              <a:gd name="connsiteX56" fmla="*/ 4843267 w 9662615"/>
              <a:gd name="connsiteY56" fmla="*/ 1561459 h 1596499"/>
              <a:gd name="connsiteX57" fmla="*/ 4821058 w 9662615"/>
              <a:gd name="connsiteY57" fmla="*/ 1553078 h 1596499"/>
              <a:gd name="connsiteX58" fmla="*/ 4791466 w 9662615"/>
              <a:gd name="connsiteY58" fmla="*/ 1561324 h 1596499"/>
              <a:gd name="connsiteX59" fmla="*/ 4784247 w 9662615"/>
              <a:gd name="connsiteY59" fmla="*/ 1562342 h 1596499"/>
              <a:gd name="connsiteX60" fmla="*/ 4739309 w 9662615"/>
              <a:gd name="connsiteY60" fmla="*/ 1553948 h 1596499"/>
              <a:gd name="connsiteX61" fmla="*/ 4697562 w 9662615"/>
              <a:gd name="connsiteY61" fmla="*/ 1551206 h 1596499"/>
              <a:gd name="connsiteX62" fmla="*/ 4650737 w 9662615"/>
              <a:gd name="connsiteY62" fmla="*/ 1537381 h 1596499"/>
              <a:gd name="connsiteX63" fmla="*/ 4583150 w 9662615"/>
              <a:gd name="connsiteY63" fmla="*/ 1529064 h 1596499"/>
              <a:gd name="connsiteX64" fmla="*/ 4521734 w 9662615"/>
              <a:gd name="connsiteY64" fmla="*/ 1529359 h 1596499"/>
              <a:gd name="connsiteX65" fmla="*/ 4382398 w 9662615"/>
              <a:gd name="connsiteY65" fmla="*/ 1534108 h 1596499"/>
              <a:gd name="connsiteX66" fmla="*/ 4221826 w 9662615"/>
              <a:gd name="connsiteY66" fmla="*/ 1500972 h 1596499"/>
              <a:gd name="connsiteX67" fmla="*/ 4096601 w 9662615"/>
              <a:gd name="connsiteY67" fmla="*/ 1521563 h 1596499"/>
              <a:gd name="connsiteX68" fmla="*/ 3978586 w 9662615"/>
              <a:gd name="connsiteY68" fmla="*/ 1596499 h 1596499"/>
              <a:gd name="connsiteX69" fmla="*/ 3833906 w 9662615"/>
              <a:gd name="connsiteY69" fmla="*/ 1516637 h 1596499"/>
              <a:gd name="connsiteX70" fmla="*/ 3696258 w 9662615"/>
              <a:gd name="connsiteY70" fmla="*/ 1537563 h 1596499"/>
              <a:gd name="connsiteX71" fmla="*/ 3594070 w 9662615"/>
              <a:gd name="connsiteY71" fmla="*/ 1509422 h 1596499"/>
              <a:gd name="connsiteX72" fmla="*/ 3565233 w 9662615"/>
              <a:gd name="connsiteY72" fmla="*/ 1515122 h 1596499"/>
              <a:gd name="connsiteX73" fmla="*/ 3560267 w 9662615"/>
              <a:gd name="connsiteY73" fmla="*/ 1516288 h 1596499"/>
              <a:gd name="connsiteX74" fmla="*/ 3540258 w 9662615"/>
              <a:gd name="connsiteY74" fmla="*/ 1516976 h 1596499"/>
              <a:gd name="connsiteX75" fmla="*/ 3534780 w 9662615"/>
              <a:gd name="connsiteY75" fmla="*/ 1522141 h 1596499"/>
              <a:gd name="connsiteX76" fmla="*/ 3504783 w 9662615"/>
              <a:gd name="connsiteY76" fmla="*/ 1526739 h 1596499"/>
              <a:gd name="connsiteX77" fmla="*/ 3430805 w 9662615"/>
              <a:gd name="connsiteY77" fmla="*/ 1542521 h 1596499"/>
              <a:gd name="connsiteX78" fmla="*/ 3292707 w 9662615"/>
              <a:gd name="connsiteY78" fmla="*/ 1520490 h 1596499"/>
              <a:gd name="connsiteX79" fmla="*/ 3187872 w 9662615"/>
              <a:gd name="connsiteY79" fmla="*/ 1519991 h 1596499"/>
              <a:gd name="connsiteX80" fmla="*/ 3148026 w 9662615"/>
              <a:gd name="connsiteY80" fmla="*/ 1524777 h 1596499"/>
              <a:gd name="connsiteX81" fmla="*/ 3092394 w 9662615"/>
              <a:gd name="connsiteY81" fmla="*/ 1528115 h 1596499"/>
              <a:gd name="connsiteX82" fmla="*/ 2994200 w 9662615"/>
              <a:gd name="connsiteY82" fmla="*/ 1537857 h 1596499"/>
              <a:gd name="connsiteX83" fmla="*/ 2862301 w 9662615"/>
              <a:gd name="connsiteY83" fmla="*/ 1544250 h 1596499"/>
              <a:gd name="connsiteX84" fmla="*/ 2766335 w 9662615"/>
              <a:gd name="connsiteY84" fmla="*/ 1527662 h 1596499"/>
              <a:gd name="connsiteX85" fmla="*/ 2757836 w 9662615"/>
              <a:gd name="connsiteY85" fmla="*/ 1531371 h 1596499"/>
              <a:gd name="connsiteX86" fmla="*/ 2691555 w 9662615"/>
              <a:gd name="connsiteY86" fmla="*/ 1530283 h 1596499"/>
              <a:gd name="connsiteX87" fmla="*/ 2491676 w 9662615"/>
              <a:gd name="connsiteY87" fmla="*/ 1500859 h 1596499"/>
              <a:gd name="connsiteX88" fmla="*/ 2378036 w 9662615"/>
              <a:gd name="connsiteY88" fmla="*/ 1520645 h 1596499"/>
              <a:gd name="connsiteX89" fmla="*/ 2284269 w 9662615"/>
              <a:gd name="connsiteY89" fmla="*/ 1503068 h 1596499"/>
              <a:gd name="connsiteX90" fmla="*/ 2207104 w 9662615"/>
              <a:gd name="connsiteY90" fmla="*/ 1508888 h 1596499"/>
              <a:gd name="connsiteX91" fmla="*/ 2149226 w 9662615"/>
              <a:gd name="connsiteY91" fmla="*/ 1523409 h 1596499"/>
              <a:gd name="connsiteX92" fmla="*/ 2084783 w 9662615"/>
              <a:gd name="connsiteY92" fmla="*/ 1524245 h 1596499"/>
              <a:gd name="connsiteX93" fmla="*/ 2070075 w 9662615"/>
              <a:gd name="connsiteY93" fmla="*/ 1511285 h 1596499"/>
              <a:gd name="connsiteX94" fmla="*/ 2001057 w 9662615"/>
              <a:gd name="connsiteY94" fmla="*/ 1516449 h 1596499"/>
              <a:gd name="connsiteX95" fmla="*/ 1896330 w 9662615"/>
              <a:gd name="connsiteY95" fmla="*/ 1525725 h 1596499"/>
              <a:gd name="connsiteX96" fmla="*/ 1835994 w 9662615"/>
              <a:gd name="connsiteY96" fmla="*/ 1527678 h 1596499"/>
              <a:gd name="connsiteX97" fmla="*/ 1671119 w 9662615"/>
              <a:gd name="connsiteY97" fmla="*/ 1536701 h 1596499"/>
              <a:gd name="connsiteX98" fmla="*/ 1601337 w 9662615"/>
              <a:gd name="connsiteY98" fmla="*/ 1548552 h 1596499"/>
              <a:gd name="connsiteX99" fmla="*/ 1407755 w 9662615"/>
              <a:gd name="connsiteY99" fmla="*/ 1571444 h 1596499"/>
              <a:gd name="connsiteX100" fmla="*/ 1271994 w 9662615"/>
              <a:gd name="connsiteY100" fmla="*/ 1579471 h 1596499"/>
              <a:gd name="connsiteX101" fmla="*/ 1249226 w 9662615"/>
              <a:gd name="connsiteY101" fmla="*/ 1583140 h 1596499"/>
              <a:gd name="connsiteX102" fmla="*/ 1217719 w 9662615"/>
              <a:gd name="connsiteY102" fmla="*/ 1580863 h 1596499"/>
              <a:gd name="connsiteX103" fmla="*/ 1091432 w 9662615"/>
              <a:gd name="connsiteY103" fmla="*/ 1571003 h 1596499"/>
              <a:gd name="connsiteX104" fmla="*/ 992039 w 9662615"/>
              <a:gd name="connsiteY104" fmla="*/ 1556662 h 1596499"/>
              <a:gd name="connsiteX105" fmla="*/ 868264 w 9662615"/>
              <a:gd name="connsiteY105" fmla="*/ 1566392 h 1596499"/>
              <a:gd name="connsiteX106" fmla="*/ 792765 w 9662615"/>
              <a:gd name="connsiteY106" fmla="*/ 1563102 h 1596499"/>
              <a:gd name="connsiteX107" fmla="*/ 669055 w 9662615"/>
              <a:gd name="connsiteY107" fmla="*/ 1543638 h 1596499"/>
              <a:gd name="connsiteX108" fmla="*/ 506152 w 9662615"/>
              <a:gd name="connsiteY108" fmla="*/ 1549124 h 1596499"/>
              <a:gd name="connsiteX109" fmla="*/ 472797 w 9662615"/>
              <a:gd name="connsiteY109" fmla="*/ 1568904 h 1596499"/>
              <a:gd name="connsiteX110" fmla="*/ 427864 w 9662615"/>
              <a:gd name="connsiteY110" fmla="*/ 1580848 h 1596499"/>
              <a:gd name="connsiteX111" fmla="*/ 408381 w 9662615"/>
              <a:gd name="connsiteY111" fmla="*/ 1552940 h 1596499"/>
              <a:gd name="connsiteX112" fmla="*/ 267163 w 9662615"/>
              <a:gd name="connsiteY112" fmla="*/ 1531913 h 1596499"/>
              <a:gd name="connsiteX113" fmla="*/ 196644 w 9662615"/>
              <a:gd name="connsiteY113" fmla="*/ 1524565 h 1596499"/>
              <a:gd name="connsiteX114" fmla="*/ 86819 w 9662615"/>
              <a:gd name="connsiteY114" fmla="*/ 1519517 h 1596499"/>
              <a:gd name="connsiteX115" fmla="*/ 53369 w 9662615"/>
              <a:gd name="connsiteY115" fmla="*/ 1516853 h 1596499"/>
              <a:gd name="connsiteX116" fmla="*/ 2359 w 9662615"/>
              <a:gd name="connsiteY116" fmla="*/ 1515247 h 1596499"/>
              <a:gd name="connsiteX117" fmla="*/ 0 w 9662615"/>
              <a:gd name="connsiteY117" fmla="*/ 1514932 h 1596499"/>
              <a:gd name="connsiteX118" fmla="*/ 0 w 9662615"/>
              <a:gd name="connsiteY118" fmla="*/ 0 h 1596499"/>
              <a:gd name="connsiteX0" fmla="*/ 0 w 9662615"/>
              <a:gd name="connsiteY0" fmla="*/ 0 h 1600474"/>
              <a:gd name="connsiteX1" fmla="*/ 9662615 w 9662615"/>
              <a:gd name="connsiteY1" fmla="*/ 0 h 1600474"/>
              <a:gd name="connsiteX2" fmla="*/ 9662615 w 9662615"/>
              <a:gd name="connsiteY2" fmla="*/ 1280346 h 1600474"/>
              <a:gd name="connsiteX3" fmla="*/ 9658420 w 9662615"/>
              <a:gd name="connsiteY3" fmla="*/ 1280106 h 1600474"/>
              <a:gd name="connsiteX4" fmla="*/ 9469546 w 9662615"/>
              <a:gd name="connsiteY4" fmla="*/ 1289837 h 1600474"/>
              <a:gd name="connsiteX5" fmla="*/ 9385895 w 9662615"/>
              <a:gd name="connsiteY5" fmla="*/ 1269203 h 1600474"/>
              <a:gd name="connsiteX6" fmla="*/ 9144767 w 9662615"/>
              <a:gd name="connsiteY6" fmla="*/ 1264120 h 1600474"/>
              <a:gd name="connsiteX7" fmla="*/ 8837252 w 9662615"/>
              <a:gd name="connsiteY7" fmla="*/ 1350515 h 1600474"/>
              <a:gd name="connsiteX8" fmla="*/ 8705466 w 9662615"/>
              <a:gd name="connsiteY8" fmla="*/ 1342419 h 1600474"/>
              <a:gd name="connsiteX9" fmla="*/ 8652221 w 9662615"/>
              <a:gd name="connsiteY9" fmla="*/ 1326906 h 1600474"/>
              <a:gd name="connsiteX10" fmla="*/ 8632312 w 9662615"/>
              <a:gd name="connsiteY10" fmla="*/ 1326025 h 1600474"/>
              <a:gd name="connsiteX11" fmla="*/ 8591582 w 9662615"/>
              <a:gd name="connsiteY11" fmla="*/ 1341666 h 1600474"/>
              <a:gd name="connsiteX12" fmla="*/ 8537336 w 9662615"/>
              <a:gd name="connsiteY12" fmla="*/ 1341684 h 1600474"/>
              <a:gd name="connsiteX13" fmla="*/ 8472508 w 9662615"/>
              <a:gd name="connsiteY13" fmla="*/ 1363109 h 1600474"/>
              <a:gd name="connsiteX14" fmla="*/ 8258477 w 9662615"/>
              <a:gd name="connsiteY14" fmla="*/ 1370666 h 1600474"/>
              <a:gd name="connsiteX15" fmla="*/ 8197961 w 9662615"/>
              <a:gd name="connsiteY15" fmla="*/ 1392804 h 1600474"/>
              <a:gd name="connsiteX16" fmla="*/ 8171196 w 9662615"/>
              <a:gd name="connsiteY16" fmla="*/ 1397216 h 1600474"/>
              <a:gd name="connsiteX17" fmla="*/ 8127667 w 9662615"/>
              <a:gd name="connsiteY17" fmla="*/ 1418254 h 1600474"/>
              <a:gd name="connsiteX18" fmla="*/ 7974579 w 9662615"/>
              <a:gd name="connsiteY18" fmla="*/ 1383439 h 1600474"/>
              <a:gd name="connsiteX19" fmla="*/ 7768351 w 9662615"/>
              <a:gd name="connsiteY19" fmla="*/ 1395051 h 1600474"/>
              <a:gd name="connsiteX20" fmla="*/ 7635985 w 9662615"/>
              <a:gd name="connsiteY20" fmla="*/ 1386363 h 1600474"/>
              <a:gd name="connsiteX21" fmla="*/ 7466069 w 9662615"/>
              <a:gd name="connsiteY21" fmla="*/ 1377654 h 1600474"/>
              <a:gd name="connsiteX22" fmla="*/ 7355642 w 9662615"/>
              <a:gd name="connsiteY22" fmla="*/ 1407761 h 1600474"/>
              <a:gd name="connsiteX23" fmla="*/ 7151610 w 9662615"/>
              <a:gd name="connsiteY23" fmla="*/ 1397856 h 1600474"/>
              <a:gd name="connsiteX24" fmla="*/ 7082147 w 9662615"/>
              <a:gd name="connsiteY24" fmla="*/ 1406113 h 1600474"/>
              <a:gd name="connsiteX25" fmla="*/ 7014958 w 9662615"/>
              <a:gd name="connsiteY25" fmla="*/ 1396883 h 1600474"/>
              <a:gd name="connsiteX26" fmla="*/ 6907567 w 9662615"/>
              <a:gd name="connsiteY26" fmla="*/ 1419149 h 1600474"/>
              <a:gd name="connsiteX27" fmla="*/ 6748428 w 9662615"/>
              <a:gd name="connsiteY27" fmla="*/ 1420308 h 1600474"/>
              <a:gd name="connsiteX28" fmla="*/ 6654257 w 9662615"/>
              <a:gd name="connsiteY28" fmla="*/ 1424143 h 1600474"/>
              <a:gd name="connsiteX29" fmla="*/ 6620123 w 9662615"/>
              <a:gd name="connsiteY29" fmla="*/ 1430535 h 1600474"/>
              <a:gd name="connsiteX30" fmla="*/ 6571355 w 9662615"/>
              <a:gd name="connsiteY30" fmla="*/ 1436144 h 1600474"/>
              <a:gd name="connsiteX31" fmla="*/ 6486557 w 9662615"/>
              <a:gd name="connsiteY31" fmla="*/ 1449861 h 1600474"/>
              <a:gd name="connsiteX32" fmla="*/ 6370419 w 9662615"/>
              <a:gd name="connsiteY32" fmla="*/ 1461649 h 1600474"/>
              <a:gd name="connsiteX33" fmla="*/ 6278839 w 9662615"/>
              <a:gd name="connsiteY33" fmla="*/ 1449160 h 1600474"/>
              <a:gd name="connsiteX34" fmla="*/ 6272455 w 9662615"/>
              <a:gd name="connsiteY34" fmla="*/ 1453191 h 1600474"/>
              <a:gd name="connsiteX35" fmla="*/ 6212659 w 9662615"/>
              <a:gd name="connsiteY35" fmla="*/ 1454850 h 1600474"/>
              <a:gd name="connsiteX36" fmla="*/ 6069317 w 9662615"/>
              <a:gd name="connsiteY36" fmla="*/ 1445838 h 1600474"/>
              <a:gd name="connsiteX37" fmla="*/ 5878477 w 9662615"/>
              <a:gd name="connsiteY37" fmla="*/ 1439180 h 1600474"/>
              <a:gd name="connsiteX38" fmla="*/ 5838387 w 9662615"/>
              <a:gd name="connsiteY38" fmla="*/ 1444679 h 1600474"/>
              <a:gd name="connsiteX39" fmla="*/ 5771136 w 9662615"/>
              <a:gd name="connsiteY39" fmla="*/ 1453639 h 1600474"/>
              <a:gd name="connsiteX40" fmla="*/ 5724081 w 9662615"/>
              <a:gd name="connsiteY40" fmla="*/ 1470431 h 1600474"/>
              <a:gd name="connsiteX41" fmla="*/ 5666577 w 9662615"/>
              <a:gd name="connsiteY41" fmla="*/ 1473921 h 1600474"/>
              <a:gd name="connsiteX42" fmla="*/ 5649068 w 9662615"/>
              <a:gd name="connsiteY42" fmla="*/ 1461676 h 1600474"/>
              <a:gd name="connsiteX43" fmla="*/ 5588902 w 9662615"/>
              <a:gd name="connsiteY43" fmla="*/ 1469647 h 1600474"/>
              <a:gd name="connsiteX44" fmla="*/ 5498090 w 9662615"/>
              <a:gd name="connsiteY44" fmla="*/ 1483173 h 1600474"/>
              <a:gd name="connsiteX45" fmla="*/ 5444641 w 9662615"/>
              <a:gd name="connsiteY45" fmla="*/ 1487602 h 1600474"/>
              <a:gd name="connsiteX46" fmla="*/ 5299812 w 9662615"/>
              <a:gd name="connsiteY46" fmla="*/ 1503362 h 1600474"/>
              <a:gd name="connsiteX47" fmla="*/ 5213947 w 9662615"/>
              <a:gd name="connsiteY47" fmla="*/ 1516637 h 1600474"/>
              <a:gd name="connsiteX48" fmla="*/ 5090342 w 9662615"/>
              <a:gd name="connsiteY48" fmla="*/ 1546680 h 1600474"/>
              <a:gd name="connsiteX49" fmla="*/ 5129812 w 9662615"/>
              <a:gd name="connsiteY49" fmla="*/ 1521277 h 1600474"/>
              <a:gd name="connsiteX50" fmla="*/ 5059484 w 9662615"/>
              <a:gd name="connsiteY50" fmla="*/ 1546802 h 1600474"/>
              <a:gd name="connsiteX51" fmla="*/ 5038524 w 9662615"/>
              <a:gd name="connsiteY51" fmla="*/ 1545675 h 1600474"/>
              <a:gd name="connsiteX52" fmla="*/ 5026564 w 9662615"/>
              <a:gd name="connsiteY52" fmla="*/ 1545376 h 1600474"/>
              <a:gd name="connsiteX53" fmla="*/ 4969433 w 9662615"/>
              <a:gd name="connsiteY53" fmla="*/ 1550865 h 1600474"/>
              <a:gd name="connsiteX54" fmla="*/ 4929254 w 9662615"/>
              <a:gd name="connsiteY54" fmla="*/ 1563452 h 1600474"/>
              <a:gd name="connsiteX55" fmla="*/ 4871726 w 9662615"/>
              <a:gd name="connsiteY55" fmla="*/ 1570584 h 1600474"/>
              <a:gd name="connsiteX56" fmla="*/ 4843267 w 9662615"/>
              <a:gd name="connsiteY56" fmla="*/ 1561459 h 1600474"/>
              <a:gd name="connsiteX57" fmla="*/ 4821058 w 9662615"/>
              <a:gd name="connsiteY57" fmla="*/ 1553078 h 1600474"/>
              <a:gd name="connsiteX58" fmla="*/ 4791466 w 9662615"/>
              <a:gd name="connsiteY58" fmla="*/ 1561324 h 1600474"/>
              <a:gd name="connsiteX59" fmla="*/ 4784247 w 9662615"/>
              <a:gd name="connsiteY59" fmla="*/ 1562342 h 1600474"/>
              <a:gd name="connsiteX60" fmla="*/ 4739309 w 9662615"/>
              <a:gd name="connsiteY60" fmla="*/ 1553948 h 1600474"/>
              <a:gd name="connsiteX61" fmla="*/ 4697562 w 9662615"/>
              <a:gd name="connsiteY61" fmla="*/ 1551206 h 1600474"/>
              <a:gd name="connsiteX62" fmla="*/ 4650737 w 9662615"/>
              <a:gd name="connsiteY62" fmla="*/ 1537381 h 1600474"/>
              <a:gd name="connsiteX63" fmla="*/ 4583150 w 9662615"/>
              <a:gd name="connsiteY63" fmla="*/ 1529064 h 1600474"/>
              <a:gd name="connsiteX64" fmla="*/ 4521734 w 9662615"/>
              <a:gd name="connsiteY64" fmla="*/ 1529359 h 1600474"/>
              <a:gd name="connsiteX65" fmla="*/ 4382398 w 9662615"/>
              <a:gd name="connsiteY65" fmla="*/ 1534108 h 1600474"/>
              <a:gd name="connsiteX66" fmla="*/ 4221826 w 9662615"/>
              <a:gd name="connsiteY66" fmla="*/ 1500972 h 1600474"/>
              <a:gd name="connsiteX67" fmla="*/ 4096601 w 9662615"/>
              <a:gd name="connsiteY67" fmla="*/ 1521563 h 1600474"/>
              <a:gd name="connsiteX68" fmla="*/ 4046172 w 9662615"/>
              <a:gd name="connsiteY68" fmla="*/ 1600474 h 1600474"/>
              <a:gd name="connsiteX69" fmla="*/ 3833906 w 9662615"/>
              <a:gd name="connsiteY69" fmla="*/ 1516637 h 1600474"/>
              <a:gd name="connsiteX70" fmla="*/ 3696258 w 9662615"/>
              <a:gd name="connsiteY70" fmla="*/ 1537563 h 1600474"/>
              <a:gd name="connsiteX71" fmla="*/ 3594070 w 9662615"/>
              <a:gd name="connsiteY71" fmla="*/ 1509422 h 1600474"/>
              <a:gd name="connsiteX72" fmla="*/ 3565233 w 9662615"/>
              <a:gd name="connsiteY72" fmla="*/ 1515122 h 1600474"/>
              <a:gd name="connsiteX73" fmla="*/ 3560267 w 9662615"/>
              <a:gd name="connsiteY73" fmla="*/ 1516288 h 1600474"/>
              <a:gd name="connsiteX74" fmla="*/ 3540258 w 9662615"/>
              <a:gd name="connsiteY74" fmla="*/ 1516976 h 1600474"/>
              <a:gd name="connsiteX75" fmla="*/ 3534780 w 9662615"/>
              <a:gd name="connsiteY75" fmla="*/ 1522141 h 1600474"/>
              <a:gd name="connsiteX76" fmla="*/ 3504783 w 9662615"/>
              <a:gd name="connsiteY76" fmla="*/ 1526739 h 1600474"/>
              <a:gd name="connsiteX77" fmla="*/ 3430805 w 9662615"/>
              <a:gd name="connsiteY77" fmla="*/ 1542521 h 1600474"/>
              <a:gd name="connsiteX78" fmla="*/ 3292707 w 9662615"/>
              <a:gd name="connsiteY78" fmla="*/ 1520490 h 1600474"/>
              <a:gd name="connsiteX79" fmla="*/ 3187872 w 9662615"/>
              <a:gd name="connsiteY79" fmla="*/ 1519991 h 1600474"/>
              <a:gd name="connsiteX80" fmla="*/ 3148026 w 9662615"/>
              <a:gd name="connsiteY80" fmla="*/ 1524777 h 1600474"/>
              <a:gd name="connsiteX81" fmla="*/ 3092394 w 9662615"/>
              <a:gd name="connsiteY81" fmla="*/ 1528115 h 1600474"/>
              <a:gd name="connsiteX82" fmla="*/ 2994200 w 9662615"/>
              <a:gd name="connsiteY82" fmla="*/ 1537857 h 1600474"/>
              <a:gd name="connsiteX83" fmla="*/ 2862301 w 9662615"/>
              <a:gd name="connsiteY83" fmla="*/ 1544250 h 1600474"/>
              <a:gd name="connsiteX84" fmla="*/ 2766335 w 9662615"/>
              <a:gd name="connsiteY84" fmla="*/ 1527662 h 1600474"/>
              <a:gd name="connsiteX85" fmla="*/ 2757836 w 9662615"/>
              <a:gd name="connsiteY85" fmla="*/ 1531371 h 1600474"/>
              <a:gd name="connsiteX86" fmla="*/ 2691555 w 9662615"/>
              <a:gd name="connsiteY86" fmla="*/ 1530283 h 1600474"/>
              <a:gd name="connsiteX87" fmla="*/ 2491676 w 9662615"/>
              <a:gd name="connsiteY87" fmla="*/ 1500859 h 1600474"/>
              <a:gd name="connsiteX88" fmla="*/ 2378036 w 9662615"/>
              <a:gd name="connsiteY88" fmla="*/ 1520645 h 1600474"/>
              <a:gd name="connsiteX89" fmla="*/ 2284269 w 9662615"/>
              <a:gd name="connsiteY89" fmla="*/ 1503068 h 1600474"/>
              <a:gd name="connsiteX90" fmla="*/ 2207104 w 9662615"/>
              <a:gd name="connsiteY90" fmla="*/ 1508888 h 1600474"/>
              <a:gd name="connsiteX91" fmla="*/ 2149226 w 9662615"/>
              <a:gd name="connsiteY91" fmla="*/ 1523409 h 1600474"/>
              <a:gd name="connsiteX92" fmla="*/ 2084783 w 9662615"/>
              <a:gd name="connsiteY92" fmla="*/ 1524245 h 1600474"/>
              <a:gd name="connsiteX93" fmla="*/ 2070075 w 9662615"/>
              <a:gd name="connsiteY93" fmla="*/ 1511285 h 1600474"/>
              <a:gd name="connsiteX94" fmla="*/ 2001057 w 9662615"/>
              <a:gd name="connsiteY94" fmla="*/ 1516449 h 1600474"/>
              <a:gd name="connsiteX95" fmla="*/ 1896330 w 9662615"/>
              <a:gd name="connsiteY95" fmla="*/ 1525725 h 1600474"/>
              <a:gd name="connsiteX96" fmla="*/ 1835994 w 9662615"/>
              <a:gd name="connsiteY96" fmla="*/ 1527678 h 1600474"/>
              <a:gd name="connsiteX97" fmla="*/ 1671119 w 9662615"/>
              <a:gd name="connsiteY97" fmla="*/ 1536701 h 1600474"/>
              <a:gd name="connsiteX98" fmla="*/ 1601337 w 9662615"/>
              <a:gd name="connsiteY98" fmla="*/ 1548552 h 1600474"/>
              <a:gd name="connsiteX99" fmla="*/ 1407755 w 9662615"/>
              <a:gd name="connsiteY99" fmla="*/ 1571444 h 1600474"/>
              <a:gd name="connsiteX100" fmla="*/ 1271994 w 9662615"/>
              <a:gd name="connsiteY100" fmla="*/ 1579471 h 1600474"/>
              <a:gd name="connsiteX101" fmla="*/ 1249226 w 9662615"/>
              <a:gd name="connsiteY101" fmla="*/ 1583140 h 1600474"/>
              <a:gd name="connsiteX102" fmla="*/ 1217719 w 9662615"/>
              <a:gd name="connsiteY102" fmla="*/ 1580863 h 1600474"/>
              <a:gd name="connsiteX103" fmla="*/ 1091432 w 9662615"/>
              <a:gd name="connsiteY103" fmla="*/ 1571003 h 1600474"/>
              <a:gd name="connsiteX104" fmla="*/ 992039 w 9662615"/>
              <a:gd name="connsiteY104" fmla="*/ 1556662 h 1600474"/>
              <a:gd name="connsiteX105" fmla="*/ 868264 w 9662615"/>
              <a:gd name="connsiteY105" fmla="*/ 1566392 h 1600474"/>
              <a:gd name="connsiteX106" fmla="*/ 792765 w 9662615"/>
              <a:gd name="connsiteY106" fmla="*/ 1563102 h 1600474"/>
              <a:gd name="connsiteX107" fmla="*/ 669055 w 9662615"/>
              <a:gd name="connsiteY107" fmla="*/ 1543638 h 1600474"/>
              <a:gd name="connsiteX108" fmla="*/ 506152 w 9662615"/>
              <a:gd name="connsiteY108" fmla="*/ 1549124 h 1600474"/>
              <a:gd name="connsiteX109" fmla="*/ 472797 w 9662615"/>
              <a:gd name="connsiteY109" fmla="*/ 1568904 h 1600474"/>
              <a:gd name="connsiteX110" fmla="*/ 427864 w 9662615"/>
              <a:gd name="connsiteY110" fmla="*/ 1580848 h 1600474"/>
              <a:gd name="connsiteX111" fmla="*/ 408381 w 9662615"/>
              <a:gd name="connsiteY111" fmla="*/ 1552940 h 1600474"/>
              <a:gd name="connsiteX112" fmla="*/ 267163 w 9662615"/>
              <a:gd name="connsiteY112" fmla="*/ 1531913 h 1600474"/>
              <a:gd name="connsiteX113" fmla="*/ 196644 w 9662615"/>
              <a:gd name="connsiteY113" fmla="*/ 1524565 h 1600474"/>
              <a:gd name="connsiteX114" fmla="*/ 86819 w 9662615"/>
              <a:gd name="connsiteY114" fmla="*/ 1519517 h 1600474"/>
              <a:gd name="connsiteX115" fmla="*/ 53369 w 9662615"/>
              <a:gd name="connsiteY115" fmla="*/ 1516853 h 1600474"/>
              <a:gd name="connsiteX116" fmla="*/ 2359 w 9662615"/>
              <a:gd name="connsiteY116" fmla="*/ 1515247 h 1600474"/>
              <a:gd name="connsiteX117" fmla="*/ 0 w 9662615"/>
              <a:gd name="connsiteY117" fmla="*/ 1514932 h 1600474"/>
              <a:gd name="connsiteX118" fmla="*/ 0 w 9662615"/>
              <a:gd name="connsiteY118" fmla="*/ 0 h 1600474"/>
              <a:gd name="connsiteX0" fmla="*/ 0 w 9662615"/>
              <a:gd name="connsiteY0" fmla="*/ 0 h 1679987"/>
              <a:gd name="connsiteX1" fmla="*/ 9662615 w 9662615"/>
              <a:gd name="connsiteY1" fmla="*/ 0 h 1679987"/>
              <a:gd name="connsiteX2" fmla="*/ 9662615 w 9662615"/>
              <a:gd name="connsiteY2" fmla="*/ 1280346 h 1679987"/>
              <a:gd name="connsiteX3" fmla="*/ 9658420 w 9662615"/>
              <a:gd name="connsiteY3" fmla="*/ 1280106 h 1679987"/>
              <a:gd name="connsiteX4" fmla="*/ 9469546 w 9662615"/>
              <a:gd name="connsiteY4" fmla="*/ 1289837 h 1679987"/>
              <a:gd name="connsiteX5" fmla="*/ 9385895 w 9662615"/>
              <a:gd name="connsiteY5" fmla="*/ 1269203 h 1679987"/>
              <a:gd name="connsiteX6" fmla="*/ 9144767 w 9662615"/>
              <a:gd name="connsiteY6" fmla="*/ 1264120 h 1679987"/>
              <a:gd name="connsiteX7" fmla="*/ 8837252 w 9662615"/>
              <a:gd name="connsiteY7" fmla="*/ 1350515 h 1679987"/>
              <a:gd name="connsiteX8" fmla="*/ 8705466 w 9662615"/>
              <a:gd name="connsiteY8" fmla="*/ 1342419 h 1679987"/>
              <a:gd name="connsiteX9" fmla="*/ 8652221 w 9662615"/>
              <a:gd name="connsiteY9" fmla="*/ 1326906 h 1679987"/>
              <a:gd name="connsiteX10" fmla="*/ 8632312 w 9662615"/>
              <a:gd name="connsiteY10" fmla="*/ 1326025 h 1679987"/>
              <a:gd name="connsiteX11" fmla="*/ 8591582 w 9662615"/>
              <a:gd name="connsiteY11" fmla="*/ 1341666 h 1679987"/>
              <a:gd name="connsiteX12" fmla="*/ 8537336 w 9662615"/>
              <a:gd name="connsiteY12" fmla="*/ 1341684 h 1679987"/>
              <a:gd name="connsiteX13" fmla="*/ 8472508 w 9662615"/>
              <a:gd name="connsiteY13" fmla="*/ 1363109 h 1679987"/>
              <a:gd name="connsiteX14" fmla="*/ 8258477 w 9662615"/>
              <a:gd name="connsiteY14" fmla="*/ 1370666 h 1679987"/>
              <a:gd name="connsiteX15" fmla="*/ 8197961 w 9662615"/>
              <a:gd name="connsiteY15" fmla="*/ 1392804 h 1679987"/>
              <a:gd name="connsiteX16" fmla="*/ 8171196 w 9662615"/>
              <a:gd name="connsiteY16" fmla="*/ 1397216 h 1679987"/>
              <a:gd name="connsiteX17" fmla="*/ 8127667 w 9662615"/>
              <a:gd name="connsiteY17" fmla="*/ 1418254 h 1679987"/>
              <a:gd name="connsiteX18" fmla="*/ 7974579 w 9662615"/>
              <a:gd name="connsiteY18" fmla="*/ 1383439 h 1679987"/>
              <a:gd name="connsiteX19" fmla="*/ 7768351 w 9662615"/>
              <a:gd name="connsiteY19" fmla="*/ 1395051 h 1679987"/>
              <a:gd name="connsiteX20" fmla="*/ 7635985 w 9662615"/>
              <a:gd name="connsiteY20" fmla="*/ 1386363 h 1679987"/>
              <a:gd name="connsiteX21" fmla="*/ 7466069 w 9662615"/>
              <a:gd name="connsiteY21" fmla="*/ 1377654 h 1679987"/>
              <a:gd name="connsiteX22" fmla="*/ 7355642 w 9662615"/>
              <a:gd name="connsiteY22" fmla="*/ 1407761 h 1679987"/>
              <a:gd name="connsiteX23" fmla="*/ 7151610 w 9662615"/>
              <a:gd name="connsiteY23" fmla="*/ 1397856 h 1679987"/>
              <a:gd name="connsiteX24" fmla="*/ 7082147 w 9662615"/>
              <a:gd name="connsiteY24" fmla="*/ 1406113 h 1679987"/>
              <a:gd name="connsiteX25" fmla="*/ 7014958 w 9662615"/>
              <a:gd name="connsiteY25" fmla="*/ 1396883 h 1679987"/>
              <a:gd name="connsiteX26" fmla="*/ 6907567 w 9662615"/>
              <a:gd name="connsiteY26" fmla="*/ 1419149 h 1679987"/>
              <a:gd name="connsiteX27" fmla="*/ 6748428 w 9662615"/>
              <a:gd name="connsiteY27" fmla="*/ 1420308 h 1679987"/>
              <a:gd name="connsiteX28" fmla="*/ 6654257 w 9662615"/>
              <a:gd name="connsiteY28" fmla="*/ 1424143 h 1679987"/>
              <a:gd name="connsiteX29" fmla="*/ 6620123 w 9662615"/>
              <a:gd name="connsiteY29" fmla="*/ 1430535 h 1679987"/>
              <a:gd name="connsiteX30" fmla="*/ 6571355 w 9662615"/>
              <a:gd name="connsiteY30" fmla="*/ 1436144 h 1679987"/>
              <a:gd name="connsiteX31" fmla="*/ 6486557 w 9662615"/>
              <a:gd name="connsiteY31" fmla="*/ 1449861 h 1679987"/>
              <a:gd name="connsiteX32" fmla="*/ 6370419 w 9662615"/>
              <a:gd name="connsiteY32" fmla="*/ 1461649 h 1679987"/>
              <a:gd name="connsiteX33" fmla="*/ 6278839 w 9662615"/>
              <a:gd name="connsiteY33" fmla="*/ 1449160 h 1679987"/>
              <a:gd name="connsiteX34" fmla="*/ 6272455 w 9662615"/>
              <a:gd name="connsiteY34" fmla="*/ 1453191 h 1679987"/>
              <a:gd name="connsiteX35" fmla="*/ 6212659 w 9662615"/>
              <a:gd name="connsiteY35" fmla="*/ 1454850 h 1679987"/>
              <a:gd name="connsiteX36" fmla="*/ 6069317 w 9662615"/>
              <a:gd name="connsiteY36" fmla="*/ 1445838 h 1679987"/>
              <a:gd name="connsiteX37" fmla="*/ 5878477 w 9662615"/>
              <a:gd name="connsiteY37" fmla="*/ 1439180 h 1679987"/>
              <a:gd name="connsiteX38" fmla="*/ 5838387 w 9662615"/>
              <a:gd name="connsiteY38" fmla="*/ 1444679 h 1679987"/>
              <a:gd name="connsiteX39" fmla="*/ 5771136 w 9662615"/>
              <a:gd name="connsiteY39" fmla="*/ 1453639 h 1679987"/>
              <a:gd name="connsiteX40" fmla="*/ 5724081 w 9662615"/>
              <a:gd name="connsiteY40" fmla="*/ 1470431 h 1679987"/>
              <a:gd name="connsiteX41" fmla="*/ 5666577 w 9662615"/>
              <a:gd name="connsiteY41" fmla="*/ 1473921 h 1679987"/>
              <a:gd name="connsiteX42" fmla="*/ 5649068 w 9662615"/>
              <a:gd name="connsiteY42" fmla="*/ 1461676 h 1679987"/>
              <a:gd name="connsiteX43" fmla="*/ 5588902 w 9662615"/>
              <a:gd name="connsiteY43" fmla="*/ 1469647 h 1679987"/>
              <a:gd name="connsiteX44" fmla="*/ 5498090 w 9662615"/>
              <a:gd name="connsiteY44" fmla="*/ 1483173 h 1679987"/>
              <a:gd name="connsiteX45" fmla="*/ 5444641 w 9662615"/>
              <a:gd name="connsiteY45" fmla="*/ 1487602 h 1679987"/>
              <a:gd name="connsiteX46" fmla="*/ 5299812 w 9662615"/>
              <a:gd name="connsiteY46" fmla="*/ 1503362 h 1679987"/>
              <a:gd name="connsiteX47" fmla="*/ 5213947 w 9662615"/>
              <a:gd name="connsiteY47" fmla="*/ 1516637 h 1679987"/>
              <a:gd name="connsiteX48" fmla="*/ 5090342 w 9662615"/>
              <a:gd name="connsiteY48" fmla="*/ 1546680 h 1679987"/>
              <a:gd name="connsiteX49" fmla="*/ 5129812 w 9662615"/>
              <a:gd name="connsiteY49" fmla="*/ 1521277 h 1679987"/>
              <a:gd name="connsiteX50" fmla="*/ 5059484 w 9662615"/>
              <a:gd name="connsiteY50" fmla="*/ 1546802 h 1679987"/>
              <a:gd name="connsiteX51" fmla="*/ 5038524 w 9662615"/>
              <a:gd name="connsiteY51" fmla="*/ 1545675 h 1679987"/>
              <a:gd name="connsiteX52" fmla="*/ 5026564 w 9662615"/>
              <a:gd name="connsiteY52" fmla="*/ 1545376 h 1679987"/>
              <a:gd name="connsiteX53" fmla="*/ 4969433 w 9662615"/>
              <a:gd name="connsiteY53" fmla="*/ 1550865 h 1679987"/>
              <a:gd name="connsiteX54" fmla="*/ 4929254 w 9662615"/>
              <a:gd name="connsiteY54" fmla="*/ 1563452 h 1679987"/>
              <a:gd name="connsiteX55" fmla="*/ 4871726 w 9662615"/>
              <a:gd name="connsiteY55" fmla="*/ 1570584 h 1679987"/>
              <a:gd name="connsiteX56" fmla="*/ 4843267 w 9662615"/>
              <a:gd name="connsiteY56" fmla="*/ 1561459 h 1679987"/>
              <a:gd name="connsiteX57" fmla="*/ 4821058 w 9662615"/>
              <a:gd name="connsiteY57" fmla="*/ 1553078 h 1679987"/>
              <a:gd name="connsiteX58" fmla="*/ 4791466 w 9662615"/>
              <a:gd name="connsiteY58" fmla="*/ 1561324 h 1679987"/>
              <a:gd name="connsiteX59" fmla="*/ 4784247 w 9662615"/>
              <a:gd name="connsiteY59" fmla="*/ 1562342 h 1679987"/>
              <a:gd name="connsiteX60" fmla="*/ 4739309 w 9662615"/>
              <a:gd name="connsiteY60" fmla="*/ 1553948 h 1679987"/>
              <a:gd name="connsiteX61" fmla="*/ 4697562 w 9662615"/>
              <a:gd name="connsiteY61" fmla="*/ 1551206 h 1679987"/>
              <a:gd name="connsiteX62" fmla="*/ 4650737 w 9662615"/>
              <a:gd name="connsiteY62" fmla="*/ 1537381 h 1679987"/>
              <a:gd name="connsiteX63" fmla="*/ 4583150 w 9662615"/>
              <a:gd name="connsiteY63" fmla="*/ 1529064 h 1679987"/>
              <a:gd name="connsiteX64" fmla="*/ 4521734 w 9662615"/>
              <a:gd name="connsiteY64" fmla="*/ 1529359 h 1679987"/>
              <a:gd name="connsiteX65" fmla="*/ 4382398 w 9662615"/>
              <a:gd name="connsiteY65" fmla="*/ 1534108 h 1679987"/>
              <a:gd name="connsiteX66" fmla="*/ 4221826 w 9662615"/>
              <a:gd name="connsiteY66" fmla="*/ 1500972 h 1679987"/>
              <a:gd name="connsiteX67" fmla="*/ 4096601 w 9662615"/>
              <a:gd name="connsiteY67" fmla="*/ 1521563 h 1679987"/>
              <a:gd name="connsiteX68" fmla="*/ 3879195 w 9662615"/>
              <a:gd name="connsiteY68" fmla="*/ 1679987 h 1679987"/>
              <a:gd name="connsiteX69" fmla="*/ 3833906 w 9662615"/>
              <a:gd name="connsiteY69" fmla="*/ 1516637 h 1679987"/>
              <a:gd name="connsiteX70" fmla="*/ 3696258 w 9662615"/>
              <a:gd name="connsiteY70" fmla="*/ 1537563 h 1679987"/>
              <a:gd name="connsiteX71" fmla="*/ 3594070 w 9662615"/>
              <a:gd name="connsiteY71" fmla="*/ 1509422 h 1679987"/>
              <a:gd name="connsiteX72" fmla="*/ 3565233 w 9662615"/>
              <a:gd name="connsiteY72" fmla="*/ 1515122 h 1679987"/>
              <a:gd name="connsiteX73" fmla="*/ 3560267 w 9662615"/>
              <a:gd name="connsiteY73" fmla="*/ 1516288 h 1679987"/>
              <a:gd name="connsiteX74" fmla="*/ 3540258 w 9662615"/>
              <a:gd name="connsiteY74" fmla="*/ 1516976 h 1679987"/>
              <a:gd name="connsiteX75" fmla="*/ 3534780 w 9662615"/>
              <a:gd name="connsiteY75" fmla="*/ 1522141 h 1679987"/>
              <a:gd name="connsiteX76" fmla="*/ 3504783 w 9662615"/>
              <a:gd name="connsiteY76" fmla="*/ 1526739 h 1679987"/>
              <a:gd name="connsiteX77" fmla="*/ 3430805 w 9662615"/>
              <a:gd name="connsiteY77" fmla="*/ 1542521 h 1679987"/>
              <a:gd name="connsiteX78" fmla="*/ 3292707 w 9662615"/>
              <a:gd name="connsiteY78" fmla="*/ 1520490 h 1679987"/>
              <a:gd name="connsiteX79" fmla="*/ 3187872 w 9662615"/>
              <a:gd name="connsiteY79" fmla="*/ 1519991 h 1679987"/>
              <a:gd name="connsiteX80" fmla="*/ 3148026 w 9662615"/>
              <a:gd name="connsiteY80" fmla="*/ 1524777 h 1679987"/>
              <a:gd name="connsiteX81" fmla="*/ 3092394 w 9662615"/>
              <a:gd name="connsiteY81" fmla="*/ 1528115 h 1679987"/>
              <a:gd name="connsiteX82" fmla="*/ 2994200 w 9662615"/>
              <a:gd name="connsiteY82" fmla="*/ 1537857 h 1679987"/>
              <a:gd name="connsiteX83" fmla="*/ 2862301 w 9662615"/>
              <a:gd name="connsiteY83" fmla="*/ 1544250 h 1679987"/>
              <a:gd name="connsiteX84" fmla="*/ 2766335 w 9662615"/>
              <a:gd name="connsiteY84" fmla="*/ 1527662 h 1679987"/>
              <a:gd name="connsiteX85" fmla="*/ 2757836 w 9662615"/>
              <a:gd name="connsiteY85" fmla="*/ 1531371 h 1679987"/>
              <a:gd name="connsiteX86" fmla="*/ 2691555 w 9662615"/>
              <a:gd name="connsiteY86" fmla="*/ 1530283 h 1679987"/>
              <a:gd name="connsiteX87" fmla="*/ 2491676 w 9662615"/>
              <a:gd name="connsiteY87" fmla="*/ 1500859 h 1679987"/>
              <a:gd name="connsiteX88" fmla="*/ 2378036 w 9662615"/>
              <a:gd name="connsiteY88" fmla="*/ 1520645 h 1679987"/>
              <a:gd name="connsiteX89" fmla="*/ 2284269 w 9662615"/>
              <a:gd name="connsiteY89" fmla="*/ 1503068 h 1679987"/>
              <a:gd name="connsiteX90" fmla="*/ 2207104 w 9662615"/>
              <a:gd name="connsiteY90" fmla="*/ 1508888 h 1679987"/>
              <a:gd name="connsiteX91" fmla="*/ 2149226 w 9662615"/>
              <a:gd name="connsiteY91" fmla="*/ 1523409 h 1679987"/>
              <a:gd name="connsiteX92" fmla="*/ 2084783 w 9662615"/>
              <a:gd name="connsiteY92" fmla="*/ 1524245 h 1679987"/>
              <a:gd name="connsiteX93" fmla="*/ 2070075 w 9662615"/>
              <a:gd name="connsiteY93" fmla="*/ 1511285 h 1679987"/>
              <a:gd name="connsiteX94" fmla="*/ 2001057 w 9662615"/>
              <a:gd name="connsiteY94" fmla="*/ 1516449 h 1679987"/>
              <a:gd name="connsiteX95" fmla="*/ 1896330 w 9662615"/>
              <a:gd name="connsiteY95" fmla="*/ 1525725 h 1679987"/>
              <a:gd name="connsiteX96" fmla="*/ 1835994 w 9662615"/>
              <a:gd name="connsiteY96" fmla="*/ 1527678 h 1679987"/>
              <a:gd name="connsiteX97" fmla="*/ 1671119 w 9662615"/>
              <a:gd name="connsiteY97" fmla="*/ 1536701 h 1679987"/>
              <a:gd name="connsiteX98" fmla="*/ 1601337 w 9662615"/>
              <a:gd name="connsiteY98" fmla="*/ 1548552 h 1679987"/>
              <a:gd name="connsiteX99" fmla="*/ 1407755 w 9662615"/>
              <a:gd name="connsiteY99" fmla="*/ 1571444 h 1679987"/>
              <a:gd name="connsiteX100" fmla="*/ 1271994 w 9662615"/>
              <a:gd name="connsiteY100" fmla="*/ 1579471 h 1679987"/>
              <a:gd name="connsiteX101" fmla="*/ 1249226 w 9662615"/>
              <a:gd name="connsiteY101" fmla="*/ 1583140 h 1679987"/>
              <a:gd name="connsiteX102" fmla="*/ 1217719 w 9662615"/>
              <a:gd name="connsiteY102" fmla="*/ 1580863 h 1679987"/>
              <a:gd name="connsiteX103" fmla="*/ 1091432 w 9662615"/>
              <a:gd name="connsiteY103" fmla="*/ 1571003 h 1679987"/>
              <a:gd name="connsiteX104" fmla="*/ 992039 w 9662615"/>
              <a:gd name="connsiteY104" fmla="*/ 1556662 h 1679987"/>
              <a:gd name="connsiteX105" fmla="*/ 868264 w 9662615"/>
              <a:gd name="connsiteY105" fmla="*/ 1566392 h 1679987"/>
              <a:gd name="connsiteX106" fmla="*/ 792765 w 9662615"/>
              <a:gd name="connsiteY106" fmla="*/ 1563102 h 1679987"/>
              <a:gd name="connsiteX107" fmla="*/ 669055 w 9662615"/>
              <a:gd name="connsiteY107" fmla="*/ 1543638 h 1679987"/>
              <a:gd name="connsiteX108" fmla="*/ 506152 w 9662615"/>
              <a:gd name="connsiteY108" fmla="*/ 1549124 h 1679987"/>
              <a:gd name="connsiteX109" fmla="*/ 472797 w 9662615"/>
              <a:gd name="connsiteY109" fmla="*/ 1568904 h 1679987"/>
              <a:gd name="connsiteX110" fmla="*/ 427864 w 9662615"/>
              <a:gd name="connsiteY110" fmla="*/ 1580848 h 1679987"/>
              <a:gd name="connsiteX111" fmla="*/ 408381 w 9662615"/>
              <a:gd name="connsiteY111" fmla="*/ 1552940 h 1679987"/>
              <a:gd name="connsiteX112" fmla="*/ 267163 w 9662615"/>
              <a:gd name="connsiteY112" fmla="*/ 1531913 h 1679987"/>
              <a:gd name="connsiteX113" fmla="*/ 196644 w 9662615"/>
              <a:gd name="connsiteY113" fmla="*/ 1524565 h 1679987"/>
              <a:gd name="connsiteX114" fmla="*/ 86819 w 9662615"/>
              <a:gd name="connsiteY114" fmla="*/ 1519517 h 1679987"/>
              <a:gd name="connsiteX115" fmla="*/ 53369 w 9662615"/>
              <a:gd name="connsiteY115" fmla="*/ 1516853 h 1679987"/>
              <a:gd name="connsiteX116" fmla="*/ 2359 w 9662615"/>
              <a:gd name="connsiteY116" fmla="*/ 1515247 h 1679987"/>
              <a:gd name="connsiteX117" fmla="*/ 0 w 9662615"/>
              <a:gd name="connsiteY117" fmla="*/ 1514932 h 1679987"/>
              <a:gd name="connsiteX118" fmla="*/ 0 w 9662615"/>
              <a:gd name="connsiteY118" fmla="*/ 0 h 1679987"/>
              <a:gd name="connsiteX0" fmla="*/ 0 w 9662615"/>
              <a:gd name="connsiteY0" fmla="*/ 0 h 1648182"/>
              <a:gd name="connsiteX1" fmla="*/ 9662615 w 9662615"/>
              <a:gd name="connsiteY1" fmla="*/ 0 h 1648182"/>
              <a:gd name="connsiteX2" fmla="*/ 9662615 w 9662615"/>
              <a:gd name="connsiteY2" fmla="*/ 1280346 h 1648182"/>
              <a:gd name="connsiteX3" fmla="*/ 9658420 w 9662615"/>
              <a:gd name="connsiteY3" fmla="*/ 1280106 h 1648182"/>
              <a:gd name="connsiteX4" fmla="*/ 9469546 w 9662615"/>
              <a:gd name="connsiteY4" fmla="*/ 1289837 h 1648182"/>
              <a:gd name="connsiteX5" fmla="*/ 9385895 w 9662615"/>
              <a:gd name="connsiteY5" fmla="*/ 1269203 h 1648182"/>
              <a:gd name="connsiteX6" fmla="*/ 9144767 w 9662615"/>
              <a:gd name="connsiteY6" fmla="*/ 1264120 h 1648182"/>
              <a:gd name="connsiteX7" fmla="*/ 8837252 w 9662615"/>
              <a:gd name="connsiteY7" fmla="*/ 1350515 h 1648182"/>
              <a:gd name="connsiteX8" fmla="*/ 8705466 w 9662615"/>
              <a:gd name="connsiteY8" fmla="*/ 1342419 h 1648182"/>
              <a:gd name="connsiteX9" fmla="*/ 8652221 w 9662615"/>
              <a:gd name="connsiteY9" fmla="*/ 1326906 h 1648182"/>
              <a:gd name="connsiteX10" fmla="*/ 8632312 w 9662615"/>
              <a:gd name="connsiteY10" fmla="*/ 1326025 h 1648182"/>
              <a:gd name="connsiteX11" fmla="*/ 8591582 w 9662615"/>
              <a:gd name="connsiteY11" fmla="*/ 1341666 h 1648182"/>
              <a:gd name="connsiteX12" fmla="*/ 8537336 w 9662615"/>
              <a:gd name="connsiteY12" fmla="*/ 1341684 h 1648182"/>
              <a:gd name="connsiteX13" fmla="*/ 8472508 w 9662615"/>
              <a:gd name="connsiteY13" fmla="*/ 1363109 h 1648182"/>
              <a:gd name="connsiteX14" fmla="*/ 8258477 w 9662615"/>
              <a:gd name="connsiteY14" fmla="*/ 1370666 h 1648182"/>
              <a:gd name="connsiteX15" fmla="*/ 8197961 w 9662615"/>
              <a:gd name="connsiteY15" fmla="*/ 1392804 h 1648182"/>
              <a:gd name="connsiteX16" fmla="*/ 8171196 w 9662615"/>
              <a:gd name="connsiteY16" fmla="*/ 1397216 h 1648182"/>
              <a:gd name="connsiteX17" fmla="*/ 8127667 w 9662615"/>
              <a:gd name="connsiteY17" fmla="*/ 1418254 h 1648182"/>
              <a:gd name="connsiteX18" fmla="*/ 7974579 w 9662615"/>
              <a:gd name="connsiteY18" fmla="*/ 1383439 h 1648182"/>
              <a:gd name="connsiteX19" fmla="*/ 7768351 w 9662615"/>
              <a:gd name="connsiteY19" fmla="*/ 1395051 h 1648182"/>
              <a:gd name="connsiteX20" fmla="*/ 7635985 w 9662615"/>
              <a:gd name="connsiteY20" fmla="*/ 1386363 h 1648182"/>
              <a:gd name="connsiteX21" fmla="*/ 7466069 w 9662615"/>
              <a:gd name="connsiteY21" fmla="*/ 1377654 h 1648182"/>
              <a:gd name="connsiteX22" fmla="*/ 7355642 w 9662615"/>
              <a:gd name="connsiteY22" fmla="*/ 1407761 h 1648182"/>
              <a:gd name="connsiteX23" fmla="*/ 7151610 w 9662615"/>
              <a:gd name="connsiteY23" fmla="*/ 1397856 h 1648182"/>
              <a:gd name="connsiteX24" fmla="*/ 7082147 w 9662615"/>
              <a:gd name="connsiteY24" fmla="*/ 1406113 h 1648182"/>
              <a:gd name="connsiteX25" fmla="*/ 7014958 w 9662615"/>
              <a:gd name="connsiteY25" fmla="*/ 1396883 h 1648182"/>
              <a:gd name="connsiteX26" fmla="*/ 6907567 w 9662615"/>
              <a:gd name="connsiteY26" fmla="*/ 1419149 h 1648182"/>
              <a:gd name="connsiteX27" fmla="*/ 6748428 w 9662615"/>
              <a:gd name="connsiteY27" fmla="*/ 1420308 h 1648182"/>
              <a:gd name="connsiteX28" fmla="*/ 6654257 w 9662615"/>
              <a:gd name="connsiteY28" fmla="*/ 1424143 h 1648182"/>
              <a:gd name="connsiteX29" fmla="*/ 6620123 w 9662615"/>
              <a:gd name="connsiteY29" fmla="*/ 1430535 h 1648182"/>
              <a:gd name="connsiteX30" fmla="*/ 6571355 w 9662615"/>
              <a:gd name="connsiteY30" fmla="*/ 1436144 h 1648182"/>
              <a:gd name="connsiteX31" fmla="*/ 6486557 w 9662615"/>
              <a:gd name="connsiteY31" fmla="*/ 1449861 h 1648182"/>
              <a:gd name="connsiteX32" fmla="*/ 6370419 w 9662615"/>
              <a:gd name="connsiteY32" fmla="*/ 1461649 h 1648182"/>
              <a:gd name="connsiteX33" fmla="*/ 6278839 w 9662615"/>
              <a:gd name="connsiteY33" fmla="*/ 1449160 h 1648182"/>
              <a:gd name="connsiteX34" fmla="*/ 6272455 w 9662615"/>
              <a:gd name="connsiteY34" fmla="*/ 1453191 h 1648182"/>
              <a:gd name="connsiteX35" fmla="*/ 6212659 w 9662615"/>
              <a:gd name="connsiteY35" fmla="*/ 1454850 h 1648182"/>
              <a:gd name="connsiteX36" fmla="*/ 6069317 w 9662615"/>
              <a:gd name="connsiteY36" fmla="*/ 1445838 h 1648182"/>
              <a:gd name="connsiteX37" fmla="*/ 5878477 w 9662615"/>
              <a:gd name="connsiteY37" fmla="*/ 1439180 h 1648182"/>
              <a:gd name="connsiteX38" fmla="*/ 5838387 w 9662615"/>
              <a:gd name="connsiteY38" fmla="*/ 1444679 h 1648182"/>
              <a:gd name="connsiteX39" fmla="*/ 5771136 w 9662615"/>
              <a:gd name="connsiteY39" fmla="*/ 1453639 h 1648182"/>
              <a:gd name="connsiteX40" fmla="*/ 5724081 w 9662615"/>
              <a:gd name="connsiteY40" fmla="*/ 1470431 h 1648182"/>
              <a:gd name="connsiteX41" fmla="*/ 5666577 w 9662615"/>
              <a:gd name="connsiteY41" fmla="*/ 1473921 h 1648182"/>
              <a:gd name="connsiteX42" fmla="*/ 5649068 w 9662615"/>
              <a:gd name="connsiteY42" fmla="*/ 1461676 h 1648182"/>
              <a:gd name="connsiteX43" fmla="*/ 5588902 w 9662615"/>
              <a:gd name="connsiteY43" fmla="*/ 1469647 h 1648182"/>
              <a:gd name="connsiteX44" fmla="*/ 5498090 w 9662615"/>
              <a:gd name="connsiteY44" fmla="*/ 1483173 h 1648182"/>
              <a:gd name="connsiteX45" fmla="*/ 5444641 w 9662615"/>
              <a:gd name="connsiteY45" fmla="*/ 1487602 h 1648182"/>
              <a:gd name="connsiteX46" fmla="*/ 5299812 w 9662615"/>
              <a:gd name="connsiteY46" fmla="*/ 1503362 h 1648182"/>
              <a:gd name="connsiteX47" fmla="*/ 5213947 w 9662615"/>
              <a:gd name="connsiteY47" fmla="*/ 1516637 h 1648182"/>
              <a:gd name="connsiteX48" fmla="*/ 5090342 w 9662615"/>
              <a:gd name="connsiteY48" fmla="*/ 1546680 h 1648182"/>
              <a:gd name="connsiteX49" fmla="*/ 5129812 w 9662615"/>
              <a:gd name="connsiteY49" fmla="*/ 1521277 h 1648182"/>
              <a:gd name="connsiteX50" fmla="*/ 5059484 w 9662615"/>
              <a:gd name="connsiteY50" fmla="*/ 1546802 h 1648182"/>
              <a:gd name="connsiteX51" fmla="*/ 5038524 w 9662615"/>
              <a:gd name="connsiteY51" fmla="*/ 1545675 h 1648182"/>
              <a:gd name="connsiteX52" fmla="*/ 5026564 w 9662615"/>
              <a:gd name="connsiteY52" fmla="*/ 1545376 h 1648182"/>
              <a:gd name="connsiteX53" fmla="*/ 4969433 w 9662615"/>
              <a:gd name="connsiteY53" fmla="*/ 1550865 h 1648182"/>
              <a:gd name="connsiteX54" fmla="*/ 4929254 w 9662615"/>
              <a:gd name="connsiteY54" fmla="*/ 1563452 h 1648182"/>
              <a:gd name="connsiteX55" fmla="*/ 4871726 w 9662615"/>
              <a:gd name="connsiteY55" fmla="*/ 1570584 h 1648182"/>
              <a:gd name="connsiteX56" fmla="*/ 4843267 w 9662615"/>
              <a:gd name="connsiteY56" fmla="*/ 1561459 h 1648182"/>
              <a:gd name="connsiteX57" fmla="*/ 4821058 w 9662615"/>
              <a:gd name="connsiteY57" fmla="*/ 1553078 h 1648182"/>
              <a:gd name="connsiteX58" fmla="*/ 4791466 w 9662615"/>
              <a:gd name="connsiteY58" fmla="*/ 1561324 h 1648182"/>
              <a:gd name="connsiteX59" fmla="*/ 4784247 w 9662615"/>
              <a:gd name="connsiteY59" fmla="*/ 1562342 h 1648182"/>
              <a:gd name="connsiteX60" fmla="*/ 4739309 w 9662615"/>
              <a:gd name="connsiteY60" fmla="*/ 1553948 h 1648182"/>
              <a:gd name="connsiteX61" fmla="*/ 4697562 w 9662615"/>
              <a:gd name="connsiteY61" fmla="*/ 1551206 h 1648182"/>
              <a:gd name="connsiteX62" fmla="*/ 4650737 w 9662615"/>
              <a:gd name="connsiteY62" fmla="*/ 1537381 h 1648182"/>
              <a:gd name="connsiteX63" fmla="*/ 4583150 w 9662615"/>
              <a:gd name="connsiteY63" fmla="*/ 1529064 h 1648182"/>
              <a:gd name="connsiteX64" fmla="*/ 4521734 w 9662615"/>
              <a:gd name="connsiteY64" fmla="*/ 1529359 h 1648182"/>
              <a:gd name="connsiteX65" fmla="*/ 4382398 w 9662615"/>
              <a:gd name="connsiteY65" fmla="*/ 1534108 h 1648182"/>
              <a:gd name="connsiteX66" fmla="*/ 4221826 w 9662615"/>
              <a:gd name="connsiteY66" fmla="*/ 1500972 h 1648182"/>
              <a:gd name="connsiteX67" fmla="*/ 4096601 w 9662615"/>
              <a:gd name="connsiteY67" fmla="*/ 1521563 h 1648182"/>
              <a:gd name="connsiteX68" fmla="*/ 4058099 w 9662615"/>
              <a:gd name="connsiteY68" fmla="*/ 1648182 h 1648182"/>
              <a:gd name="connsiteX69" fmla="*/ 3833906 w 9662615"/>
              <a:gd name="connsiteY69" fmla="*/ 1516637 h 1648182"/>
              <a:gd name="connsiteX70" fmla="*/ 3696258 w 9662615"/>
              <a:gd name="connsiteY70" fmla="*/ 1537563 h 1648182"/>
              <a:gd name="connsiteX71" fmla="*/ 3594070 w 9662615"/>
              <a:gd name="connsiteY71" fmla="*/ 1509422 h 1648182"/>
              <a:gd name="connsiteX72" fmla="*/ 3565233 w 9662615"/>
              <a:gd name="connsiteY72" fmla="*/ 1515122 h 1648182"/>
              <a:gd name="connsiteX73" fmla="*/ 3560267 w 9662615"/>
              <a:gd name="connsiteY73" fmla="*/ 1516288 h 1648182"/>
              <a:gd name="connsiteX74" fmla="*/ 3540258 w 9662615"/>
              <a:gd name="connsiteY74" fmla="*/ 1516976 h 1648182"/>
              <a:gd name="connsiteX75" fmla="*/ 3534780 w 9662615"/>
              <a:gd name="connsiteY75" fmla="*/ 1522141 h 1648182"/>
              <a:gd name="connsiteX76" fmla="*/ 3504783 w 9662615"/>
              <a:gd name="connsiteY76" fmla="*/ 1526739 h 1648182"/>
              <a:gd name="connsiteX77" fmla="*/ 3430805 w 9662615"/>
              <a:gd name="connsiteY77" fmla="*/ 1542521 h 1648182"/>
              <a:gd name="connsiteX78" fmla="*/ 3292707 w 9662615"/>
              <a:gd name="connsiteY78" fmla="*/ 1520490 h 1648182"/>
              <a:gd name="connsiteX79" fmla="*/ 3187872 w 9662615"/>
              <a:gd name="connsiteY79" fmla="*/ 1519991 h 1648182"/>
              <a:gd name="connsiteX80" fmla="*/ 3148026 w 9662615"/>
              <a:gd name="connsiteY80" fmla="*/ 1524777 h 1648182"/>
              <a:gd name="connsiteX81" fmla="*/ 3092394 w 9662615"/>
              <a:gd name="connsiteY81" fmla="*/ 1528115 h 1648182"/>
              <a:gd name="connsiteX82" fmla="*/ 2994200 w 9662615"/>
              <a:gd name="connsiteY82" fmla="*/ 1537857 h 1648182"/>
              <a:gd name="connsiteX83" fmla="*/ 2862301 w 9662615"/>
              <a:gd name="connsiteY83" fmla="*/ 1544250 h 1648182"/>
              <a:gd name="connsiteX84" fmla="*/ 2766335 w 9662615"/>
              <a:gd name="connsiteY84" fmla="*/ 1527662 h 1648182"/>
              <a:gd name="connsiteX85" fmla="*/ 2757836 w 9662615"/>
              <a:gd name="connsiteY85" fmla="*/ 1531371 h 1648182"/>
              <a:gd name="connsiteX86" fmla="*/ 2691555 w 9662615"/>
              <a:gd name="connsiteY86" fmla="*/ 1530283 h 1648182"/>
              <a:gd name="connsiteX87" fmla="*/ 2491676 w 9662615"/>
              <a:gd name="connsiteY87" fmla="*/ 1500859 h 1648182"/>
              <a:gd name="connsiteX88" fmla="*/ 2378036 w 9662615"/>
              <a:gd name="connsiteY88" fmla="*/ 1520645 h 1648182"/>
              <a:gd name="connsiteX89" fmla="*/ 2284269 w 9662615"/>
              <a:gd name="connsiteY89" fmla="*/ 1503068 h 1648182"/>
              <a:gd name="connsiteX90" fmla="*/ 2207104 w 9662615"/>
              <a:gd name="connsiteY90" fmla="*/ 1508888 h 1648182"/>
              <a:gd name="connsiteX91" fmla="*/ 2149226 w 9662615"/>
              <a:gd name="connsiteY91" fmla="*/ 1523409 h 1648182"/>
              <a:gd name="connsiteX92" fmla="*/ 2084783 w 9662615"/>
              <a:gd name="connsiteY92" fmla="*/ 1524245 h 1648182"/>
              <a:gd name="connsiteX93" fmla="*/ 2070075 w 9662615"/>
              <a:gd name="connsiteY93" fmla="*/ 1511285 h 1648182"/>
              <a:gd name="connsiteX94" fmla="*/ 2001057 w 9662615"/>
              <a:gd name="connsiteY94" fmla="*/ 1516449 h 1648182"/>
              <a:gd name="connsiteX95" fmla="*/ 1896330 w 9662615"/>
              <a:gd name="connsiteY95" fmla="*/ 1525725 h 1648182"/>
              <a:gd name="connsiteX96" fmla="*/ 1835994 w 9662615"/>
              <a:gd name="connsiteY96" fmla="*/ 1527678 h 1648182"/>
              <a:gd name="connsiteX97" fmla="*/ 1671119 w 9662615"/>
              <a:gd name="connsiteY97" fmla="*/ 1536701 h 1648182"/>
              <a:gd name="connsiteX98" fmla="*/ 1601337 w 9662615"/>
              <a:gd name="connsiteY98" fmla="*/ 1548552 h 1648182"/>
              <a:gd name="connsiteX99" fmla="*/ 1407755 w 9662615"/>
              <a:gd name="connsiteY99" fmla="*/ 1571444 h 1648182"/>
              <a:gd name="connsiteX100" fmla="*/ 1271994 w 9662615"/>
              <a:gd name="connsiteY100" fmla="*/ 1579471 h 1648182"/>
              <a:gd name="connsiteX101" fmla="*/ 1249226 w 9662615"/>
              <a:gd name="connsiteY101" fmla="*/ 1583140 h 1648182"/>
              <a:gd name="connsiteX102" fmla="*/ 1217719 w 9662615"/>
              <a:gd name="connsiteY102" fmla="*/ 1580863 h 1648182"/>
              <a:gd name="connsiteX103" fmla="*/ 1091432 w 9662615"/>
              <a:gd name="connsiteY103" fmla="*/ 1571003 h 1648182"/>
              <a:gd name="connsiteX104" fmla="*/ 992039 w 9662615"/>
              <a:gd name="connsiteY104" fmla="*/ 1556662 h 1648182"/>
              <a:gd name="connsiteX105" fmla="*/ 868264 w 9662615"/>
              <a:gd name="connsiteY105" fmla="*/ 1566392 h 1648182"/>
              <a:gd name="connsiteX106" fmla="*/ 792765 w 9662615"/>
              <a:gd name="connsiteY106" fmla="*/ 1563102 h 1648182"/>
              <a:gd name="connsiteX107" fmla="*/ 669055 w 9662615"/>
              <a:gd name="connsiteY107" fmla="*/ 1543638 h 1648182"/>
              <a:gd name="connsiteX108" fmla="*/ 506152 w 9662615"/>
              <a:gd name="connsiteY108" fmla="*/ 1549124 h 1648182"/>
              <a:gd name="connsiteX109" fmla="*/ 472797 w 9662615"/>
              <a:gd name="connsiteY109" fmla="*/ 1568904 h 1648182"/>
              <a:gd name="connsiteX110" fmla="*/ 427864 w 9662615"/>
              <a:gd name="connsiteY110" fmla="*/ 1580848 h 1648182"/>
              <a:gd name="connsiteX111" fmla="*/ 408381 w 9662615"/>
              <a:gd name="connsiteY111" fmla="*/ 1552940 h 1648182"/>
              <a:gd name="connsiteX112" fmla="*/ 267163 w 9662615"/>
              <a:gd name="connsiteY112" fmla="*/ 1531913 h 1648182"/>
              <a:gd name="connsiteX113" fmla="*/ 196644 w 9662615"/>
              <a:gd name="connsiteY113" fmla="*/ 1524565 h 1648182"/>
              <a:gd name="connsiteX114" fmla="*/ 86819 w 9662615"/>
              <a:gd name="connsiteY114" fmla="*/ 1519517 h 1648182"/>
              <a:gd name="connsiteX115" fmla="*/ 53369 w 9662615"/>
              <a:gd name="connsiteY115" fmla="*/ 1516853 h 1648182"/>
              <a:gd name="connsiteX116" fmla="*/ 2359 w 9662615"/>
              <a:gd name="connsiteY116" fmla="*/ 1515247 h 1648182"/>
              <a:gd name="connsiteX117" fmla="*/ 0 w 9662615"/>
              <a:gd name="connsiteY117" fmla="*/ 1514932 h 1648182"/>
              <a:gd name="connsiteX118" fmla="*/ 0 w 9662615"/>
              <a:gd name="connsiteY118" fmla="*/ 0 h 1648182"/>
              <a:gd name="connsiteX0" fmla="*/ 0 w 9662615"/>
              <a:gd name="connsiteY0" fmla="*/ 0 h 1648182"/>
              <a:gd name="connsiteX1" fmla="*/ 9662615 w 9662615"/>
              <a:gd name="connsiteY1" fmla="*/ 0 h 1648182"/>
              <a:gd name="connsiteX2" fmla="*/ 9662615 w 9662615"/>
              <a:gd name="connsiteY2" fmla="*/ 1280346 h 1648182"/>
              <a:gd name="connsiteX3" fmla="*/ 9658420 w 9662615"/>
              <a:gd name="connsiteY3" fmla="*/ 1280106 h 1648182"/>
              <a:gd name="connsiteX4" fmla="*/ 9469546 w 9662615"/>
              <a:gd name="connsiteY4" fmla="*/ 1289837 h 1648182"/>
              <a:gd name="connsiteX5" fmla="*/ 9385895 w 9662615"/>
              <a:gd name="connsiteY5" fmla="*/ 1269203 h 1648182"/>
              <a:gd name="connsiteX6" fmla="*/ 9144767 w 9662615"/>
              <a:gd name="connsiteY6" fmla="*/ 1264120 h 1648182"/>
              <a:gd name="connsiteX7" fmla="*/ 8837252 w 9662615"/>
              <a:gd name="connsiteY7" fmla="*/ 1350515 h 1648182"/>
              <a:gd name="connsiteX8" fmla="*/ 8705466 w 9662615"/>
              <a:gd name="connsiteY8" fmla="*/ 1342419 h 1648182"/>
              <a:gd name="connsiteX9" fmla="*/ 8652221 w 9662615"/>
              <a:gd name="connsiteY9" fmla="*/ 1326906 h 1648182"/>
              <a:gd name="connsiteX10" fmla="*/ 8632312 w 9662615"/>
              <a:gd name="connsiteY10" fmla="*/ 1326025 h 1648182"/>
              <a:gd name="connsiteX11" fmla="*/ 8591582 w 9662615"/>
              <a:gd name="connsiteY11" fmla="*/ 1341666 h 1648182"/>
              <a:gd name="connsiteX12" fmla="*/ 8537336 w 9662615"/>
              <a:gd name="connsiteY12" fmla="*/ 1341684 h 1648182"/>
              <a:gd name="connsiteX13" fmla="*/ 8472508 w 9662615"/>
              <a:gd name="connsiteY13" fmla="*/ 1363109 h 1648182"/>
              <a:gd name="connsiteX14" fmla="*/ 8258477 w 9662615"/>
              <a:gd name="connsiteY14" fmla="*/ 1370666 h 1648182"/>
              <a:gd name="connsiteX15" fmla="*/ 8197961 w 9662615"/>
              <a:gd name="connsiteY15" fmla="*/ 1392804 h 1648182"/>
              <a:gd name="connsiteX16" fmla="*/ 8171196 w 9662615"/>
              <a:gd name="connsiteY16" fmla="*/ 1397216 h 1648182"/>
              <a:gd name="connsiteX17" fmla="*/ 8127667 w 9662615"/>
              <a:gd name="connsiteY17" fmla="*/ 1418254 h 1648182"/>
              <a:gd name="connsiteX18" fmla="*/ 7974579 w 9662615"/>
              <a:gd name="connsiteY18" fmla="*/ 1383439 h 1648182"/>
              <a:gd name="connsiteX19" fmla="*/ 7768351 w 9662615"/>
              <a:gd name="connsiteY19" fmla="*/ 1395051 h 1648182"/>
              <a:gd name="connsiteX20" fmla="*/ 7635985 w 9662615"/>
              <a:gd name="connsiteY20" fmla="*/ 1386363 h 1648182"/>
              <a:gd name="connsiteX21" fmla="*/ 7466069 w 9662615"/>
              <a:gd name="connsiteY21" fmla="*/ 1377654 h 1648182"/>
              <a:gd name="connsiteX22" fmla="*/ 7355642 w 9662615"/>
              <a:gd name="connsiteY22" fmla="*/ 1407761 h 1648182"/>
              <a:gd name="connsiteX23" fmla="*/ 7151610 w 9662615"/>
              <a:gd name="connsiteY23" fmla="*/ 1397856 h 1648182"/>
              <a:gd name="connsiteX24" fmla="*/ 7082147 w 9662615"/>
              <a:gd name="connsiteY24" fmla="*/ 1406113 h 1648182"/>
              <a:gd name="connsiteX25" fmla="*/ 7014958 w 9662615"/>
              <a:gd name="connsiteY25" fmla="*/ 1396883 h 1648182"/>
              <a:gd name="connsiteX26" fmla="*/ 6907567 w 9662615"/>
              <a:gd name="connsiteY26" fmla="*/ 1419149 h 1648182"/>
              <a:gd name="connsiteX27" fmla="*/ 6748428 w 9662615"/>
              <a:gd name="connsiteY27" fmla="*/ 1420308 h 1648182"/>
              <a:gd name="connsiteX28" fmla="*/ 6654257 w 9662615"/>
              <a:gd name="connsiteY28" fmla="*/ 1424143 h 1648182"/>
              <a:gd name="connsiteX29" fmla="*/ 6620123 w 9662615"/>
              <a:gd name="connsiteY29" fmla="*/ 1430535 h 1648182"/>
              <a:gd name="connsiteX30" fmla="*/ 6571355 w 9662615"/>
              <a:gd name="connsiteY30" fmla="*/ 1436144 h 1648182"/>
              <a:gd name="connsiteX31" fmla="*/ 6486557 w 9662615"/>
              <a:gd name="connsiteY31" fmla="*/ 1449861 h 1648182"/>
              <a:gd name="connsiteX32" fmla="*/ 6370419 w 9662615"/>
              <a:gd name="connsiteY32" fmla="*/ 1461649 h 1648182"/>
              <a:gd name="connsiteX33" fmla="*/ 6278839 w 9662615"/>
              <a:gd name="connsiteY33" fmla="*/ 1449160 h 1648182"/>
              <a:gd name="connsiteX34" fmla="*/ 6272455 w 9662615"/>
              <a:gd name="connsiteY34" fmla="*/ 1453191 h 1648182"/>
              <a:gd name="connsiteX35" fmla="*/ 6212659 w 9662615"/>
              <a:gd name="connsiteY35" fmla="*/ 1454850 h 1648182"/>
              <a:gd name="connsiteX36" fmla="*/ 6069317 w 9662615"/>
              <a:gd name="connsiteY36" fmla="*/ 1445838 h 1648182"/>
              <a:gd name="connsiteX37" fmla="*/ 5878477 w 9662615"/>
              <a:gd name="connsiteY37" fmla="*/ 1439180 h 1648182"/>
              <a:gd name="connsiteX38" fmla="*/ 5838387 w 9662615"/>
              <a:gd name="connsiteY38" fmla="*/ 1444679 h 1648182"/>
              <a:gd name="connsiteX39" fmla="*/ 5771136 w 9662615"/>
              <a:gd name="connsiteY39" fmla="*/ 1453639 h 1648182"/>
              <a:gd name="connsiteX40" fmla="*/ 5724081 w 9662615"/>
              <a:gd name="connsiteY40" fmla="*/ 1470431 h 1648182"/>
              <a:gd name="connsiteX41" fmla="*/ 5666577 w 9662615"/>
              <a:gd name="connsiteY41" fmla="*/ 1473921 h 1648182"/>
              <a:gd name="connsiteX42" fmla="*/ 5649068 w 9662615"/>
              <a:gd name="connsiteY42" fmla="*/ 1461676 h 1648182"/>
              <a:gd name="connsiteX43" fmla="*/ 5588902 w 9662615"/>
              <a:gd name="connsiteY43" fmla="*/ 1469647 h 1648182"/>
              <a:gd name="connsiteX44" fmla="*/ 5498090 w 9662615"/>
              <a:gd name="connsiteY44" fmla="*/ 1483173 h 1648182"/>
              <a:gd name="connsiteX45" fmla="*/ 5444641 w 9662615"/>
              <a:gd name="connsiteY45" fmla="*/ 1487602 h 1648182"/>
              <a:gd name="connsiteX46" fmla="*/ 5299812 w 9662615"/>
              <a:gd name="connsiteY46" fmla="*/ 1503362 h 1648182"/>
              <a:gd name="connsiteX47" fmla="*/ 5213947 w 9662615"/>
              <a:gd name="connsiteY47" fmla="*/ 1516637 h 1648182"/>
              <a:gd name="connsiteX48" fmla="*/ 5090342 w 9662615"/>
              <a:gd name="connsiteY48" fmla="*/ 1546680 h 1648182"/>
              <a:gd name="connsiteX49" fmla="*/ 5129812 w 9662615"/>
              <a:gd name="connsiteY49" fmla="*/ 1521277 h 1648182"/>
              <a:gd name="connsiteX50" fmla="*/ 5059484 w 9662615"/>
              <a:gd name="connsiteY50" fmla="*/ 1546802 h 1648182"/>
              <a:gd name="connsiteX51" fmla="*/ 5038524 w 9662615"/>
              <a:gd name="connsiteY51" fmla="*/ 1545675 h 1648182"/>
              <a:gd name="connsiteX52" fmla="*/ 5026564 w 9662615"/>
              <a:gd name="connsiteY52" fmla="*/ 1545376 h 1648182"/>
              <a:gd name="connsiteX53" fmla="*/ 4969433 w 9662615"/>
              <a:gd name="connsiteY53" fmla="*/ 1550865 h 1648182"/>
              <a:gd name="connsiteX54" fmla="*/ 4929254 w 9662615"/>
              <a:gd name="connsiteY54" fmla="*/ 1563452 h 1648182"/>
              <a:gd name="connsiteX55" fmla="*/ 4871726 w 9662615"/>
              <a:gd name="connsiteY55" fmla="*/ 1570584 h 1648182"/>
              <a:gd name="connsiteX56" fmla="*/ 4843267 w 9662615"/>
              <a:gd name="connsiteY56" fmla="*/ 1561459 h 1648182"/>
              <a:gd name="connsiteX57" fmla="*/ 4821058 w 9662615"/>
              <a:gd name="connsiteY57" fmla="*/ 1553078 h 1648182"/>
              <a:gd name="connsiteX58" fmla="*/ 4791466 w 9662615"/>
              <a:gd name="connsiteY58" fmla="*/ 1561324 h 1648182"/>
              <a:gd name="connsiteX59" fmla="*/ 4784247 w 9662615"/>
              <a:gd name="connsiteY59" fmla="*/ 1562342 h 1648182"/>
              <a:gd name="connsiteX60" fmla="*/ 4739309 w 9662615"/>
              <a:gd name="connsiteY60" fmla="*/ 1553948 h 1648182"/>
              <a:gd name="connsiteX61" fmla="*/ 4697562 w 9662615"/>
              <a:gd name="connsiteY61" fmla="*/ 1551206 h 1648182"/>
              <a:gd name="connsiteX62" fmla="*/ 4650737 w 9662615"/>
              <a:gd name="connsiteY62" fmla="*/ 1537381 h 1648182"/>
              <a:gd name="connsiteX63" fmla="*/ 4583150 w 9662615"/>
              <a:gd name="connsiteY63" fmla="*/ 1529064 h 1648182"/>
              <a:gd name="connsiteX64" fmla="*/ 4521734 w 9662615"/>
              <a:gd name="connsiteY64" fmla="*/ 1529359 h 1648182"/>
              <a:gd name="connsiteX65" fmla="*/ 4382398 w 9662615"/>
              <a:gd name="connsiteY65" fmla="*/ 1534108 h 1648182"/>
              <a:gd name="connsiteX66" fmla="*/ 4221826 w 9662615"/>
              <a:gd name="connsiteY66" fmla="*/ 1500972 h 1648182"/>
              <a:gd name="connsiteX67" fmla="*/ 4096601 w 9662615"/>
              <a:gd name="connsiteY67" fmla="*/ 1521563 h 1648182"/>
              <a:gd name="connsiteX68" fmla="*/ 4058099 w 9662615"/>
              <a:gd name="connsiteY68" fmla="*/ 1648182 h 1648182"/>
              <a:gd name="connsiteX69" fmla="*/ 3833906 w 9662615"/>
              <a:gd name="connsiteY69" fmla="*/ 1516637 h 1648182"/>
              <a:gd name="connsiteX70" fmla="*/ 3696258 w 9662615"/>
              <a:gd name="connsiteY70" fmla="*/ 1537563 h 1648182"/>
              <a:gd name="connsiteX71" fmla="*/ 3594070 w 9662615"/>
              <a:gd name="connsiteY71" fmla="*/ 1509422 h 1648182"/>
              <a:gd name="connsiteX72" fmla="*/ 3565233 w 9662615"/>
              <a:gd name="connsiteY72" fmla="*/ 1515122 h 1648182"/>
              <a:gd name="connsiteX73" fmla="*/ 3560267 w 9662615"/>
              <a:gd name="connsiteY73" fmla="*/ 1516288 h 1648182"/>
              <a:gd name="connsiteX74" fmla="*/ 3540258 w 9662615"/>
              <a:gd name="connsiteY74" fmla="*/ 1516976 h 1648182"/>
              <a:gd name="connsiteX75" fmla="*/ 3534780 w 9662615"/>
              <a:gd name="connsiteY75" fmla="*/ 1522141 h 1648182"/>
              <a:gd name="connsiteX76" fmla="*/ 3504783 w 9662615"/>
              <a:gd name="connsiteY76" fmla="*/ 1526739 h 1648182"/>
              <a:gd name="connsiteX77" fmla="*/ 3430805 w 9662615"/>
              <a:gd name="connsiteY77" fmla="*/ 1542521 h 1648182"/>
              <a:gd name="connsiteX78" fmla="*/ 3292707 w 9662615"/>
              <a:gd name="connsiteY78" fmla="*/ 1520490 h 1648182"/>
              <a:gd name="connsiteX79" fmla="*/ 3187872 w 9662615"/>
              <a:gd name="connsiteY79" fmla="*/ 1519991 h 1648182"/>
              <a:gd name="connsiteX80" fmla="*/ 3148026 w 9662615"/>
              <a:gd name="connsiteY80" fmla="*/ 1524777 h 1648182"/>
              <a:gd name="connsiteX81" fmla="*/ 3092394 w 9662615"/>
              <a:gd name="connsiteY81" fmla="*/ 1528115 h 1648182"/>
              <a:gd name="connsiteX82" fmla="*/ 2994200 w 9662615"/>
              <a:gd name="connsiteY82" fmla="*/ 1537857 h 1648182"/>
              <a:gd name="connsiteX83" fmla="*/ 2862301 w 9662615"/>
              <a:gd name="connsiteY83" fmla="*/ 1544250 h 1648182"/>
              <a:gd name="connsiteX84" fmla="*/ 2766335 w 9662615"/>
              <a:gd name="connsiteY84" fmla="*/ 1527662 h 1648182"/>
              <a:gd name="connsiteX85" fmla="*/ 2757836 w 9662615"/>
              <a:gd name="connsiteY85" fmla="*/ 1531371 h 1648182"/>
              <a:gd name="connsiteX86" fmla="*/ 2691555 w 9662615"/>
              <a:gd name="connsiteY86" fmla="*/ 1530283 h 1648182"/>
              <a:gd name="connsiteX87" fmla="*/ 2491676 w 9662615"/>
              <a:gd name="connsiteY87" fmla="*/ 1500859 h 1648182"/>
              <a:gd name="connsiteX88" fmla="*/ 2378036 w 9662615"/>
              <a:gd name="connsiteY88" fmla="*/ 1520645 h 1648182"/>
              <a:gd name="connsiteX89" fmla="*/ 2284269 w 9662615"/>
              <a:gd name="connsiteY89" fmla="*/ 1503068 h 1648182"/>
              <a:gd name="connsiteX90" fmla="*/ 2207104 w 9662615"/>
              <a:gd name="connsiteY90" fmla="*/ 1508888 h 1648182"/>
              <a:gd name="connsiteX91" fmla="*/ 2149226 w 9662615"/>
              <a:gd name="connsiteY91" fmla="*/ 1523409 h 1648182"/>
              <a:gd name="connsiteX92" fmla="*/ 2084783 w 9662615"/>
              <a:gd name="connsiteY92" fmla="*/ 1524245 h 1648182"/>
              <a:gd name="connsiteX93" fmla="*/ 2070075 w 9662615"/>
              <a:gd name="connsiteY93" fmla="*/ 1511285 h 1648182"/>
              <a:gd name="connsiteX94" fmla="*/ 2001057 w 9662615"/>
              <a:gd name="connsiteY94" fmla="*/ 1516449 h 1648182"/>
              <a:gd name="connsiteX95" fmla="*/ 1896330 w 9662615"/>
              <a:gd name="connsiteY95" fmla="*/ 1525725 h 1648182"/>
              <a:gd name="connsiteX96" fmla="*/ 1835994 w 9662615"/>
              <a:gd name="connsiteY96" fmla="*/ 1527678 h 1648182"/>
              <a:gd name="connsiteX97" fmla="*/ 1671119 w 9662615"/>
              <a:gd name="connsiteY97" fmla="*/ 1536701 h 1648182"/>
              <a:gd name="connsiteX98" fmla="*/ 1601337 w 9662615"/>
              <a:gd name="connsiteY98" fmla="*/ 1548552 h 1648182"/>
              <a:gd name="connsiteX99" fmla="*/ 1407755 w 9662615"/>
              <a:gd name="connsiteY99" fmla="*/ 1571444 h 1648182"/>
              <a:gd name="connsiteX100" fmla="*/ 1271994 w 9662615"/>
              <a:gd name="connsiteY100" fmla="*/ 1579471 h 1648182"/>
              <a:gd name="connsiteX101" fmla="*/ 1249226 w 9662615"/>
              <a:gd name="connsiteY101" fmla="*/ 1583140 h 1648182"/>
              <a:gd name="connsiteX102" fmla="*/ 1217719 w 9662615"/>
              <a:gd name="connsiteY102" fmla="*/ 1580863 h 1648182"/>
              <a:gd name="connsiteX103" fmla="*/ 1091432 w 9662615"/>
              <a:gd name="connsiteY103" fmla="*/ 1571003 h 1648182"/>
              <a:gd name="connsiteX104" fmla="*/ 992039 w 9662615"/>
              <a:gd name="connsiteY104" fmla="*/ 1556662 h 1648182"/>
              <a:gd name="connsiteX105" fmla="*/ 868264 w 9662615"/>
              <a:gd name="connsiteY105" fmla="*/ 1566392 h 1648182"/>
              <a:gd name="connsiteX106" fmla="*/ 792765 w 9662615"/>
              <a:gd name="connsiteY106" fmla="*/ 1563102 h 1648182"/>
              <a:gd name="connsiteX107" fmla="*/ 669055 w 9662615"/>
              <a:gd name="connsiteY107" fmla="*/ 1543638 h 1648182"/>
              <a:gd name="connsiteX108" fmla="*/ 506152 w 9662615"/>
              <a:gd name="connsiteY108" fmla="*/ 1549124 h 1648182"/>
              <a:gd name="connsiteX109" fmla="*/ 472797 w 9662615"/>
              <a:gd name="connsiteY109" fmla="*/ 1568904 h 1648182"/>
              <a:gd name="connsiteX110" fmla="*/ 427864 w 9662615"/>
              <a:gd name="connsiteY110" fmla="*/ 1580848 h 1648182"/>
              <a:gd name="connsiteX111" fmla="*/ 408381 w 9662615"/>
              <a:gd name="connsiteY111" fmla="*/ 1552940 h 1648182"/>
              <a:gd name="connsiteX112" fmla="*/ 267163 w 9662615"/>
              <a:gd name="connsiteY112" fmla="*/ 1531913 h 1648182"/>
              <a:gd name="connsiteX113" fmla="*/ 196644 w 9662615"/>
              <a:gd name="connsiteY113" fmla="*/ 1524565 h 1648182"/>
              <a:gd name="connsiteX114" fmla="*/ 86819 w 9662615"/>
              <a:gd name="connsiteY114" fmla="*/ 1519517 h 1648182"/>
              <a:gd name="connsiteX115" fmla="*/ 53369 w 9662615"/>
              <a:gd name="connsiteY115" fmla="*/ 1516853 h 1648182"/>
              <a:gd name="connsiteX116" fmla="*/ 2359 w 9662615"/>
              <a:gd name="connsiteY116" fmla="*/ 1515247 h 1648182"/>
              <a:gd name="connsiteX117" fmla="*/ 0 w 9662615"/>
              <a:gd name="connsiteY117" fmla="*/ 1514932 h 1648182"/>
              <a:gd name="connsiteX118" fmla="*/ 0 w 9662615"/>
              <a:gd name="connsiteY118" fmla="*/ 0 h 1648182"/>
              <a:gd name="connsiteX0" fmla="*/ 0 w 9662615"/>
              <a:gd name="connsiteY0" fmla="*/ 0 h 1723719"/>
              <a:gd name="connsiteX1" fmla="*/ 9662615 w 9662615"/>
              <a:gd name="connsiteY1" fmla="*/ 0 h 1723719"/>
              <a:gd name="connsiteX2" fmla="*/ 9662615 w 9662615"/>
              <a:gd name="connsiteY2" fmla="*/ 1280346 h 1723719"/>
              <a:gd name="connsiteX3" fmla="*/ 9658420 w 9662615"/>
              <a:gd name="connsiteY3" fmla="*/ 1280106 h 1723719"/>
              <a:gd name="connsiteX4" fmla="*/ 9469546 w 9662615"/>
              <a:gd name="connsiteY4" fmla="*/ 1289837 h 1723719"/>
              <a:gd name="connsiteX5" fmla="*/ 9385895 w 9662615"/>
              <a:gd name="connsiteY5" fmla="*/ 1269203 h 1723719"/>
              <a:gd name="connsiteX6" fmla="*/ 9144767 w 9662615"/>
              <a:gd name="connsiteY6" fmla="*/ 1264120 h 1723719"/>
              <a:gd name="connsiteX7" fmla="*/ 8837252 w 9662615"/>
              <a:gd name="connsiteY7" fmla="*/ 1350515 h 1723719"/>
              <a:gd name="connsiteX8" fmla="*/ 8705466 w 9662615"/>
              <a:gd name="connsiteY8" fmla="*/ 1342419 h 1723719"/>
              <a:gd name="connsiteX9" fmla="*/ 8652221 w 9662615"/>
              <a:gd name="connsiteY9" fmla="*/ 1326906 h 1723719"/>
              <a:gd name="connsiteX10" fmla="*/ 8632312 w 9662615"/>
              <a:gd name="connsiteY10" fmla="*/ 1326025 h 1723719"/>
              <a:gd name="connsiteX11" fmla="*/ 8591582 w 9662615"/>
              <a:gd name="connsiteY11" fmla="*/ 1341666 h 1723719"/>
              <a:gd name="connsiteX12" fmla="*/ 8537336 w 9662615"/>
              <a:gd name="connsiteY12" fmla="*/ 1341684 h 1723719"/>
              <a:gd name="connsiteX13" fmla="*/ 8472508 w 9662615"/>
              <a:gd name="connsiteY13" fmla="*/ 1363109 h 1723719"/>
              <a:gd name="connsiteX14" fmla="*/ 8258477 w 9662615"/>
              <a:gd name="connsiteY14" fmla="*/ 1370666 h 1723719"/>
              <a:gd name="connsiteX15" fmla="*/ 8197961 w 9662615"/>
              <a:gd name="connsiteY15" fmla="*/ 1392804 h 1723719"/>
              <a:gd name="connsiteX16" fmla="*/ 8171196 w 9662615"/>
              <a:gd name="connsiteY16" fmla="*/ 1397216 h 1723719"/>
              <a:gd name="connsiteX17" fmla="*/ 8127667 w 9662615"/>
              <a:gd name="connsiteY17" fmla="*/ 1418254 h 1723719"/>
              <a:gd name="connsiteX18" fmla="*/ 7974579 w 9662615"/>
              <a:gd name="connsiteY18" fmla="*/ 1383439 h 1723719"/>
              <a:gd name="connsiteX19" fmla="*/ 7768351 w 9662615"/>
              <a:gd name="connsiteY19" fmla="*/ 1395051 h 1723719"/>
              <a:gd name="connsiteX20" fmla="*/ 7635985 w 9662615"/>
              <a:gd name="connsiteY20" fmla="*/ 1386363 h 1723719"/>
              <a:gd name="connsiteX21" fmla="*/ 7466069 w 9662615"/>
              <a:gd name="connsiteY21" fmla="*/ 1377654 h 1723719"/>
              <a:gd name="connsiteX22" fmla="*/ 7355642 w 9662615"/>
              <a:gd name="connsiteY22" fmla="*/ 1407761 h 1723719"/>
              <a:gd name="connsiteX23" fmla="*/ 7151610 w 9662615"/>
              <a:gd name="connsiteY23" fmla="*/ 1397856 h 1723719"/>
              <a:gd name="connsiteX24" fmla="*/ 7082147 w 9662615"/>
              <a:gd name="connsiteY24" fmla="*/ 1406113 h 1723719"/>
              <a:gd name="connsiteX25" fmla="*/ 7014958 w 9662615"/>
              <a:gd name="connsiteY25" fmla="*/ 1396883 h 1723719"/>
              <a:gd name="connsiteX26" fmla="*/ 6907567 w 9662615"/>
              <a:gd name="connsiteY26" fmla="*/ 1419149 h 1723719"/>
              <a:gd name="connsiteX27" fmla="*/ 6748428 w 9662615"/>
              <a:gd name="connsiteY27" fmla="*/ 1420308 h 1723719"/>
              <a:gd name="connsiteX28" fmla="*/ 6654257 w 9662615"/>
              <a:gd name="connsiteY28" fmla="*/ 1424143 h 1723719"/>
              <a:gd name="connsiteX29" fmla="*/ 6620123 w 9662615"/>
              <a:gd name="connsiteY29" fmla="*/ 1430535 h 1723719"/>
              <a:gd name="connsiteX30" fmla="*/ 6571355 w 9662615"/>
              <a:gd name="connsiteY30" fmla="*/ 1436144 h 1723719"/>
              <a:gd name="connsiteX31" fmla="*/ 6486557 w 9662615"/>
              <a:gd name="connsiteY31" fmla="*/ 1449861 h 1723719"/>
              <a:gd name="connsiteX32" fmla="*/ 6370419 w 9662615"/>
              <a:gd name="connsiteY32" fmla="*/ 1461649 h 1723719"/>
              <a:gd name="connsiteX33" fmla="*/ 6278839 w 9662615"/>
              <a:gd name="connsiteY33" fmla="*/ 1449160 h 1723719"/>
              <a:gd name="connsiteX34" fmla="*/ 6272455 w 9662615"/>
              <a:gd name="connsiteY34" fmla="*/ 1453191 h 1723719"/>
              <a:gd name="connsiteX35" fmla="*/ 6212659 w 9662615"/>
              <a:gd name="connsiteY35" fmla="*/ 1454850 h 1723719"/>
              <a:gd name="connsiteX36" fmla="*/ 6069317 w 9662615"/>
              <a:gd name="connsiteY36" fmla="*/ 1445838 h 1723719"/>
              <a:gd name="connsiteX37" fmla="*/ 5878477 w 9662615"/>
              <a:gd name="connsiteY37" fmla="*/ 1439180 h 1723719"/>
              <a:gd name="connsiteX38" fmla="*/ 5838387 w 9662615"/>
              <a:gd name="connsiteY38" fmla="*/ 1444679 h 1723719"/>
              <a:gd name="connsiteX39" fmla="*/ 5771136 w 9662615"/>
              <a:gd name="connsiteY39" fmla="*/ 1453639 h 1723719"/>
              <a:gd name="connsiteX40" fmla="*/ 5724081 w 9662615"/>
              <a:gd name="connsiteY40" fmla="*/ 1470431 h 1723719"/>
              <a:gd name="connsiteX41" fmla="*/ 5666577 w 9662615"/>
              <a:gd name="connsiteY41" fmla="*/ 1473921 h 1723719"/>
              <a:gd name="connsiteX42" fmla="*/ 5649068 w 9662615"/>
              <a:gd name="connsiteY42" fmla="*/ 1461676 h 1723719"/>
              <a:gd name="connsiteX43" fmla="*/ 5588902 w 9662615"/>
              <a:gd name="connsiteY43" fmla="*/ 1469647 h 1723719"/>
              <a:gd name="connsiteX44" fmla="*/ 5498090 w 9662615"/>
              <a:gd name="connsiteY44" fmla="*/ 1483173 h 1723719"/>
              <a:gd name="connsiteX45" fmla="*/ 5444641 w 9662615"/>
              <a:gd name="connsiteY45" fmla="*/ 1487602 h 1723719"/>
              <a:gd name="connsiteX46" fmla="*/ 5299812 w 9662615"/>
              <a:gd name="connsiteY46" fmla="*/ 1503362 h 1723719"/>
              <a:gd name="connsiteX47" fmla="*/ 5213947 w 9662615"/>
              <a:gd name="connsiteY47" fmla="*/ 1516637 h 1723719"/>
              <a:gd name="connsiteX48" fmla="*/ 5090342 w 9662615"/>
              <a:gd name="connsiteY48" fmla="*/ 1546680 h 1723719"/>
              <a:gd name="connsiteX49" fmla="*/ 5129812 w 9662615"/>
              <a:gd name="connsiteY49" fmla="*/ 1521277 h 1723719"/>
              <a:gd name="connsiteX50" fmla="*/ 5059484 w 9662615"/>
              <a:gd name="connsiteY50" fmla="*/ 1546802 h 1723719"/>
              <a:gd name="connsiteX51" fmla="*/ 5038524 w 9662615"/>
              <a:gd name="connsiteY51" fmla="*/ 1545675 h 1723719"/>
              <a:gd name="connsiteX52" fmla="*/ 5026564 w 9662615"/>
              <a:gd name="connsiteY52" fmla="*/ 1545376 h 1723719"/>
              <a:gd name="connsiteX53" fmla="*/ 4969433 w 9662615"/>
              <a:gd name="connsiteY53" fmla="*/ 1550865 h 1723719"/>
              <a:gd name="connsiteX54" fmla="*/ 4929254 w 9662615"/>
              <a:gd name="connsiteY54" fmla="*/ 1563452 h 1723719"/>
              <a:gd name="connsiteX55" fmla="*/ 4871726 w 9662615"/>
              <a:gd name="connsiteY55" fmla="*/ 1570584 h 1723719"/>
              <a:gd name="connsiteX56" fmla="*/ 4843267 w 9662615"/>
              <a:gd name="connsiteY56" fmla="*/ 1561459 h 1723719"/>
              <a:gd name="connsiteX57" fmla="*/ 4821058 w 9662615"/>
              <a:gd name="connsiteY57" fmla="*/ 1553078 h 1723719"/>
              <a:gd name="connsiteX58" fmla="*/ 4791466 w 9662615"/>
              <a:gd name="connsiteY58" fmla="*/ 1561324 h 1723719"/>
              <a:gd name="connsiteX59" fmla="*/ 4784247 w 9662615"/>
              <a:gd name="connsiteY59" fmla="*/ 1562342 h 1723719"/>
              <a:gd name="connsiteX60" fmla="*/ 4739309 w 9662615"/>
              <a:gd name="connsiteY60" fmla="*/ 1553948 h 1723719"/>
              <a:gd name="connsiteX61" fmla="*/ 4697562 w 9662615"/>
              <a:gd name="connsiteY61" fmla="*/ 1551206 h 1723719"/>
              <a:gd name="connsiteX62" fmla="*/ 4650737 w 9662615"/>
              <a:gd name="connsiteY62" fmla="*/ 1537381 h 1723719"/>
              <a:gd name="connsiteX63" fmla="*/ 4583150 w 9662615"/>
              <a:gd name="connsiteY63" fmla="*/ 1529064 h 1723719"/>
              <a:gd name="connsiteX64" fmla="*/ 4521734 w 9662615"/>
              <a:gd name="connsiteY64" fmla="*/ 1529359 h 1723719"/>
              <a:gd name="connsiteX65" fmla="*/ 4382398 w 9662615"/>
              <a:gd name="connsiteY65" fmla="*/ 1534108 h 1723719"/>
              <a:gd name="connsiteX66" fmla="*/ 4221826 w 9662615"/>
              <a:gd name="connsiteY66" fmla="*/ 1500972 h 1723719"/>
              <a:gd name="connsiteX67" fmla="*/ 4096601 w 9662615"/>
              <a:gd name="connsiteY67" fmla="*/ 1521563 h 1723719"/>
              <a:gd name="connsiteX68" fmla="*/ 3970635 w 9662615"/>
              <a:gd name="connsiteY68" fmla="*/ 1723719 h 1723719"/>
              <a:gd name="connsiteX69" fmla="*/ 3833906 w 9662615"/>
              <a:gd name="connsiteY69" fmla="*/ 1516637 h 1723719"/>
              <a:gd name="connsiteX70" fmla="*/ 3696258 w 9662615"/>
              <a:gd name="connsiteY70" fmla="*/ 1537563 h 1723719"/>
              <a:gd name="connsiteX71" fmla="*/ 3594070 w 9662615"/>
              <a:gd name="connsiteY71" fmla="*/ 1509422 h 1723719"/>
              <a:gd name="connsiteX72" fmla="*/ 3565233 w 9662615"/>
              <a:gd name="connsiteY72" fmla="*/ 1515122 h 1723719"/>
              <a:gd name="connsiteX73" fmla="*/ 3560267 w 9662615"/>
              <a:gd name="connsiteY73" fmla="*/ 1516288 h 1723719"/>
              <a:gd name="connsiteX74" fmla="*/ 3540258 w 9662615"/>
              <a:gd name="connsiteY74" fmla="*/ 1516976 h 1723719"/>
              <a:gd name="connsiteX75" fmla="*/ 3534780 w 9662615"/>
              <a:gd name="connsiteY75" fmla="*/ 1522141 h 1723719"/>
              <a:gd name="connsiteX76" fmla="*/ 3504783 w 9662615"/>
              <a:gd name="connsiteY76" fmla="*/ 1526739 h 1723719"/>
              <a:gd name="connsiteX77" fmla="*/ 3430805 w 9662615"/>
              <a:gd name="connsiteY77" fmla="*/ 1542521 h 1723719"/>
              <a:gd name="connsiteX78" fmla="*/ 3292707 w 9662615"/>
              <a:gd name="connsiteY78" fmla="*/ 1520490 h 1723719"/>
              <a:gd name="connsiteX79" fmla="*/ 3187872 w 9662615"/>
              <a:gd name="connsiteY79" fmla="*/ 1519991 h 1723719"/>
              <a:gd name="connsiteX80" fmla="*/ 3148026 w 9662615"/>
              <a:gd name="connsiteY80" fmla="*/ 1524777 h 1723719"/>
              <a:gd name="connsiteX81" fmla="*/ 3092394 w 9662615"/>
              <a:gd name="connsiteY81" fmla="*/ 1528115 h 1723719"/>
              <a:gd name="connsiteX82" fmla="*/ 2994200 w 9662615"/>
              <a:gd name="connsiteY82" fmla="*/ 1537857 h 1723719"/>
              <a:gd name="connsiteX83" fmla="*/ 2862301 w 9662615"/>
              <a:gd name="connsiteY83" fmla="*/ 1544250 h 1723719"/>
              <a:gd name="connsiteX84" fmla="*/ 2766335 w 9662615"/>
              <a:gd name="connsiteY84" fmla="*/ 1527662 h 1723719"/>
              <a:gd name="connsiteX85" fmla="*/ 2757836 w 9662615"/>
              <a:gd name="connsiteY85" fmla="*/ 1531371 h 1723719"/>
              <a:gd name="connsiteX86" fmla="*/ 2691555 w 9662615"/>
              <a:gd name="connsiteY86" fmla="*/ 1530283 h 1723719"/>
              <a:gd name="connsiteX87" fmla="*/ 2491676 w 9662615"/>
              <a:gd name="connsiteY87" fmla="*/ 1500859 h 1723719"/>
              <a:gd name="connsiteX88" fmla="*/ 2378036 w 9662615"/>
              <a:gd name="connsiteY88" fmla="*/ 1520645 h 1723719"/>
              <a:gd name="connsiteX89" fmla="*/ 2284269 w 9662615"/>
              <a:gd name="connsiteY89" fmla="*/ 1503068 h 1723719"/>
              <a:gd name="connsiteX90" fmla="*/ 2207104 w 9662615"/>
              <a:gd name="connsiteY90" fmla="*/ 1508888 h 1723719"/>
              <a:gd name="connsiteX91" fmla="*/ 2149226 w 9662615"/>
              <a:gd name="connsiteY91" fmla="*/ 1523409 h 1723719"/>
              <a:gd name="connsiteX92" fmla="*/ 2084783 w 9662615"/>
              <a:gd name="connsiteY92" fmla="*/ 1524245 h 1723719"/>
              <a:gd name="connsiteX93" fmla="*/ 2070075 w 9662615"/>
              <a:gd name="connsiteY93" fmla="*/ 1511285 h 1723719"/>
              <a:gd name="connsiteX94" fmla="*/ 2001057 w 9662615"/>
              <a:gd name="connsiteY94" fmla="*/ 1516449 h 1723719"/>
              <a:gd name="connsiteX95" fmla="*/ 1896330 w 9662615"/>
              <a:gd name="connsiteY95" fmla="*/ 1525725 h 1723719"/>
              <a:gd name="connsiteX96" fmla="*/ 1835994 w 9662615"/>
              <a:gd name="connsiteY96" fmla="*/ 1527678 h 1723719"/>
              <a:gd name="connsiteX97" fmla="*/ 1671119 w 9662615"/>
              <a:gd name="connsiteY97" fmla="*/ 1536701 h 1723719"/>
              <a:gd name="connsiteX98" fmla="*/ 1601337 w 9662615"/>
              <a:gd name="connsiteY98" fmla="*/ 1548552 h 1723719"/>
              <a:gd name="connsiteX99" fmla="*/ 1407755 w 9662615"/>
              <a:gd name="connsiteY99" fmla="*/ 1571444 h 1723719"/>
              <a:gd name="connsiteX100" fmla="*/ 1271994 w 9662615"/>
              <a:gd name="connsiteY100" fmla="*/ 1579471 h 1723719"/>
              <a:gd name="connsiteX101" fmla="*/ 1249226 w 9662615"/>
              <a:gd name="connsiteY101" fmla="*/ 1583140 h 1723719"/>
              <a:gd name="connsiteX102" fmla="*/ 1217719 w 9662615"/>
              <a:gd name="connsiteY102" fmla="*/ 1580863 h 1723719"/>
              <a:gd name="connsiteX103" fmla="*/ 1091432 w 9662615"/>
              <a:gd name="connsiteY103" fmla="*/ 1571003 h 1723719"/>
              <a:gd name="connsiteX104" fmla="*/ 992039 w 9662615"/>
              <a:gd name="connsiteY104" fmla="*/ 1556662 h 1723719"/>
              <a:gd name="connsiteX105" fmla="*/ 868264 w 9662615"/>
              <a:gd name="connsiteY105" fmla="*/ 1566392 h 1723719"/>
              <a:gd name="connsiteX106" fmla="*/ 792765 w 9662615"/>
              <a:gd name="connsiteY106" fmla="*/ 1563102 h 1723719"/>
              <a:gd name="connsiteX107" fmla="*/ 669055 w 9662615"/>
              <a:gd name="connsiteY107" fmla="*/ 1543638 h 1723719"/>
              <a:gd name="connsiteX108" fmla="*/ 506152 w 9662615"/>
              <a:gd name="connsiteY108" fmla="*/ 1549124 h 1723719"/>
              <a:gd name="connsiteX109" fmla="*/ 472797 w 9662615"/>
              <a:gd name="connsiteY109" fmla="*/ 1568904 h 1723719"/>
              <a:gd name="connsiteX110" fmla="*/ 427864 w 9662615"/>
              <a:gd name="connsiteY110" fmla="*/ 1580848 h 1723719"/>
              <a:gd name="connsiteX111" fmla="*/ 408381 w 9662615"/>
              <a:gd name="connsiteY111" fmla="*/ 1552940 h 1723719"/>
              <a:gd name="connsiteX112" fmla="*/ 267163 w 9662615"/>
              <a:gd name="connsiteY112" fmla="*/ 1531913 h 1723719"/>
              <a:gd name="connsiteX113" fmla="*/ 196644 w 9662615"/>
              <a:gd name="connsiteY113" fmla="*/ 1524565 h 1723719"/>
              <a:gd name="connsiteX114" fmla="*/ 86819 w 9662615"/>
              <a:gd name="connsiteY114" fmla="*/ 1519517 h 1723719"/>
              <a:gd name="connsiteX115" fmla="*/ 53369 w 9662615"/>
              <a:gd name="connsiteY115" fmla="*/ 1516853 h 1723719"/>
              <a:gd name="connsiteX116" fmla="*/ 2359 w 9662615"/>
              <a:gd name="connsiteY116" fmla="*/ 1515247 h 1723719"/>
              <a:gd name="connsiteX117" fmla="*/ 0 w 9662615"/>
              <a:gd name="connsiteY117" fmla="*/ 1514932 h 1723719"/>
              <a:gd name="connsiteX118" fmla="*/ 0 w 9662615"/>
              <a:gd name="connsiteY118" fmla="*/ 0 h 1723719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37764 w 9662615"/>
              <a:gd name="connsiteY49" fmla="*/ 1481521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177807 w 9662615"/>
              <a:gd name="connsiteY48" fmla="*/ 1526802 h 1583140"/>
              <a:gd name="connsiteX49" fmla="*/ 5137764 w 9662615"/>
              <a:gd name="connsiteY49" fmla="*/ 1481521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18664 w 9662615"/>
              <a:gd name="connsiteY3" fmla="*/ 1331789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06152 w 9662615"/>
              <a:gd name="connsiteY107" fmla="*/ 1549124 h 1583140"/>
              <a:gd name="connsiteX108" fmla="*/ 472797 w 9662615"/>
              <a:gd name="connsiteY108" fmla="*/ 1568904 h 1583140"/>
              <a:gd name="connsiteX109" fmla="*/ 427864 w 9662615"/>
              <a:gd name="connsiteY109" fmla="*/ 1580848 h 1583140"/>
              <a:gd name="connsiteX110" fmla="*/ 408381 w 9662615"/>
              <a:gd name="connsiteY110" fmla="*/ 1552940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06152 w 9662615"/>
              <a:gd name="connsiteY107" fmla="*/ 1549124 h 1583140"/>
              <a:gd name="connsiteX108" fmla="*/ 472797 w 9662615"/>
              <a:gd name="connsiteY108" fmla="*/ 1568904 h 1583140"/>
              <a:gd name="connsiteX109" fmla="*/ 427864 w 9662615"/>
              <a:gd name="connsiteY109" fmla="*/ 1580848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06152 w 9662615"/>
              <a:gd name="connsiteY107" fmla="*/ 1549124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41933 w 9662615"/>
              <a:gd name="connsiteY107" fmla="*/ 1561051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53153 w 9662615"/>
              <a:gd name="connsiteY106" fmla="*/ 1563516 h 1583140"/>
              <a:gd name="connsiteX107" fmla="*/ 541933 w 9662615"/>
              <a:gd name="connsiteY107" fmla="*/ 1561051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40355 w 9662615"/>
              <a:gd name="connsiteY103" fmla="*/ 1560638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53153 w 9662615"/>
              <a:gd name="connsiteY106" fmla="*/ 1563516 h 1583140"/>
              <a:gd name="connsiteX107" fmla="*/ 541933 w 9662615"/>
              <a:gd name="connsiteY107" fmla="*/ 1561051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92811"/>
              <a:gd name="connsiteX1" fmla="*/ 9662615 w 9662615"/>
              <a:gd name="connsiteY1" fmla="*/ 0 h 1592811"/>
              <a:gd name="connsiteX2" fmla="*/ 9662615 w 9662615"/>
              <a:gd name="connsiteY2" fmla="*/ 1280346 h 1592811"/>
              <a:gd name="connsiteX3" fmla="*/ 9551077 w 9662615"/>
              <a:gd name="connsiteY3" fmla="*/ 1292033 h 1592811"/>
              <a:gd name="connsiteX4" fmla="*/ 9469546 w 9662615"/>
              <a:gd name="connsiteY4" fmla="*/ 1289837 h 1592811"/>
              <a:gd name="connsiteX5" fmla="*/ 9326260 w 9662615"/>
              <a:gd name="connsiteY5" fmla="*/ 1277155 h 1592811"/>
              <a:gd name="connsiteX6" fmla="*/ 9144767 w 9662615"/>
              <a:gd name="connsiteY6" fmla="*/ 1264120 h 1592811"/>
              <a:gd name="connsiteX7" fmla="*/ 8976400 w 9662615"/>
              <a:gd name="connsiteY7" fmla="*/ 1326661 h 1592811"/>
              <a:gd name="connsiteX8" fmla="*/ 8828711 w 9662615"/>
              <a:gd name="connsiteY8" fmla="*/ 1346394 h 1592811"/>
              <a:gd name="connsiteX9" fmla="*/ 8695953 w 9662615"/>
              <a:gd name="connsiteY9" fmla="*/ 1346784 h 1592811"/>
              <a:gd name="connsiteX10" fmla="*/ 8652191 w 9662615"/>
              <a:gd name="connsiteY10" fmla="*/ 1345903 h 1592811"/>
              <a:gd name="connsiteX11" fmla="*/ 8591582 w 9662615"/>
              <a:gd name="connsiteY11" fmla="*/ 1341666 h 1592811"/>
              <a:gd name="connsiteX12" fmla="*/ 8537336 w 9662615"/>
              <a:gd name="connsiteY12" fmla="*/ 1341684 h 1592811"/>
              <a:gd name="connsiteX13" fmla="*/ 8416849 w 9662615"/>
              <a:gd name="connsiteY13" fmla="*/ 1367085 h 1592811"/>
              <a:gd name="connsiteX14" fmla="*/ 8278355 w 9662615"/>
              <a:gd name="connsiteY14" fmla="*/ 1386569 h 1592811"/>
              <a:gd name="connsiteX15" fmla="*/ 8197961 w 9662615"/>
              <a:gd name="connsiteY15" fmla="*/ 1392804 h 1592811"/>
              <a:gd name="connsiteX16" fmla="*/ 8171196 w 9662615"/>
              <a:gd name="connsiteY16" fmla="*/ 1397216 h 1592811"/>
              <a:gd name="connsiteX17" fmla="*/ 8087910 w 9662615"/>
              <a:gd name="connsiteY17" fmla="*/ 1386449 h 1592811"/>
              <a:gd name="connsiteX18" fmla="*/ 7974579 w 9662615"/>
              <a:gd name="connsiteY18" fmla="*/ 1383439 h 1592811"/>
              <a:gd name="connsiteX19" fmla="*/ 7768351 w 9662615"/>
              <a:gd name="connsiteY19" fmla="*/ 1395051 h 1592811"/>
              <a:gd name="connsiteX20" fmla="*/ 7635985 w 9662615"/>
              <a:gd name="connsiteY20" fmla="*/ 1386363 h 1592811"/>
              <a:gd name="connsiteX21" fmla="*/ 7466069 w 9662615"/>
              <a:gd name="connsiteY21" fmla="*/ 1377654 h 1592811"/>
              <a:gd name="connsiteX22" fmla="*/ 7355642 w 9662615"/>
              <a:gd name="connsiteY22" fmla="*/ 1407761 h 1592811"/>
              <a:gd name="connsiteX23" fmla="*/ 7215220 w 9662615"/>
              <a:gd name="connsiteY23" fmla="*/ 1397856 h 1592811"/>
              <a:gd name="connsiteX24" fmla="*/ 7082147 w 9662615"/>
              <a:gd name="connsiteY24" fmla="*/ 1406113 h 1592811"/>
              <a:gd name="connsiteX25" fmla="*/ 6987129 w 9662615"/>
              <a:gd name="connsiteY25" fmla="*/ 1404834 h 1592811"/>
              <a:gd name="connsiteX26" fmla="*/ 6907567 w 9662615"/>
              <a:gd name="connsiteY26" fmla="*/ 1419149 h 1592811"/>
              <a:gd name="connsiteX27" fmla="*/ 6748428 w 9662615"/>
              <a:gd name="connsiteY27" fmla="*/ 1420308 h 1592811"/>
              <a:gd name="connsiteX28" fmla="*/ 6654257 w 9662615"/>
              <a:gd name="connsiteY28" fmla="*/ 1424143 h 1592811"/>
              <a:gd name="connsiteX29" fmla="*/ 6620123 w 9662615"/>
              <a:gd name="connsiteY29" fmla="*/ 1430535 h 1592811"/>
              <a:gd name="connsiteX30" fmla="*/ 6571355 w 9662615"/>
              <a:gd name="connsiteY30" fmla="*/ 1436144 h 1592811"/>
              <a:gd name="connsiteX31" fmla="*/ 6486557 w 9662615"/>
              <a:gd name="connsiteY31" fmla="*/ 1449861 h 1592811"/>
              <a:gd name="connsiteX32" fmla="*/ 6370419 w 9662615"/>
              <a:gd name="connsiteY32" fmla="*/ 1461649 h 1592811"/>
              <a:gd name="connsiteX33" fmla="*/ 6278839 w 9662615"/>
              <a:gd name="connsiteY33" fmla="*/ 1449160 h 1592811"/>
              <a:gd name="connsiteX34" fmla="*/ 6272455 w 9662615"/>
              <a:gd name="connsiteY34" fmla="*/ 1453191 h 1592811"/>
              <a:gd name="connsiteX35" fmla="*/ 6212659 w 9662615"/>
              <a:gd name="connsiteY35" fmla="*/ 1454850 h 1592811"/>
              <a:gd name="connsiteX36" fmla="*/ 6069317 w 9662615"/>
              <a:gd name="connsiteY36" fmla="*/ 1445838 h 1592811"/>
              <a:gd name="connsiteX37" fmla="*/ 5878477 w 9662615"/>
              <a:gd name="connsiteY37" fmla="*/ 1439180 h 1592811"/>
              <a:gd name="connsiteX38" fmla="*/ 5838387 w 9662615"/>
              <a:gd name="connsiteY38" fmla="*/ 1444679 h 1592811"/>
              <a:gd name="connsiteX39" fmla="*/ 5771136 w 9662615"/>
              <a:gd name="connsiteY39" fmla="*/ 1453639 h 1592811"/>
              <a:gd name="connsiteX40" fmla="*/ 5724081 w 9662615"/>
              <a:gd name="connsiteY40" fmla="*/ 1470431 h 1592811"/>
              <a:gd name="connsiteX41" fmla="*/ 5666577 w 9662615"/>
              <a:gd name="connsiteY41" fmla="*/ 1473921 h 1592811"/>
              <a:gd name="connsiteX42" fmla="*/ 5649068 w 9662615"/>
              <a:gd name="connsiteY42" fmla="*/ 1461676 h 1592811"/>
              <a:gd name="connsiteX43" fmla="*/ 5588902 w 9662615"/>
              <a:gd name="connsiteY43" fmla="*/ 1469647 h 1592811"/>
              <a:gd name="connsiteX44" fmla="*/ 5498090 w 9662615"/>
              <a:gd name="connsiteY44" fmla="*/ 1483173 h 1592811"/>
              <a:gd name="connsiteX45" fmla="*/ 5444641 w 9662615"/>
              <a:gd name="connsiteY45" fmla="*/ 1487602 h 1592811"/>
              <a:gd name="connsiteX46" fmla="*/ 5299812 w 9662615"/>
              <a:gd name="connsiteY46" fmla="*/ 1503362 h 1592811"/>
              <a:gd name="connsiteX47" fmla="*/ 5245752 w 9662615"/>
              <a:gd name="connsiteY47" fmla="*/ 1520612 h 1592811"/>
              <a:gd name="connsiteX48" fmla="*/ 5177807 w 9662615"/>
              <a:gd name="connsiteY48" fmla="*/ 1526802 h 1592811"/>
              <a:gd name="connsiteX49" fmla="*/ 5113910 w 9662615"/>
              <a:gd name="connsiteY49" fmla="*/ 1533205 h 1592811"/>
              <a:gd name="connsiteX50" fmla="*/ 5059484 w 9662615"/>
              <a:gd name="connsiteY50" fmla="*/ 1546802 h 1592811"/>
              <a:gd name="connsiteX51" fmla="*/ 5038524 w 9662615"/>
              <a:gd name="connsiteY51" fmla="*/ 1545675 h 1592811"/>
              <a:gd name="connsiteX52" fmla="*/ 5026564 w 9662615"/>
              <a:gd name="connsiteY52" fmla="*/ 1545376 h 1592811"/>
              <a:gd name="connsiteX53" fmla="*/ 4969433 w 9662615"/>
              <a:gd name="connsiteY53" fmla="*/ 1550865 h 1592811"/>
              <a:gd name="connsiteX54" fmla="*/ 4871726 w 9662615"/>
              <a:gd name="connsiteY54" fmla="*/ 1570584 h 1592811"/>
              <a:gd name="connsiteX55" fmla="*/ 4843267 w 9662615"/>
              <a:gd name="connsiteY55" fmla="*/ 1561459 h 1592811"/>
              <a:gd name="connsiteX56" fmla="*/ 4821058 w 9662615"/>
              <a:gd name="connsiteY56" fmla="*/ 1553078 h 1592811"/>
              <a:gd name="connsiteX57" fmla="*/ 4791466 w 9662615"/>
              <a:gd name="connsiteY57" fmla="*/ 1561324 h 1592811"/>
              <a:gd name="connsiteX58" fmla="*/ 4784247 w 9662615"/>
              <a:gd name="connsiteY58" fmla="*/ 1562342 h 1592811"/>
              <a:gd name="connsiteX59" fmla="*/ 4739309 w 9662615"/>
              <a:gd name="connsiteY59" fmla="*/ 1553948 h 1592811"/>
              <a:gd name="connsiteX60" fmla="*/ 4697562 w 9662615"/>
              <a:gd name="connsiteY60" fmla="*/ 1551206 h 1592811"/>
              <a:gd name="connsiteX61" fmla="*/ 4650737 w 9662615"/>
              <a:gd name="connsiteY61" fmla="*/ 1537381 h 1592811"/>
              <a:gd name="connsiteX62" fmla="*/ 4583150 w 9662615"/>
              <a:gd name="connsiteY62" fmla="*/ 1529064 h 1592811"/>
              <a:gd name="connsiteX63" fmla="*/ 4521734 w 9662615"/>
              <a:gd name="connsiteY63" fmla="*/ 1529359 h 1592811"/>
              <a:gd name="connsiteX64" fmla="*/ 4382398 w 9662615"/>
              <a:gd name="connsiteY64" fmla="*/ 1534108 h 1592811"/>
              <a:gd name="connsiteX65" fmla="*/ 4221826 w 9662615"/>
              <a:gd name="connsiteY65" fmla="*/ 1500972 h 1592811"/>
              <a:gd name="connsiteX66" fmla="*/ 4096601 w 9662615"/>
              <a:gd name="connsiteY66" fmla="*/ 1521563 h 1592811"/>
              <a:gd name="connsiteX67" fmla="*/ 4002441 w 9662615"/>
              <a:gd name="connsiteY67" fmla="*/ 1528912 h 1592811"/>
              <a:gd name="connsiteX68" fmla="*/ 3833906 w 9662615"/>
              <a:gd name="connsiteY68" fmla="*/ 1516637 h 1592811"/>
              <a:gd name="connsiteX69" fmla="*/ 3763845 w 9662615"/>
              <a:gd name="connsiteY69" fmla="*/ 1501782 h 1592811"/>
              <a:gd name="connsiteX70" fmla="*/ 3641778 w 9662615"/>
              <a:gd name="connsiteY70" fmla="*/ 1505446 h 1592811"/>
              <a:gd name="connsiteX71" fmla="*/ 3565233 w 9662615"/>
              <a:gd name="connsiteY71" fmla="*/ 1515122 h 1592811"/>
              <a:gd name="connsiteX72" fmla="*/ 3560267 w 9662615"/>
              <a:gd name="connsiteY72" fmla="*/ 1516288 h 1592811"/>
              <a:gd name="connsiteX73" fmla="*/ 3540258 w 9662615"/>
              <a:gd name="connsiteY73" fmla="*/ 1516976 h 1592811"/>
              <a:gd name="connsiteX74" fmla="*/ 3534780 w 9662615"/>
              <a:gd name="connsiteY74" fmla="*/ 1522141 h 1592811"/>
              <a:gd name="connsiteX75" fmla="*/ 3504783 w 9662615"/>
              <a:gd name="connsiteY75" fmla="*/ 1526739 h 1592811"/>
              <a:gd name="connsiteX76" fmla="*/ 3430805 w 9662615"/>
              <a:gd name="connsiteY76" fmla="*/ 1542521 h 1592811"/>
              <a:gd name="connsiteX77" fmla="*/ 3292707 w 9662615"/>
              <a:gd name="connsiteY77" fmla="*/ 1520490 h 1592811"/>
              <a:gd name="connsiteX78" fmla="*/ 3187872 w 9662615"/>
              <a:gd name="connsiteY78" fmla="*/ 1519991 h 1592811"/>
              <a:gd name="connsiteX79" fmla="*/ 3148026 w 9662615"/>
              <a:gd name="connsiteY79" fmla="*/ 1524777 h 1592811"/>
              <a:gd name="connsiteX80" fmla="*/ 3092394 w 9662615"/>
              <a:gd name="connsiteY80" fmla="*/ 1528115 h 1592811"/>
              <a:gd name="connsiteX81" fmla="*/ 2994200 w 9662615"/>
              <a:gd name="connsiteY81" fmla="*/ 1537857 h 1592811"/>
              <a:gd name="connsiteX82" fmla="*/ 2862301 w 9662615"/>
              <a:gd name="connsiteY82" fmla="*/ 1544250 h 1592811"/>
              <a:gd name="connsiteX83" fmla="*/ 2766335 w 9662615"/>
              <a:gd name="connsiteY83" fmla="*/ 1527662 h 1592811"/>
              <a:gd name="connsiteX84" fmla="*/ 2757836 w 9662615"/>
              <a:gd name="connsiteY84" fmla="*/ 1531371 h 1592811"/>
              <a:gd name="connsiteX85" fmla="*/ 2691555 w 9662615"/>
              <a:gd name="connsiteY85" fmla="*/ 1530283 h 1592811"/>
              <a:gd name="connsiteX86" fmla="*/ 2491676 w 9662615"/>
              <a:gd name="connsiteY86" fmla="*/ 1500859 h 1592811"/>
              <a:gd name="connsiteX87" fmla="*/ 2378036 w 9662615"/>
              <a:gd name="connsiteY87" fmla="*/ 1520645 h 1592811"/>
              <a:gd name="connsiteX88" fmla="*/ 2284269 w 9662615"/>
              <a:gd name="connsiteY88" fmla="*/ 1503068 h 1592811"/>
              <a:gd name="connsiteX89" fmla="*/ 2207104 w 9662615"/>
              <a:gd name="connsiteY89" fmla="*/ 1508888 h 1592811"/>
              <a:gd name="connsiteX90" fmla="*/ 2149226 w 9662615"/>
              <a:gd name="connsiteY90" fmla="*/ 1523409 h 1592811"/>
              <a:gd name="connsiteX91" fmla="*/ 2084783 w 9662615"/>
              <a:gd name="connsiteY91" fmla="*/ 1524245 h 1592811"/>
              <a:gd name="connsiteX92" fmla="*/ 2070075 w 9662615"/>
              <a:gd name="connsiteY92" fmla="*/ 1511285 h 1592811"/>
              <a:gd name="connsiteX93" fmla="*/ 2001057 w 9662615"/>
              <a:gd name="connsiteY93" fmla="*/ 1516449 h 1592811"/>
              <a:gd name="connsiteX94" fmla="*/ 1896330 w 9662615"/>
              <a:gd name="connsiteY94" fmla="*/ 1525725 h 1592811"/>
              <a:gd name="connsiteX95" fmla="*/ 1835994 w 9662615"/>
              <a:gd name="connsiteY95" fmla="*/ 1527678 h 1592811"/>
              <a:gd name="connsiteX96" fmla="*/ 1671119 w 9662615"/>
              <a:gd name="connsiteY96" fmla="*/ 1536701 h 1592811"/>
              <a:gd name="connsiteX97" fmla="*/ 1601337 w 9662615"/>
              <a:gd name="connsiteY97" fmla="*/ 1548552 h 1592811"/>
              <a:gd name="connsiteX98" fmla="*/ 1407755 w 9662615"/>
              <a:gd name="connsiteY98" fmla="*/ 1571444 h 1592811"/>
              <a:gd name="connsiteX99" fmla="*/ 1271994 w 9662615"/>
              <a:gd name="connsiteY99" fmla="*/ 1579471 h 1592811"/>
              <a:gd name="connsiteX100" fmla="*/ 1249226 w 9662615"/>
              <a:gd name="connsiteY100" fmla="*/ 1583140 h 1592811"/>
              <a:gd name="connsiteX101" fmla="*/ 1181938 w 9662615"/>
              <a:gd name="connsiteY101" fmla="*/ 1592789 h 1592811"/>
              <a:gd name="connsiteX102" fmla="*/ 1091432 w 9662615"/>
              <a:gd name="connsiteY102" fmla="*/ 1571003 h 1592811"/>
              <a:gd name="connsiteX103" fmla="*/ 940355 w 9662615"/>
              <a:gd name="connsiteY103" fmla="*/ 1560638 h 1592811"/>
              <a:gd name="connsiteX104" fmla="*/ 868264 w 9662615"/>
              <a:gd name="connsiteY104" fmla="*/ 1566392 h 1592811"/>
              <a:gd name="connsiteX105" fmla="*/ 792765 w 9662615"/>
              <a:gd name="connsiteY105" fmla="*/ 1563102 h 1592811"/>
              <a:gd name="connsiteX106" fmla="*/ 653153 w 9662615"/>
              <a:gd name="connsiteY106" fmla="*/ 1563516 h 1592811"/>
              <a:gd name="connsiteX107" fmla="*/ 541933 w 9662615"/>
              <a:gd name="connsiteY107" fmla="*/ 1561051 h 1592811"/>
              <a:gd name="connsiteX108" fmla="*/ 472797 w 9662615"/>
              <a:gd name="connsiteY108" fmla="*/ 1568904 h 1592811"/>
              <a:gd name="connsiteX109" fmla="*/ 396059 w 9662615"/>
              <a:gd name="connsiteY109" fmla="*/ 1560970 h 1592811"/>
              <a:gd name="connsiteX110" fmla="*/ 336819 w 9662615"/>
              <a:gd name="connsiteY110" fmla="*/ 1560892 h 1592811"/>
              <a:gd name="connsiteX111" fmla="*/ 267163 w 9662615"/>
              <a:gd name="connsiteY111" fmla="*/ 1531913 h 1592811"/>
              <a:gd name="connsiteX112" fmla="*/ 196644 w 9662615"/>
              <a:gd name="connsiteY112" fmla="*/ 1524565 h 1592811"/>
              <a:gd name="connsiteX113" fmla="*/ 86819 w 9662615"/>
              <a:gd name="connsiteY113" fmla="*/ 1519517 h 1592811"/>
              <a:gd name="connsiteX114" fmla="*/ 53369 w 9662615"/>
              <a:gd name="connsiteY114" fmla="*/ 1516853 h 1592811"/>
              <a:gd name="connsiteX115" fmla="*/ 2359 w 9662615"/>
              <a:gd name="connsiteY115" fmla="*/ 1515247 h 1592811"/>
              <a:gd name="connsiteX116" fmla="*/ 0 w 9662615"/>
              <a:gd name="connsiteY116" fmla="*/ 1514932 h 1592811"/>
              <a:gd name="connsiteX117" fmla="*/ 0 w 9662615"/>
              <a:gd name="connsiteY117" fmla="*/ 0 h 1592811"/>
              <a:gd name="connsiteX0" fmla="*/ 0 w 9662615"/>
              <a:gd name="connsiteY0" fmla="*/ 0 h 1592811"/>
              <a:gd name="connsiteX1" fmla="*/ 9662615 w 9662615"/>
              <a:gd name="connsiteY1" fmla="*/ 0 h 1592811"/>
              <a:gd name="connsiteX2" fmla="*/ 9662615 w 9662615"/>
              <a:gd name="connsiteY2" fmla="*/ 1280346 h 1592811"/>
              <a:gd name="connsiteX3" fmla="*/ 9551077 w 9662615"/>
              <a:gd name="connsiteY3" fmla="*/ 1292033 h 1592811"/>
              <a:gd name="connsiteX4" fmla="*/ 9469546 w 9662615"/>
              <a:gd name="connsiteY4" fmla="*/ 1289837 h 1592811"/>
              <a:gd name="connsiteX5" fmla="*/ 9326260 w 9662615"/>
              <a:gd name="connsiteY5" fmla="*/ 1277155 h 1592811"/>
              <a:gd name="connsiteX6" fmla="*/ 9144767 w 9662615"/>
              <a:gd name="connsiteY6" fmla="*/ 1264120 h 1592811"/>
              <a:gd name="connsiteX7" fmla="*/ 8976400 w 9662615"/>
              <a:gd name="connsiteY7" fmla="*/ 1326661 h 1592811"/>
              <a:gd name="connsiteX8" fmla="*/ 8828711 w 9662615"/>
              <a:gd name="connsiteY8" fmla="*/ 1346394 h 1592811"/>
              <a:gd name="connsiteX9" fmla="*/ 8695953 w 9662615"/>
              <a:gd name="connsiteY9" fmla="*/ 1346784 h 1592811"/>
              <a:gd name="connsiteX10" fmla="*/ 8652191 w 9662615"/>
              <a:gd name="connsiteY10" fmla="*/ 1345903 h 1592811"/>
              <a:gd name="connsiteX11" fmla="*/ 8591582 w 9662615"/>
              <a:gd name="connsiteY11" fmla="*/ 1341666 h 1592811"/>
              <a:gd name="connsiteX12" fmla="*/ 8537336 w 9662615"/>
              <a:gd name="connsiteY12" fmla="*/ 1341684 h 1592811"/>
              <a:gd name="connsiteX13" fmla="*/ 8416849 w 9662615"/>
              <a:gd name="connsiteY13" fmla="*/ 1367085 h 1592811"/>
              <a:gd name="connsiteX14" fmla="*/ 8278355 w 9662615"/>
              <a:gd name="connsiteY14" fmla="*/ 1386569 h 1592811"/>
              <a:gd name="connsiteX15" fmla="*/ 8197961 w 9662615"/>
              <a:gd name="connsiteY15" fmla="*/ 1392804 h 1592811"/>
              <a:gd name="connsiteX16" fmla="*/ 8171196 w 9662615"/>
              <a:gd name="connsiteY16" fmla="*/ 1397216 h 1592811"/>
              <a:gd name="connsiteX17" fmla="*/ 8087910 w 9662615"/>
              <a:gd name="connsiteY17" fmla="*/ 1386449 h 1592811"/>
              <a:gd name="connsiteX18" fmla="*/ 7974579 w 9662615"/>
              <a:gd name="connsiteY18" fmla="*/ 1383439 h 1592811"/>
              <a:gd name="connsiteX19" fmla="*/ 7768351 w 9662615"/>
              <a:gd name="connsiteY19" fmla="*/ 1395051 h 1592811"/>
              <a:gd name="connsiteX20" fmla="*/ 7635985 w 9662615"/>
              <a:gd name="connsiteY20" fmla="*/ 1386363 h 1592811"/>
              <a:gd name="connsiteX21" fmla="*/ 7466069 w 9662615"/>
              <a:gd name="connsiteY21" fmla="*/ 1377654 h 1592811"/>
              <a:gd name="connsiteX22" fmla="*/ 7355642 w 9662615"/>
              <a:gd name="connsiteY22" fmla="*/ 1407761 h 1592811"/>
              <a:gd name="connsiteX23" fmla="*/ 7215220 w 9662615"/>
              <a:gd name="connsiteY23" fmla="*/ 1397856 h 1592811"/>
              <a:gd name="connsiteX24" fmla="*/ 7082147 w 9662615"/>
              <a:gd name="connsiteY24" fmla="*/ 1406113 h 1592811"/>
              <a:gd name="connsiteX25" fmla="*/ 6987129 w 9662615"/>
              <a:gd name="connsiteY25" fmla="*/ 1404834 h 1592811"/>
              <a:gd name="connsiteX26" fmla="*/ 6907567 w 9662615"/>
              <a:gd name="connsiteY26" fmla="*/ 1419149 h 1592811"/>
              <a:gd name="connsiteX27" fmla="*/ 6748428 w 9662615"/>
              <a:gd name="connsiteY27" fmla="*/ 1420308 h 1592811"/>
              <a:gd name="connsiteX28" fmla="*/ 6654257 w 9662615"/>
              <a:gd name="connsiteY28" fmla="*/ 1424143 h 1592811"/>
              <a:gd name="connsiteX29" fmla="*/ 6620123 w 9662615"/>
              <a:gd name="connsiteY29" fmla="*/ 1430535 h 1592811"/>
              <a:gd name="connsiteX30" fmla="*/ 6571355 w 9662615"/>
              <a:gd name="connsiteY30" fmla="*/ 1436144 h 1592811"/>
              <a:gd name="connsiteX31" fmla="*/ 6486557 w 9662615"/>
              <a:gd name="connsiteY31" fmla="*/ 1449861 h 1592811"/>
              <a:gd name="connsiteX32" fmla="*/ 6370419 w 9662615"/>
              <a:gd name="connsiteY32" fmla="*/ 1461649 h 1592811"/>
              <a:gd name="connsiteX33" fmla="*/ 6278839 w 9662615"/>
              <a:gd name="connsiteY33" fmla="*/ 1449160 h 1592811"/>
              <a:gd name="connsiteX34" fmla="*/ 6272455 w 9662615"/>
              <a:gd name="connsiteY34" fmla="*/ 1453191 h 1592811"/>
              <a:gd name="connsiteX35" fmla="*/ 6212659 w 9662615"/>
              <a:gd name="connsiteY35" fmla="*/ 1454850 h 1592811"/>
              <a:gd name="connsiteX36" fmla="*/ 6069317 w 9662615"/>
              <a:gd name="connsiteY36" fmla="*/ 1445838 h 1592811"/>
              <a:gd name="connsiteX37" fmla="*/ 5878477 w 9662615"/>
              <a:gd name="connsiteY37" fmla="*/ 1439180 h 1592811"/>
              <a:gd name="connsiteX38" fmla="*/ 5838387 w 9662615"/>
              <a:gd name="connsiteY38" fmla="*/ 1444679 h 1592811"/>
              <a:gd name="connsiteX39" fmla="*/ 5771136 w 9662615"/>
              <a:gd name="connsiteY39" fmla="*/ 1453639 h 1592811"/>
              <a:gd name="connsiteX40" fmla="*/ 5724081 w 9662615"/>
              <a:gd name="connsiteY40" fmla="*/ 1470431 h 1592811"/>
              <a:gd name="connsiteX41" fmla="*/ 5666577 w 9662615"/>
              <a:gd name="connsiteY41" fmla="*/ 1473921 h 1592811"/>
              <a:gd name="connsiteX42" fmla="*/ 5649068 w 9662615"/>
              <a:gd name="connsiteY42" fmla="*/ 1461676 h 1592811"/>
              <a:gd name="connsiteX43" fmla="*/ 5588902 w 9662615"/>
              <a:gd name="connsiteY43" fmla="*/ 1469647 h 1592811"/>
              <a:gd name="connsiteX44" fmla="*/ 5498090 w 9662615"/>
              <a:gd name="connsiteY44" fmla="*/ 1483173 h 1592811"/>
              <a:gd name="connsiteX45" fmla="*/ 5444641 w 9662615"/>
              <a:gd name="connsiteY45" fmla="*/ 1487602 h 1592811"/>
              <a:gd name="connsiteX46" fmla="*/ 5299812 w 9662615"/>
              <a:gd name="connsiteY46" fmla="*/ 1503362 h 1592811"/>
              <a:gd name="connsiteX47" fmla="*/ 5245752 w 9662615"/>
              <a:gd name="connsiteY47" fmla="*/ 1520612 h 1592811"/>
              <a:gd name="connsiteX48" fmla="*/ 5177807 w 9662615"/>
              <a:gd name="connsiteY48" fmla="*/ 1526802 h 1592811"/>
              <a:gd name="connsiteX49" fmla="*/ 5113910 w 9662615"/>
              <a:gd name="connsiteY49" fmla="*/ 1533205 h 1592811"/>
              <a:gd name="connsiteX50" fmla="*/ 5059484 w 9662615"/>
              <a:gd name="connsiteY50" fmla="*/ 1546802 h 1592811"/>
              <a:gd name="connsiteX51" fmla="*/ 5038524 w 9662615"/>
              <a:gd name="connsiteY51" fmla="*/ 1545675 h 1592811"/>
              <a:gd name="connsiteX52" fmla="*/ 5026564 w 9662615"/>
              <a:gd name="connsiteY52" fmla="*/ 1545376 h 1592811"/>
              <a:gd name="connsiteX53" fmla="*/ 4969433 w 9662615"/>
              <a:gd name="connsiteY53" fmla="*/ 1550865 h 1592811"/>
              <a:gd name="connsiteX54" fmla="*/ 4871726 w 9662615"/>
              <a:gd name="connsiteY54" fmla="*/ 1570584 h 1592811"/>
              <a:gd name="connsiteX55" fmla="*/ 4843267 w 9662615"/>
              <a:gd name="connsiteY55" fmla="*/ 1561459 h 1592811"/>
              <a:gd name="connsiteX56" fmla="*/ 4821058 w 9662615"/>
              <a:gd name="connsiteY56" fmla="*/ 1553078 h 1592811"/>
              <a:gd name="connsiteX57" fmla="*/ 4791466 w 9662615"/>
              <a:gd name="connsiteY57" fmla="*/ 1561324 h 1592811"/>
              <a:gd name="connsiteX58" fmla="*/ 4784247 w 9662615"/>
              <a:gd name="connsiteY58" fmla="*/ 1562342 h 1592811"/>
              <a:gd name="connsiteX59" fmla="*/ 4739309 w 9662615"/>
              <a:gd name="connsiteY59" fmla="*/ 1553948 h 1592811"/>
              <a:gd name="connsiteX60" fmla="*/ 4697562 w 9662615"/>
              <a:gd name="connsiteY60" fmla="*/ 1551206 h 1592811"/>
              <a:gd name="connsiteX61" fmla="*/ 4650737 w 9662615"/>
              <a:gd name="connsiteY61" fmla="*/ 1537381 h 1592811"/>
              <a:gd name="connsiteX62" fmla="*/ 4583150 w 9662615"/>
              <a:gd name="connsiteY62" fmla="*/ 1529064 h 1592811"/>
              <a:gd name="connsiteX63" fmla="*/ 4521734 w 9662615"/>
              <a:gd name="connsiteY63" fmla="*/ 1529359 h 1592811"/>
              <a:gd name="connsiteX64" fmla="*/ 4382398 w 9662615"/>
              <a:gd name="connsiteY64" fmla="*/ 1534108 h 1592811"/>
              <a:gd name="connsiteX65" fmla="*/ 4221826 w 9662615"/>
              <a:gd name="connsiteY65" fmla="*/ 1500972 h 1592811"/>
              <a:gd name="connsiteX66" fmla="*/ 4096601 w 9662615"/>
              <a:gd name="connsiteY66" fmla="*/ 1521563 h 1592811"/>
              <a:gd name="connsiteX67" fmla="*/ 4002441 w 9662615"/>
              <a:gd name="connsiteY67" fmla="*/ 1528912 h 1592811"/>
              <a:gd name="connsiteX68" fmla="*/ 3833906 w 9662615"/>
              <a:gd name="connsiteY68" fmla="*/ 1516637 h 1592811"/>
              <a:gd name="connsiteX69" fmla="*/ 3763845 w 9662615"/>
              <a:gd name="connsiteY69" fmla="*/ 1501782 h 1592811"/>
              <a:gd name="connsiteX70" fmla="*/ 3641778 w 9662615"/>
              <a:gd name="connsiteY70" fmla="*/ 1505446 h 1592811"/>
              <a:gd name="connsiteX71" fmla="*/ 3565233 w 9662615"/>
              <a:gd name="connsiteY71" fmla="*/ 1515122 h 1592811"/>
              <a:gd name="connsiteX72" fmla="*/ 3560267 w 9662615"/>
              <a:gd name="connsiteY72" fmla="*/ 1516288 h 1592811"/>
              <a:gd name="connsiteX73" fmla="*/ 3540258 w 9662615"/>
              <a:gd name="connsiteY73" fmla="*/ 1516976 h 1592811"/>
              <a:gd name="connsiteX74" fmla="*/ 3534780 w 9662615"/>
              <a:gd name="connsiteY74" fmla="*/ 1522141 h 1592811"/>
              <a:gd name="connsiteX75" fmla="*/ 3504783 w 9662615"/>
              <a:gd name="connsiteY75" fmla="*/ 1526739 h 1592811"/>
              <a:gd name="connsiteX76" fmla="*/ 3430805 w 9662615"/>
              <a:gd name="connsiteY76" fmla="*/ 1542521 h 1592811"/>
              <a:gd name="connsiteX77" fmla="*/ 3292707 w 9662615"/>
              <a:gd name="connsiteY77" fmla="*/ 1520490 h 1592811"/>
              <a:gd name="connsiteX78" fmla="*/ 3187872 w 9662615"/>
              <a:gd name="connsiteY78" fmla="*/ 1519991 h 1592811"/>
              <a:gd name="connsiteX79" fmla="*/ 3148026 w 9662615"/>
              <a:gd name="connsiteY79" fmla="*/ 1524777 h 1592811"/>
              <a:gd name="connsiteX80" fmla="*/ 3092394 w 9662615"/>
              <a:gd name="connsiteY80" fmla="*/ 1528115 h 1592811"/>
              <a:gd name="connsiteX81" fmla="*/ 2994200 w 9662615"/>
              <a:gd name="connsiteY81" fmla="*/ 1537857 h 1592811"/>
              <a:gd name="connsiteX82" fmla="*/ 2862301 w 9662615"/>
              <a:gd name="connsiteY82" fmla="*/ 1544250 h 1592811"/>
              <a:gd name="connsiteX83" fmla="*/ 2766335 w 9662615"/>
              <a:gd name="connsiteY83" fmla="*/ 1527662 h 1592811"/>
              <a:gd name="connsiteX84" fmla="*/ 2757836 w 9662615"/>
              <a:gd name="connsiteY84" fmla="*/ 1531371 h 1592811"/>
              <a:gd name="connsiteX85" fmla="*/ 2691555 w 9662615"/>
              <a:gd name="connsiteY85" fmla="*/ 1530283 h 1592811"/>
              <a:gd name="connsiteX86" fmla="*/ 2491676 w 9662615"/>
              <a:gd name="connsiteY86" fmla="*/ 1500859 h 1592811"/>
              <a:gd name="connsiteX87" fmla="*/ 2378036 w 9662615"/>
              <a:gd name="connsiteY87" fmla="*/ 1520645 h 1592811"/>
              <a:gd name="connsiteX88" fmla="*/ 2284269 w 9662615"/>
              <a:gd name="connsiteY88" fmla="*/ 1503068 h 1592811"/>
              <a:gd name="connsiteX89" fmla="*/ 2207104 w 9662615"/>
              <a:gd name="connsiteY89" fmla="*/ 1508888 h 1592811"/>
              <a:gd name="connsiteX90" fmla="*/ 2149226 w 9662615"/>
              <a:gd name="connsiteY90" fmla="*/ 1523409 h 1592811"/>
              <a:gd name="connsiteX91" fmla="*/ 2084783 w 9662615"/>
              <a:gd name="connsiteY91" fmla="*/ 1524245 h 1592811"/>
              <a:gd name="connsiteX92" fmla="*/ 2070075 w 9662615"/>
              <a:gd name="connsiteY92" fmla="*/ 1511285 h 1592811"/>
              <a:gd name="connsiteX93" fmla="*/ 2001057 w 9662615"/>
              <a:gd name="connsiteY93" fmla="*/ 1516449 h 1592811"/>
              <a:gd name="connsiteX94" fmla="*/ 1896330 w 9662615"/>
              <a:gd name="connsiteY94" fmla="*/ 1525725 h 1592811"/>
              <a:gd name="connsiteX95" fmla="*/ 1835994 w 9662615"/>
              <a:gd name="connsiteY95" fmla="*/ 1527678 h 1592811"/>
              <a:gd name="connsiteX96" fmla="*/ 1671119 w 9662615"/>
              <a:gd name="connsiteY96" fmla="*/ 1536701 h 1592811"/>
              <a:gd name="connsiteX97" fmla="*/ 1601337 w 9662615"/>
              <a:gd name="connsiteY97" fmla="*/ 1548552 h 1592811"/>
              <a:gd name="connsiteX98" fmla="*/ 1407755 w 9662615"/>
              <a:gd name="connsiteY98" fmla="*/ 1571444 h 1592811"/>
              <a:gd name="connsiteX99" fmla="*/ 1291872 w 9662615"/>
              <a:gd name="connsiteY99" fmla="*/ 1579471 h 1592811"/>
              <a:gd name="connsiteX100" fmla="*/ 1249226 w 9662615"/>
              <a:gd name="connsiteY100" fmla="*/ 1583140 h 1592811"/>
              <a:gd name="connsiteX101" fmla="*/ 1181938 w 9662615"/>
              <a:gd name="connsiteY101" fmla="*/ 1592789 h 1592811"/>
              <a:gd name="connsiteX102" fmla="*/ 1091432 w 9662615"/>
              <a:gd name="connsiteY102" fmla="*/ 1571003 h 1592811"/>
              <a:gd name="connsiteX103" fmla="*/ 940355 w 9662615"/>
              <a:gd name="connsiteY103" fmla="*/ 1560638 h 1592811"/>
              <a:gd name="connsiteX104" fmla="*/ 868264 w 9662615"/>
              <a:gd name="connsiteY104" fmla="*/ 1566392 h 1592811"/>
              <a:gd name="connsiteX105" fmla="*/ 792765 w 9662615"/>
              <a:gd name="connsiteY105" fmla="*/ 1563102 h 1592811"/>
              <a:gd name="connsiteX106" fmla="*/ 653153 w 9662615"/>
              <a:gd name="connsiteY106" fmla="*/ 1563516 h 1592811"/>
              <a:gd name="connsiteX107" fmla="*/ 541933 w 9662615"/>
              <a:gd name="connsiteY107" fmla="*/ 1561051 h 1592811"/>
              <a:gd name="connsiteX108" fmla="*/ 472797 w 9662615"/>
              <a:gd name="connsiteY108" fmla="*/ 1568904 h 1592811"/>
              <a:gd name="connsiteX109" fmla="*/ 396059 w 9662615"/>
              <a:gd name="connsiteY109" fmla="*/ 1560970 h 1592811"/>
              <a:gd name="connsiteX110" fmla="*/ 336819 w 9662615"/>
              <a:gd name="connsiteY110" fmla="*/ 1560892 h 1592811"/>
              <a:gd name="connsiteX111" fmla="*/ 267163 w 9662615"/>
              <a:gd name="connsiteY111" fmla="*/ 1531913 h 1592811"/>
              <a:gd name="connsiteX112" fmla="*/ 196644 w 9662615"/>
              <a:gd name="connsiteY112" fmla="*/ 1524565 h 1592811"/>
              <a:gd name="connsiteX113" fmla="*/ 86819 w 9662615"/>
              <a:gd name="connsiteY113" fmla="*/ 1519517 h 1592811"/>
              <a:gd name="connsiteX114" fmla="*/ 53369 w 9662615"/>
              <a:gd name="connsiteY114" fmla="*/ 1516853 h 1592811"/>
              <a:gd name="connsiteX115" fmla="*/ 2359 w 9662615"/>
              <a:gd name="connsiteY115" fmla="*/ 1515247 h 1592811"/>
              <a:gd name="connsiteX116" fmla="*/ 0 w 9662615"/>
              <a:gd name="connsiteY116" fmla="*/ 1514932 h 1592811"/>
              <a:gd name="connsiteX117" fmla="*/ 0 w 9662615"/>
              <a:gd name="connsiteY117" fmla="*/ 0 h 1592811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34780 w 9662615"/>
              <a:gd name="connsiteY74" fmla="*/ 1522141 h 1603018"/>
              <a:gd name="connsiteX75" fmla="*/ 3504783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601337 w 9662615"/>
              <a:gd name="connsiteY97" fmla="*/ 1548552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34780 w 9662615"/>
              <a:gd name="connsiteY74" fmla="*/ 1522141 h 1603018"/>
              <a:gd name="connsiteX75" fmla="*/ 3504783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34780 w 9662615"/>
              <a:gd name="connsiteY74" fmla="*/ 1522141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612941 w 9662615"/>
              <a:gd name="connsiteY71" fmla="*/ 1411755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612941 w 9662615"/>
              <a:gd name="connsiteY71" fmla="*/ 141175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12941 w 9662615"/>
              <a:gd name="connsiteY71" fmla="*/ 141175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11261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112613 w 9662615"/>
              <a:gd name="connsiteY91" fmla="*/ 1524245 h 1603018"/>
              <a:gd name="connsiteX92" fmla="*/ 2046221 w 9662615"/>
              <a:gd name="connsiteY92" fmla="*/ 1523212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112613 w 9662615"/>
              <a:gd name="connsiteY91" fmla="*/ 1524245 h 1603018"/>
              <a:gd name="connsiteX92" fmla="*/ 2046221 w 9662615"/>
              <a:gd name="connsiteY92" fmla="*/ 1523212 h 1603018"/>
              <a:gd name="connsiteX93" fmla="*/ 2001057 w 9662615"/>
              <a:gd name="connsiteY93" fmla="*/ 1516449 h 1603018"/>
              <a:gd name="connsiteX94" fmla="*/ 1920184 w 9662615"/>
              <a:gd name="connsiteY94" fmla="*/ 1533676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9662615" h="1603018">
                <a:moveTo>
                  <a:pt x="0" y="0"/>
                </a:moveTo>
                <a:lnTo>
                  <a:pt x="9662615" y="0"/>
                </a:lnTo>
                <a:lnTo>
                  <a:pt x="9662615" y="1280346"/>
                </a:lnTo>
                <a:lnTo>
                  <a:pt x="9551077" y="1292033"/>
                </a:lnTo>
                <a:cubicBezTo>
                  <a:pt x="9489925" y="1291588"/>
                  <a:pt x="9543615" y="1296257"/>
                  <a:pt x="9469546" y="1289837"/>
                </a:cubicBezTo>
                <a:cubicBezTo>
                  <a:pt x="9413040" y="1331485"/>
                  <a:pt x="9340031" y="1268376"/>
                  <a:pt x="9326260" y="1277155"/>
                </a:cubicBezTo>
                <a:cubicBezTo>
                  <a:pt x="9234251" y="1284900"/>
                  <a:pt x="9225377" y="1258935"/>
                  <a:pt x="9144767" y="1264120"/>
                </a:cubicBezTo>
                <a:cubicBezTo>
                  <a:pt x="9159115" y="1310075"/>
                  <a:pt x="9066692" y="1304806"/>
                  <a:pt x="8976400" y="1326661"/>
                </a:cubicBezTo>
                <a:cubicBezTo>
                  <a:pt x="8931920" y="1325947"/>
                  <a:pt x="8871807" y="1351060"/>
                  <a:pt x="8828711" y="1346394"/>
                </a:cubicBezTo>
                <a:cubicBezTo>
                  <a:pt x="8809650" y="1326213"/>
                  <a:pt x="8718313" y="1358527"/>
                  <a:pt x="8695953" y="1346784"/>
                </a:cubicBezTo>
                <a:cubicBezTo>
                  <a:pt x="8694290" y="1355317"/>
                  <a:pt x="8661526" y="1349865"/>
                  <a:pt x="8652191" y="1345903"/>
                </a:cubicBezTo>
                <a:cubicBezTo>
                  <a:pt x="8641363" y="1349626"/>
                  <a:pt x="8603292" y="1341304"/>
                  <a:pt x="8591582" y="1341666"/>
                </a:cubicBezTo>
                <a:cubicBezTo>
                  <a:pt x="8568421" y="1323004"/>
                  <a:pt x="8565847" y="1352287"/>
                  <a:pt x="8537336" y="1341684"/>
                </a:cubicBezTo>
                <a:cubicBezTo>
                  <a:pt x="8524809" y="1348019"/>
                  <a:pt x="8445703" y="1377667"/>
                  <a:pt x="8416849" y="1367085"/>
                </a:cubicBezTo>
                <a:cubicBezTo>
                  <a:pt x="8350736" y="1379599"/>
                  <a:pt x="8346589" y="1391624"/>
                  <a:pt x="8278355" y="1386569"/>
                </a:cubicBezTo>
                <a:cubicBezTo>
                  <a:pt x="8268756" y="1398649"/>
                  <a:pt x="8183331" y="1371185"/>
                  <a:pt x="8197961" y="1392804"/>
                </a:cubicBezTo>
                <a:cubicBezTo>
                  <a:pt x="8175189" y="1391748"/>
                  <a:pt x="8158503" y="1383145"/>
                  <a:pt x="8171196" y="1397216"/>
                </a:cubicBezTo>
                <a:cubicBezTo>
                  <a:pt x="8141821" y="1397466"/>
                  <a:pt x="8125626" y="1386947"/>
                  <a:pt x="8087910" y="1386449"/>
                </a:cubicBezTo>
                <a:cubicBezTo>
                  <a:pt x="8029319" y="1362701"/>
                  <a:pt x="8020916" y="1407035"/>
                  <a:pt x="7974579" y="1383439"/>
                </a:cubicBezTo>
                <a:cubicBezTo>
                  <a:pt x="7912074" y="1402493"/>
                  <a:pt x="7841761" y="1389550"/>
                  <a:pt x="7768351" y="1395051"/>
                </a:cubicBezTo>
                <a:cubicBezTo>
                  <a:pt x="7741665" y="1390266"/>
                  <a:pt x="7663663" y="1410813"/>
                  <a:pt x="7635985" y="1386363"/>
                </a:cubicBezTo>
                <a:cubicBezTo>
                  <a:pt x="7646173" y="1415707"/>
                  <a:pt x="7542198" y="1378410"/>
                  <a:pt x="7466069" y="1377654"/>
                </a:cubicBezTo>
                <a:cubicBezTo>
                  <a:pt x="7427626" y="1403818"/>
                  <a:pt x="7337822" y="1398948"/>
                  <a:pt x="7355642" y="1407761"/>
                </a:cubicBezTo>
                <a:cubicBezTo>
                  <a:pt x="7270634" y="1390553"/>
                  <a:pt x="7306340" y="1403822"/>
                  <a:pt x="7215220" y="1397856"/>
                </a:cubicBezTo>
                <a:cubicBezTo>
                  <a:pt x="7175381" y="1421457"/>
                  <a:pt x="7122339" y="1428094"/>
                  <a:pt x="7082147" y="1406113"/>
                </a:cubicBezTo>
                <a:cubicBezTo>
                  <a:pt x="7040624" y="1425217"/>
                  <a:pt x="7029993" y="1391726"/>
                  <a:pt x="6987129" y="1404834"/>
                </a:cubicBezTo>
                <a:cubicBezTo>
                  <a:pt x="6953477" y="1411964"/>
                  <a:pt x="6957479" y="1421694"/>
                  <a:pt x="6907567" y="1419149"/>
                </a:cubicBezTo>
                <a:cubicBezTo>
                  <a:pt x="6863513" y="1408514"/>
                  <a:pt x="6803088" y="1434619"/>
                  <a:pt x="6748428" y="1420308"/>
                </a:cubicBezTo>
                <a:cubicBezTo>
                  <a:pt x="6728317" y="1416860"/>
                  <a:pt x="6666046" y="1417296"/>
                  <a:pt x="6654257" y="1424143"/>
                </a:cubicBezTo>
                <a:cubicBezTo>
                  <a:pt x="6641271" y="1425628"/>
                  <a:pt x="6626125" y="1423202"/>
                  <a:pt x="6620123" y="1430535"/>
                </a:cubicBezTo>
                <a:cubicBezTo>
                  <a:pt x="6610208" y="1439359"/>
                  <a:pt x="6564906" y="1425734"/>
                  <a:pt x="6571355" y="1436144"/>
                </a:cubicBezTo>
                <a:cubicBezTo>
                  <a:pt x="6539188" y="1426808"/>
                  <a:pt x="6513602" y="1445293"/>
                  <a:pt x="6486557" y="1449861"/>
                </a:cubicBezTo>
                <a:cubicBezTo>
                  <a:pt x="6461221" y="1440598"/>
                  <a:pt x="6429457" y="1459319"/>
                  <a:pt x="6370419" y="1461649"/>
                </a:cubicBezTo>
                <a:cubicBezTo>
                  <a:pt x="6342558" y="1450937"/>
                  <a:pt x="6330664" y="1463365"/>
                  <a:pt x="6278839" y="1449160"/>
                </a:cubicBezTo>
                <a:cubicBezTo>
                  <a:pt x="6277206" y="1450621"/>
                  <a:pt x="6275057" y="1451978"/>
                  <a:pt x="6272455" y="1453191"/>
                </a:cubicBezTo>
                <a:cubicBezTo>
                  <a:pt x="6257338" y="1460236"/>
                  <a:pt x="6230567" y="1460979"/>
                  <a:pt x="6212659" y="1454850"/>
                </a:cubicBezTo>
                <a:cubicBezTo>
                  <a:pt x="6130994" y="1436046"/>
                  <a:pt x="6135790" y="1448771"/>
                  <a:pt x="6069317" y="1445838"/>
                </a:cubicBezTo>
                <a:cubicBezTo>
                  <a:pt x="5994738" y="1444791"/>
                  <a:pt x="5975991" y="1456673"/>
                  <a:pt x="5878477" y="1439180"/>
                </a:cubicBezTo>
                <a:cubicBezTo>
                  <a:pt x="5870803" y="1447519"/>
                  <a:pt x="5859206" y="1448153"/>
                  <a:pt x="5838387" y="1444679"/>
                </a:cubicBezTo>
                <a:cubicBezTo>
                  <a:pt x="5802317" y="1444778"/>
                  <a:pt x="5810848" y="1465165"/>
                  <a:pt x="5771136" y="1453639"/>
                </a:cubicBezTo>
                <a:cubicBezTo>
                  <a:pt x="5780732" y="1464484"/>
                  <a:pt x="5704275" y="1459369"/>
                  <a:pt x="5724081" y="1470431"/>
                </a:cubicBezTo>
                <a:cubicBezTo>
                  <a:pt x="5703536" y="1480946"/>
                  <a:pt x="5687323" y="1464719"/>
                  <a:pt x="5666577" y="1473921"/>
                </a:cubicBezTo>
                <a:cubicBezTo>
                  <a:pt x="5640974" y="1476520"/>
                  <a:pt x="5678275" y="1461854"/>
                  <a:pt x="5649068" y="1461676"/>
                </a:cubicBezTo>
                <a:cubicBezTo>
                  <a:pt x="5614218" y="1463443"/>
                  <a:pt x="5608578" y="1443299"/>
                  <a:pt x="5588902" y="1469647"/>
                </a:cubicBezTo>
                <a:cubicBezTo>
                  <a:pt x="5550386" y="1464321"/>
                  <a:pt x="5546573" y="1476049"/>
                  <a:pt x="5498090" y="1483173"/>
                </a:cubicBezTo>
                <a:cubicBezTo>
                  <a:pt x="5475226" y="1477314"/>
                  <a:pt x="5459293" y="1480930"/>
                  <a:pt x="5444641" y="1487602"/>
                </a:cubicBezTo>
                <a:cubicBezTo>
                  <a:pt x="5395328" y="1487320"/>
                  <a:pt x="5353572" y="1498007"/>
                  <a:pt x="5299812" y="1503362"/>
                </a:cubicBezTo>
                <a:cubicBezTo>
                  <a:pt x="5238326" y="1497756"/>
                  <a:pt x="5303225" y="1514963"/>
                  <a:pt x="5245752" y="1520612"/>
                </a:cubicBezTo>
                <a:cubicBezTo>
                  <a:pt x="5190753" y="1507732"/>
                  <a:pt x="5205712" y="1518627"/>
                  <a:pt x="5177807" y="1526802"/>
                </a:cubicBezTo>
                <a:lnTo>
                  <a:pt x="5113910" y="1533205"/>
                </a:lnTo>
                <a:lnTo>
                  <a:pt x="5059484" y="1546802"/>
                </a:lnTo>
                <a:lnTo>
                  <a:pt x="5038524" y="1545675"/>
                </a:lnTo>
                <a:lnTo>
                  <a:pt x="5026564" y="1545376"/>
                </a:lnTo>
                <a:cubicBezTo>
                  <a:pt x="5006873" y="1544046"/>
                  <a:pt x="4987701" y="1552900"/>
                  <a:pt x="4969433" y="1550865"/>
                </a:cubicBezTo>
                <a:cubicBezTo>
                  <a:pt x="4943627" y="1555066"/>
                  <a:pt x="4892754" y="1568818"/>
                  <a:pt x="4871726" y="1570584"/>
                </a:cubicBezTo>
                <a:cubicBezTo>
                  <a:pt x="4863638" y="1570310"/>
                  <a:pt x="4846771" y="1559566"/>
                  <a:pt x="4843267" y="1561459"/>
                </a:cubicBezTo>
                <a:lnTo>
                  <a:pt x="4821058" y="1553078"/>
                </a:lnTo>
                <a:lnTo>
                  <a:pt x="4791466" y="1561324"/>
                </a:lnTo>
                <a:lnTo>
                  <a:pt x="4784247" y="1562342"/>
                </a:lnTo>
                <a:cubicBezTo>
                  <a:pt x="4770593" y="1574121"/>
                  <a:pt x="4776816" y="1558072"/>
                  <a:pt x="4739309" y="1553948"/>
                </a:cubicBezTo>
                <a:cubicBezTo>
                  <a:pt x="4684311" y="1578213"/>
                  <a:pt x="4712803" y="1566697"/>
                  <a:pt x="4697562" y="1551206"/>
                </a:cubicBezTo>
                <a:lnTo>
                  <a:pt x="4650737" y="1537381"/>
                </a:lnTo>
                <a:cubicBezTo>
                  <a:pt x="4628208" y="1530633"/>
                  <a:pt x="4609654" y="1567617"/>
                  <a:pt x="4583150" y="1529064"/>
                </a:cubicBezTo>
                <a:cubicBezTo>
                  <a:pt x="4575879" y="1527088"/>
                  <a:pt x="4527005" y="1532552"/>
                  <a:pt x="4521734" y="1529359"/>
                </a:cubicBezTo>
                <a:cubicBezTo>
                  <a:pt x="4457980" y="1517590"/>
                  <a:pt x="4465052" y="1532003"/>
                  <a:pt x="4382398" y="1534108"/>
                </a:cubicBezTo>
                <a:cubicBezTo>
                  <a:pt x="4347480" y="1506889"/>
                  <a:pt x="4310783" y="1494709"/>
                  <a:pt x="4221826" y="1500972"/>
                </a:cubicBezTo>
                <a:cubicBezTo>
                  <a:pt x="4174471" y="1526598"/>
                  <a:pt x="4136675" y="1542031"/>
                  <a:pt x="4096601" y="1521563"/>
                </a:cubicBezTo>
                <a:cubicBezTo>
                  <a:pt x="4015086" y="1550501"/>
                  <a:pt x="3986123" y="1519347"/>
                  <a:pt x="4002441" y="1528912"/>
                </a:cubicBezTo>
                <a:cubicBezTo>
                  <a:pt x="3967120" y="1539744"/>
                  <a:pt x="3931774" y="1526729"/>
                  <a:pt x="3833906" y="1516637"/>
                </a:cubicBezTo>
                <a:cubicBezTo>
                  <a:pt x="3781438" y="1538249"/>
                  <a:pt x="3822855" y="1526006"/>
                  <a:pt x="3763845" y="1501782"/>
                </a:cubicBezTo>
                <a:cubicBezTo>
                  <a:pt x="3734533" y="1525292"/>
                  <a:pt x="3677359" y="1524487"/>
                  <a:pt x="3673583" y="1501471"/>
                </a:cubicBezTo>
                <a:cubicBezTo>
                  <a:pt x="3663687" y="1502855"/>
                  <a:pt x="3650245" y="1528777"/>
                  <a:pt x="3640771" y="1531025"/>
                </a:cubicBezTo>
                <a:lnTo>
                  <a:pt x="3576170" y="1516288"/>
                </a:lnTo>
                <a:lnTo>
                  <a:pt x="3540258" y="1516976"/>
                </a:lnTo>
                <a:lnTo>
                  <a:pt x="3522853" y="1538044"/>
                </a:lnTo>
                <a:lnTo>
                  <a:pt x="3480929" y="1526739"/>
                </a:lnTo>
                <a:cubicBezTo>
                  <a:pt x="3469671" y="1527693"/>
                  <a:pt x="3444273" y="1543724"/>
                  <a:pt x="3430805" y="1542521"/>
                </a:cubicBezTo>
                <a:cubicBezTo>
                  <a:pt x="3386352" y="1529947"/>
                  <a:pt x="3347457" y="1537200"/>
                  <a:pt x="3292707" y="1520490"/>
                </a:cubicBezTo>
                <a:cubicBezTo>
                  <a:pt x="3271897" y="1516147"/>
                  <a:pt x="3203347" y="1513732"/>
                  <a:pt x="3187872" y="1519991"/>
                </a:cubicBezTo>
                <a:cubicBezTo>
                  <a:pt x="3173062" y="1520872"/>
                  <a:pt x="3157325" y="1517771"/>
                  <a:pt x="3148026" y="1524777"/>
                </a:cubicBezTo>
                <a:cubicBezTo>
                  <a:pt x="3133878" y="1533085"/>
                  <a:pt x="3089156" y="1517485"/>
                  <a:pt x="3092394" y="1528115"/>
                </a:cubicBezTo>
                <a:cubicBezTo>
                  <a:pt x="3060512" y="1517374"/>
                  <a:pt x="3025593" y="1534558"/>
                  <a:pt x="2994200" y="1537857"/>
                </a:cubicBezTo>
                <a:cubicBezTo>
                  <a:pt x="2969798" y="1527501"/>
                  <a:pt x="2927999" y="1544636"/>
                  <a:pt x="2862301" y="1544250"/>
                </a:cubicBezTo>
                <a:cubicBezTo>
                  <a:pt x="2835658" y="1532340"/>
                  <a:pt x="2818008" y="1544135"/>
                  <a:pt x="2766335" y="1527662"/>
                </a:cubicBezTo>
                <a:cubicBezTo>
                  <a:pt x="2764004" y="1529036"/>
                  <a:pt x="2761142" y="1530285"/>
                  <a:pt x="2757836" y="1531371"/>
                </a:cubicBezTo>
                <a:cubicBezTo>
                  <a:pt x="2738633" y="1537675"/>
                  <a:pt x="2708957" y="1537188"/>
                  <a:pt x="2691555" y="1530283"/>
                </a:cubicBezTo>
                <a:cubicBezTo>
                  <a:pt x="2608810" y="1507878"/>
                  <a:pt x="2611304" y="1510787"/>
                  <a:pt x="2539383" y="1504835"/>
                </a:cubicBezTo>
                <a:cubicBezTo>
                  <a:pt x="2457862" y="1500384"/>
                  <a:pt x="2478670" y="1542474"/>
                  <a:pt x="2378036" y="1520645"/>
                </a:cubicBezTo>
                <a:cubicBezTo>
                  <a:pt x="2366529" y="1528574"/>
                  <a:pt x="2341629" y="1515421"/>
                  <a:pt x="2320049" y="1511019"/>
                </a:cubicBezTo>
                <a:cubicBezTo>
                  <a:pt x="2280399" y="1509467"/>
                  <a:pt x="2278267" y="1522148"/>
                  <a:pt x="2238909" y="1508888"/>
                </a:cubicBezTo>
                <a:cubicBezTo>
                  <a:pt x="2245444" y="1520095"/>
                  <a:pt x="2163364" y="1519472"/>
                  <a:pt x="2181031" y="1531361"/>
                </a:cubicBezTo>
                <a:cubicBezTo>
                  <a:pt x="2154585" y="1540861"/>
                  <a:pt x="2138796" y="1516056"/>
                  <a:pt x="2112613" y="1524245"/>
                </a:cubicBezTo>
                <a:cubicBezTo>
                  <a:pt x="2083537" y="1525655"/>
                  <a:pt x="2078233" y="1524725"/>
                  <a:pt x="2046221" y="1523212"/>
                </a:cubicBezTo>
                <a:cubicBezTo>
                  <a:pt x="2007296" y="1523373"/>
                  <a:pt x="2032394" y="1491187"/>
                  <a:pt x="2001057" y="1516449"/>
                </a:cubicBezTo>
                <a:cubicBezTo>
                  <a:pt x="1960724" y="1509398"/>
                  <a:pt x="1976058" y="1528820"/>
                  <a:pt x="1920184" y="1533676"/>
                </a:cubicBezTo>
                <a:cubicBezTo>
                  <a:pt x="1897238" y="1526813"/>
                  <a:pt x="1877505" y="1527174"/>
                  <a:pt x="1835994" y="1527678"/>
                </a:cubicBezTo>
                <a:cubicBezTo>
                  <a:pt x="1794483" y="1528182"/>
                  <a:pt x="1726077" y="1533693"/>
                  <a:pt x="1671119" y="1536701"/>
                </a:cubicBezTo>
                <a:cubicBezTo>
                  <a:pt x="1605663" y="1528324"/>
                  <a:pt x="1630763" y="1553523"/>
                  <a:pt x="1565556" y="1556503"/>
                </a:cubicBezTo>
                <a:cubicBezTo>
                  <a:pt x="1501959" y="1539013"/>
                  <a:pt x="1462468" y="1572800"/>
                  <a:pt x="1407755" y="1571444"/>
                </a:cubicBezTo>
                <a:cubicBezTo>
                  <a:pt x="1319286" y="1555448"/>
                  <a:pt x="1429251" y="1585263"/>
                  <a:pt x="1291872" y="1579471"/>
                </a:cubicBezTo>
                <a:cubicBezTo>
                  <a:pt x="1284192" y="1576816"/>
                  <a:pt x="1243590" y="1599390"/>
                  <a:pt x="1245251" y="1603018"/>
                </a:cubicBezTo>
                <a:cubicBezTo>
                  <a:pt x="1236562" y="1601891"/>
                  <a:pt x="1184091" y="1586977"/>
                  <a:pt x="1181938" y="1592789"/>
                </a:cubicBezTo>
                <a:cubicBezTo>
                  <a:pt x="1138153" y="1593474"/>
                  <a:pt x="1130439" y="1578153"/>
                  <a:pt x="1091432" y="1571003"/>
                </a:cubicBezTo>
                <a:cubicBezTo>
                  <a:pt x="1007000" y="1580980"/>
                  <a:pt x="1001377" y="1557850"/>
                  <a:pt x="940355" y="1560638"/>
                </a:cubicBezTo>
                <a:cubicBezTo>
                  <a:pt x="891367" y="1572083"/>
                  <a:pt x="924846" y="1558773"/>
                  <a:pt x="868264" y="1566392"/>
                </a:cubicBezTo>
                <a:cubicBezTo>
                  <a:pt x="848640" y="1547574"/>
                  <a:pt x="814997" y="1568391"/>
                  <a:pt x="792765" y="1563102"/>
                </a:cubicBezTo>
                <a:cubicBezTo>
                  <a:pt x="758082" y="1585102"/>
                  <a:pt x="689950" y="1563038"/>
                  <a:pt x="653153" y="1563516"/>
                </a:cubicBezTo>
                <a:cubicBezTo>
                  <a:pt x="591300" y="1567692"/>
                  <a:pt x="576686" y="1582565"/>
                  <a:pt x="541933" y="1561051"/>
                </a:cubicBezTo>
                <a:cubicBezTo>
                  <a:pt x="537775" y="1570056"/>
                  <a:pt x="508236" y="1570304"/>
                  <a:pt x="472797" y="1568904"/>
                </a:cubicBezTo>
                <a:cubicBezTo>
                  <a:pt x="458898" y="1573560"/>
                  <a:pt x="425270" y="1567476"/>
                  <a:pt x="396059" y="1560970"/>
                </a:cubicBezTo>
                <a:cubicBezTo>
                  <a:pt x="431016" y="1548467"/>
                  <a:pt x="332180" y="1575204"/>
                  <a:pt x="336819" y="1560892"/>
                </a:cubicBezTo>
                <a:cubicBezTo>
                  <a:pt x="292157" y="1552383"/>
                  <a:pt x="263346" y="1557575"/>
                  <a:pt x="267163" y="1531913"/>
                </a:cubicBezTo>
                <a:cubicBezTo>
                  <a:pt x="253228" y="1516946"/>
                  <a:pt x="198100" y="1540864"/>
                  <a:pt x="196644" y="1524565"/>
                </a:cubicBezTo>
                <a:cubicBezTo>
                  <a:pt x="172602" y="1535342"/>
                  <a:pt x="127394" y="1518578"/>
                  <a:pt x="86819" y="1519517"/>
                </a:cubicBezTo>
                <a:cubicBezTo>
                  <a:pt x="78537" y="1512257"/>
                  <a:pt x="69224" y="1512723"/>
                  <a:pt x="53369" y="1516853"/>
                </a:cubicBezTo>
                <a:cubicBezTo>
                  <a:pt x="37131" y="1517503"/>
                  <a:pt x="19976" y="1516838"/>
                  <a:pt x="2359" y="1515247"/>
                </a:cubicBezTo>
                <a:lnTo>
                  <a:pt x="0" y="15149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B2619-C642-C8C1-D877-170CD0EE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1" y="1118473"/>
            <a:ext cx="8924392" cy="1037867"/>
          </a:xfrm>
        </p:spPr>
        <p:txBody>
          <a:bodyPr>
            <a:normAutofit/>
          </a:bodyPr>
          <a:lstStyle/>
          <a:p>
            <a:pPr algn="ctr"/>
            <a:r>
              <a:rPr lang="en-US"/>
              <a:t>Sources</a:t>
            </a:r>
          </a:p>
        </p:txBody>
      </p:sp>
      <p:sp>
        <p:nvSpPr>
          <p:cNvPr id="45" name="Rectangle 6">
            <a:extLst>
              <a:ext uri="{FF2B5EF4-FFF2-40B4-BE49-F238E27FC236}">
                <a16:creationId xmlns:a16="http://schemas.microsoft.com/office/drawing/2014/main" id="{B24A3A03-2C4E-45B5-B388-FAD638CDF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6548" y="662268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Content Placeholder 2">
            <a:extLst>
              <a:ext uri="{FF2B5EF4-FFF2-40B4-BE49-F238E27FC236}">
                <a16:creationId xmlns:a16="http://schemas.microsoft.com/office/drawing/2014/main" id="{48F95801-2073-699B-8F9D-855162A79A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59310" y="2924174"/>
          <a:ext cx="8273380" cy="2828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3359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499</Words>
  <Application>Microsoft Office PowerPoint</Application>
  <PresentationFormat>Widescreen</PresentationFormat>
  <Paragraphs>85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Amazon Recommendation System: How AI Predicts What You’ll Buy Next</vt:lpstr>
      <vt:lpstr>What is a Recommendation System?</vt:lpstr>
      <vt:lpstr>Why Amazon Needs It</vt:lpstr>
      <vt:lpstr>High-Level System Overview</vt:lpstr>
      <vt:lpstr>Collaborative Filtering</vt:lpstr>
      <vt:lpstr>Content-Based Filtering</vt:lpstr>
      <vt:lpstr>A9/A10</vt:lpstr>
      <vt:lpstr>The algorithms framework</vt:lpstr>
      <vt:lpstr>PowerPoint Presentation</vt:lpstr>
      <vt:lpstr>Challenges</vt:lpstr>
      <vt:lpstr>Python Code</vt:lpstr>
      <vt:lpstr>Real Amazon Impact</vt:lpstr>
      <vt:lpstr>Conclusion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Leland Jones</dc:creator>
  <cp:lastModifiedBy>Leland Jones</cp:lastModifiedBy>
  <cp:revision>2</cp:revision>
  <dcterms:created xsi:type="dcterms:W3CDTF">2026-04-25T21:57:30Z</dcterms:created>
  <dcterms:modified xsi:type="dcterms:W3CDTF">2026-04-30T02:33:18Z</dcterms:modified>
</cp:coreProperties>
</file>