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9" r:id="rId3"/>
    <p:sldId id="258" r:id="rId4"/>
    <p:sldId id="268" r:id="rId5"/>
    <p:sldId id="260" r:id="rId6"/>
    <p:sldId id="270" r:id="rId7"/>
    <p:sldId id="271" r:id="rId8"/>
    <p:sldId id="272" r:id="rId9"/>
    <p:sldId id="273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738E07-9E75-424D-8EDB-A207FC540BB0}" v="2443" dt="2026-04-29T23:02:25.609"/>
    <p1510:client id="{A2E873E5-F0A1-472B-903D-47AC59271DC4}" v="43" dt="2026-04-29T20:04:13.97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60452" autoAdjust="0"/>
  </p:normalViewPr>
  <p:slideViewPr>
    <p:cSldViewPr snapToGrid="0">
      <p:cViewPr varScale="1">
        <p:scale>
          <a:sx n="57" d="100"/>
          <a:sy n="57" d="100"/>
        </p:scale>
        <p:origin x="773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land Jones" userId="45560c3213db1e7d" providerId="LiveId" clId="{52DD5F27-7C81-4A7A-B13D-5BC8AF8AD529}"/>
    <pc:docChg chg="undo custSel addSld delSld modSld sldOrd">
      <pc:chgData name="Leland Jones" userId="45560c3213db1e7d" providerId="LiveId" clId="{52DD5F27-7C81-4A7A-B13D-5BC8AF8AD529}" dt="2026-04-29T23:02:25.609" v="2442" actId="26606"/>
      <pc:docMkLst>
        <pc:docMk/>
      </pc:docMkLst>
      <pc:sldChg chg="addSp delSp modSp mod">
        <pc:chgData name="Leland Jones" userId="45560c3213db1e7d" providerId="LiveId" clId="{52DD5F27-7C81-4A7A-B13D-5BC8AF8AD529}" dt="2026-04-29T23:02:25.609" v="2442" actId="26606"/>
        <pc:sldMkLst>
          <pc:docMk/>
          <pc:sldMk cId="2398344069" sldId="256"/>
        </pc:sldMkLst>
        <pc:spChg chg="mod">
          <ac:chgData name="Leland Jones" userId="45560c3213db1e7d" providerId="LiveId" clId="{52DD5F27-7C81-4A7A-B13D-5BC8AF8AD529}" dt="2026-04-29T23:02:25.609" v="2442" actId="26606"/>
          <ac:spMkLst>
            <pc:docMk/>
            <pc:sldMk cId="2398344069" sldId="256"/>
            <ac:spMk id="2" creationId="{1D2B42AD-B515-0C22-FB32-2418871789C0}"/>
          </ac:spMkLst>
        </pc:spChg>
        <pc:spChg chg="mod">
          <ac:chgData name="Leland Jones" userId="45560c3213db1e7d" providerId="LiveId" clId="{52DD5F27-7C81-4A7A-B13D-5BC8AF8AD529}" dt="2026-04-29T23:02:25.609" v="2442" actId="26606"/>
          <ac:spMkLst>
            <pc:docMk/>
            <pc:sldMk cId="2398344069" sldId="256"/>
            <ac:spMk id="3" creationId="{A3F0767A-8E2B-F857-2ED5-FDABF90CE292}"/>
          </ac:spMkLst>
        </pc:spChg>
        <pc:spChg chg="del">
          <ac:chgData name="Leland Jones" userId="45560c3213db1e7d" providerId="LiveId" clId="{52DD5F27-7C81-4A7A-B13D-5BC8AF8AD529}" dt="2026-04-29T23:01:38.149" v="2441" actId="26606"/>
          <ac:spMkLst>
            <pc:docMk/>
            <pc:sldMk cId="2398344069" sldId="256"/>
            <ac:spMk id="48" creationId="{1A3C89F8-0D2F-47FF-B903-151248265F47}"/>
          </ac:spMkLst>
        </pc:spChg>
        <pc:spChg chg="del">
          <ac:chgData name="Leland Jones" userId="45560c3213db1e7d" providerId="LiveId" clId="{52DD5F27-7C81-4A7A-B13D-5BC8AF8AD529}" dt="2026-04-29T23:01:38.149" v="2441" actId="26606"/>
          <ac:spMkLst>
            <pc:docMk/>
            <pc:sldMk cId="2398344069" sldId="256"/>
            <ac:spMk id="50" creationId="{C5CB530E-515E-412C-9DF1-5F8FFBD6F383}"/>
          </ac:spMkLst>
        </pc:spChg>
        <pc:spChg chg="del">
          <ac:chgData name="Leland Jones" userId="45560c3213db1e7d" providerId="LiveId" clId="{52DD5F27-7C81-4A7A-B13D-5BC8AF8AD529}" dt="2026-04-29T23:01:38.149" v="2441" actId="26606"/>
          <ac:spMkLst>
            <pc:docMk/>
            <pc:sldMk cId="2398344069" sldId="256"/>
            <ac:spMk id="52" creationId="{712D4376-A578-4FF1-94FC-245E7A6A489F}"/>
          </ac:spMkLst>
        </pc:spChg>
        <pc:spChg chg="del">
          <ac:chgData name="Leland Jones" userId="45560c3213db1e7d" providerId="LiveId" clId="{52DD5F27-7C81-4A7A-B13D-5BC8AF8AD529}" dt="2026-04-29T23:01:38.149" v="2441" actId="26606"/>
          <ac:spMkLst>
            <pc:docMk/>
            <pc:sldMk cId="2398344069" sldId="256"/>
            <ac:spMk id="54" creationId="{AEA7509D-F04F-40CB-A0B3-EEF16499CC9F}"/>
          </ac:spMkLst>
        </pc:spChg>
        <pc:spChg chg="del">
          <ac:chgData name="Leland Jones" userId="45560c3213db1e7d" providerId="LiveId" clId="{52DD5F27-7C81-4A7A-B13D-5BC8AF8AD529}" dt="2026-04-29T23:01:38.149" v="2441" actId="26606"/>
          <ac:spMkLst>
            <pc:docMk/>
            <pc:sldMk cId="2398344069" sldId="256"/>
            <ac:spMk id="60" creationId="{3FBAD350-5664-4811-A208-657FB882D350}"/>
          </ac:spMkLst>
        </pc:spChg>
        <pc:spChg chg="del">
          <ac:chgData name="Leland Jones" userId="45560c3213db1e7d" providerId="LiveId" clId="{52DD5F27-7C81-4A7A-B13D-5BC8AF8AD529}" dt="2026-04-29T23:01:38.149" v="2441" actId="26606"/>
          <ac:spMkLst>
            <pc:docMk/>
            <pc:sldMk cId="2398344069" sldId="256"/>
            <ac:spMk id="62" creationId="{C39ADB8F-D187-49D7-BDCF-C1B6DC727068}"/>
          </ac:spMkLst>
        </pc:spChg>
        <pc:spChg chg="add del">
          <ac:chgData name="Leland Jones" userId="45560c3213db1e7d" providerId="LiveId" clId="{52DD5F27-7C81-4A7A-B13D-5BC8AF8AD529}" dt="2026-04-29T23:02:25.609" v="2442" actId="26606"/>
          <ac:spMkLst>
            <pc:docMk/>
            <pc:sldMk cId="2398344069" sldId="256"/>
            <ac:spMk id="1031" creationId="{B7BD7FCF-A254-4A97-A15C-319B67622677}"/>
          </ac:spMkLst>
        </pc:spChg>
        <pc:spChg chg="add del">
          <ac:chgData name="Leland Jones" userId="45560c3213db1e7d" providerId="LiveId" clId="{52DD5F27-7C81-4A7A-B13D-5BC8AF8AD529}" dt="2026-04-29T23:02:25.609" v="2442" actId="26606"/>
          <ac:spMkLst>
            <pc:docMk/>
            <pc:sldMk cId="2398344069" sldId="256"/>
            <ac:spMk id="1033" creationId="{52FFAF72-6204-4676-9C6F-9A4CC4D91805}"/>
          </ac:spMkLst>
        </pc:spChg>
        <pc:spChg chg="add">
          <ac:chgData name="Leland Jones" userId="45560c3213db1e7d" providerId="LiveId" clId="{52DD5F27-7C81-4A7A-B13D-5BC8AF8AD529}" dt="2026-04-29T23:02:25.609" v="2442" actId="26606"/>
          <ac:spMkLst>
            <pc:docMk/>
            <pc:sldMk cId="2398344069" sldId="256"/>
            <ac:spMk id="1038" creationId="{5DCB5928-DC7D-4612-9922-441966E15627}"/>
          </ac:spMkLst>
        </pc:spChg>
        <pc:spChg chg="add">
          <ac:chgData name="Leland Jones" userId="45560c3213db1e7d" providerId="LiveId" clId="{52DD5F27-7C81-4A7A-B13D-5BC8AF8AD529}" dt="2026-04-29T23:02:25.609" v="2442" actId="26606"/>
          <ac:spMkLst>
            <pc:docMk/>
            <pc:sldMk cId="2398344069" sldId="256"/>
            <ac:spMk id="1040" creationId="{682C1161-1736-45EC-99B7-33F3CAE9D517}"/>
          </ac:spMkLst>
        </pc:spChg>
        <pc:spChg chg="add">
          <ac:chgData name="Leland Jones" userId="45560c3213db1e7d" providerId="LiveId" clId="{52DD5F27-7C81-4A7A-B13D-5BC8AF8AD529}" dt="2026-04-29T23:02:25.609" v="2442" actId="26606"/>
          <ac:spMkLst>
            <pc:docMk/>
            <pc:sldMk cId="2398344069" sldId="256"/>
            <ac:spMk id="1042" creationId="{84D4DDB8-B68F-45B0-9F62-C4279996F672}"/>
          </ac:spMkLst>
        </pc:spChg>
        <pc:spChg chg="add">
          <ac:chgData name="Leland Jones" userId="45560c3213db1e7d" providerId="LiveId" clId="{52DD5F27-7C81-4A7A-B13D-5BC8AF8AD529}" dt="2026-04-29T23:02:25.609" v="2442" actId="26606"/>
          <ac:spMkLst>
            <pc:docMk/>
            <pc:sldMk cId="2398344069" sldId="256"/>
            <ac:spMk id="1044" creationId="{AF2F604E-43BE-4DC3-B983-E071523364F8}"/>
          </ac:spMkLst>
        </pc:spChg>
        <pc:spChg chg="add">
          <ac:chgData name="Leland Jones" userId="45560c3213db1e7d" providerId="LiveId" clId="{52DD5F27-7C81-4A7A-B13D-5BC8AF8AD529}" dt="2026-04-29T23:02:25.609" v="2442" actId="26606"/>
          <ac:spMkLst>
            <pc:docMk/>
            <pc:sldMk cId="2398344069" sldId="256"/>
            <ac:spMk id="1046" creationId="{08C9B587-E65E-4B52-B37C-ABEBB6E87928}"/>
          </ac:spMkLst>
        </pc:spChg>
        <pc:picChg chg="add mod">
          <ac:chgData name="Leland Jones" userId="45560c3213db1e7d" providerId="LiveId" clId="{52DD5F27-7C81-4A7A-B13D-5BC8AF8AD529}" dt="2026-04-29T23:02:25.609" v="2442" actId="26606"/>
          <ac:picMkLst>
            <pc:docMk/>
            <pc:sldMk cId="2398344069" sldId="256"/>
            <ac:picMk id="1026" creationId="{D482F927-E879-92F2-3FC7-73850CCDA80D}"/>
          </ac:picMkLst>
        </pc:picChg>
      </pc:sldChg>
      <pc:sldChg chg="modSp mod">
        <pc:chgData name="Leland Jones" userId="45560c3213db1e7d" providerId="LiveId" clId="{52DD5F27-7C81-4A7A-B13D-5BC8AF8AD529}" dt="2026-04-29T19:17:28.791" v="0" actId="20577"/>
        <pc:sldMkLst>
          <pc:docMk/>
          <pc:sldMk cId="1493940080" sldId="258"/>
        </pc:sldMkLst>
        <pc:spChg chg="mod">
          <ac:chgData name="Leland Jones" userId="45560c3213db1e7d" providerId="LiveId" clId="{52DD5F27-7C81-4A7A-B13D-5BC8AF8AD529}" dt="2026-04-29T19:17:28.791" v="0" actId="20577"/>
          <ac:spMkLst>
            <pc:docMk/>
            <pc:sldMk cId="1493940080" sldId="258"/>
            <ac:spMk id="3" creationId="{B8D6A742-0525-96B7-EC14-60BE002E6DB9}"/>
          </ac:spMkLst>
        </pc:spChg>
      </pc:sldChg>
      <pc:sldChg chg="modSp mod">
        <pc:chgData name="Leland Jones" userId="45560c3213db1e7d" providerId="LiveId" clId="{52DD5F27-7C81-4A7A-B13D-5BC8AF8AD529}" dt="2026-04-29T19:55:44.788" v="2052" actId="20577"/>
        <pc:sldMkLst>
          <pc:docMk/>
          <pc:sldMk cId="4009092202" sldId="259"/>
        </pc:sldMkLst>
        <pc:spChg chg="mod">
          <ac:chgData name="Leland Jones" userId="45560c3213db1e7d" providerId="LiveId" clId="{52DD5F27-7C81-4A7A-B13D-5BC8AF8AD529}" dt="2026-04-29T19:55:44.788" v="2052" actId="20577"/>
          <ac:spMkLst>
            <pc:docMk/>
            <pc:sldMk cId="4009092202" sldId="259"/>
            <ac:spMk id="4" creationId="{22993EB3-29F0-F6A2-253E-3C2F6215F849}"/>
          </ac:spMkLst>
        </pc:spChg>
      </pc:sldChg>
      <pc:sldChg chg="modSp mod">
        <pc:chgData name="Leland Jones" userId="45560c3213db1e7d" providerId="LiveId" clId="{52DD5F27-7C81-4A7A-B13D-5BC8AF8AD529}" dt="2026-04-29T19:52:59.340" v="1996" actId="255"/>
        <pc:sldMkLst>
          <pc:docMk/>
          <pc:sldMk cId="268160560" sldId="260"/>
        </pc:sldMkLst>
        <pc:spChg chg="mod">
          <ac:chgData name="Leland Jones" userId="45560c3213db1e7d" providerId="LiveId" clId="{52DD5F27-7C81-4A7A-B13D-5BC8AF8AD529}" dt="2026-04-29T19:52:59.340" v="1996" actId="255"/>
          <ac:spMkLst>
            <pc:docMk/>
            <pc:sldMk cId="268160560" sldId="260"/>
            <ac:spMk id="56" creationId="{AD80DB4A-3D18-340F-535D-6DBB475EEF85}"/>
          </ac:spMkLst>
        </pc:spChg>
      </pc:sldChg>
      <pc:sldChg chg="del">
        <pc:chgData name="Leland Jones" userId="45560c3213db1e7d" providerId="LiveId" clId="{52DD5F27-7C81-4A7A-B13D-5BC8AF8AD529}" dt="2026-04-29T19:28:02.820" v="740" actId="2696"/>
        <pc:sldMkLst>
          <pc:docMk/>
          <pc:sldMk cId="1102288954" sldId="261"/>
        </pc:sldMkLst>
      </pc:sldChg>
      <pc:sldChg chg="addSp delSp modSp mod setBg setClrOvrMap modNotesTx">
        <pc:chgData name="Leland Jones" userId="45560c3213db1e7d" providerId="LiveId" clId="{52DD5F27-7C81-4A7A-B13D-5BC8AF8AD529}" dt="2026-04-29T22:50:57.218" v="2417" actId="20577"/>
        <pc:sldMkLst>
          <pc:docMk/>
          <pc:sldMk cId="130622873" sldId="263"/>
        </pc:sldMkLst>
        <pc:spChg chg="mod">
          <ac:chgData name="Leland Jones" userId="45560c3213db1e7d" providerId="LiveId" clId="{52DD5F27-7C81-4A7A-B13D-5BC8AF8AD529}" dt="2026-04-29T19:47:21.332" v="1979" actId="26606"/>
          <ac:spMkLst>
            <pc:docMk/>
            <pc:sldMk cId="130622873" sldId="263"/>
            <ac:spMk id="2" creationId="{7E0939BA-78B7-7786-873B-C5B0AEC7F19C}"/>
          </ac:spMkLst>
        </pc:spChg>
        <pc:spChg chg="del">
          <ac:chgData name="Leland Jones" userId="45560c3213db1e7d" providerId="LiveId" clId="{52DD5F27-7C81-4A7A-B13D-5BC8AF8AD529}" dt="2026-04-29T19:47:00.519" v="1977" actId="26606"/>
          <ac:spMkLst>
            <pc:docMk/>
            <pc:sldMk cId="130622873" sldId="263"/>
            <ac:spMk id="3" creationId="{00E3995E-6D7D-3403-FE7A-51513AB5CBEE}"/>
          </ac:spMkLst>
        </pc:spChg>
        <pc:spChg chg="del">
          <ac:chgData name="Leland Jones" userId="45560c3213db1e7d" providerId="LiveId" clId="{52DD5F27-7C81-4A7A-B13D-5BC8AF8AD529}" dt="2026-04-29T19:47:00.519" v="1977" actId="26606"/>
          <ac:spMkLst>
            <pc:docMk/>
            <pc:sldMk cId="130622873" sldId="263"/>
            <ac:spMk id="8" creationId="{327D73B4-9F5C-4A64-A179-51B9500CB8B5}"/>
          </ac:spMkLst>
        </pc:spChg>
        <pc:spChg chg="del">
          <ac:chgData name="Leland Jones" userId="45560c3213db1e7d" providerId="LiveId" clId="{52DD5F27-7C81-4A7A-B13D-5BC8AF8AD529}" dt="2026-04-29T19:47:00.519" v="1977" actId="26606"/>
          <ac:spMkLst>
            <pc:docMk/>
            <pc:sldMk cId="130622873" sldId="263"/>
            <ac:spMk id="10" creationId="{C1F06963-6374-4B48-844F-071A9BAAAE02}"/>
          </ac:spMkLst>
        </pc:spChg>
        <pc:spChg chg="del">
          <ac:chgData name="Leland Jones" userId="45560c3213db1e7d" providerId="LiveId" clId="{52DD5F27-7C81-4A7A-B13D-5BC8AF8AD529}" dt="2026-04-29T19:47:00.519" v="1977" actId="26606"/>
          <ac:spMkLst>
            <pc:docMk/>
            <pc:sldMk cId="130622873" sldId="263"/>
            <ac:spMk id="12" creationId="{6CB927A4-E432-4310-9CD5-E89FF5063179}"/>
          </ac:spMkLst>
        </pc:spChg>
        <pc:spChg chg="del">
          <ac:chgData name="Leland Jones" userId="45560c3213db1e7d" providerId="LiveId" clId="{52DD5F27-7C81-4A7A-B13D-5BC8AF8AD529}" dt="2026-04-29T19:47:00.519" v="1977" actId="26606"/>
          <ac:spMkLst>
            <pc:docMk/>
            <pc:sldMk cId="130622873" sldId="263"/>
            <ac:spMk id="14" creationId="{1453BF6C-B012-48B7-B4E8-6D7AC7C27D02}"/>
          </ac:spMkLst>
        </pc:spChg>
        <pc:spChg chg="del">
          <ac:chgData name="Leland Jones" userId="45560c3213db1e7d" providerId="LiveId" clId="{52DD5F27-7C81-4A7A-B13D-5BC8AF8AD529}" dt="2026-04-29T19:47:00.519" v="1977" actId="26606"/>
          <ac:spMkLst>
            <pc:docMk/>
            <pc:sldMk cId="130622873" sldId="263"/>
            <ac:spMk id="16" creationId="{E3020543-B24B-4EC4-8FFC-8DD88EEA91A8}"/>
          </ac:spMkLst>
        </pc:spChg>
        <pc:spChg chg="add del">
          <ac:chgData name="Leland Jones" userId="45560c3213db1e7d" providerId="LiveId" clId="{52DD5F27-7C81-4A7A-B13D-5BC8AF8AD529}" dt="2026-04-29T19:47:06.108" v="1978" actId="26606"/>
          <ac:spMkLst>
            <pc:docMk/>
            <pc:sldMk cId="130622873" sldId="263"/>
            <ac:spMk id="24" creationId="{345A976A-8DE3-4B67-B94B-2044FDD12899}"/>
          </ac:spMkLst>
        </pc:spChg>
        <pc:spChg chg="add del">
          <ac:chgData name="Leland Jones" userId="45560c3213db1e7d" providerId="LiveId" clId="{52DD5F27-7C81-4A7A-B13D-5BC8AF8AD529}" dt="2026-04-29T19:47:06.108" v="1978" actId="26606"/>
          <ac:spMkLst>
            <pc:docMk/>
            <pc:sldMk cId="130622873" sldId="263"/>
            <ac:spMk id="26" creationId="{6EAAA1B9-2DDB-49C9-A037-A523D2F13C15}"/>
          </ac:spMkLst>
        </pc:spChg>
        <pc:spChg chg="add del">
          <ac:chgData name="Leland Jones" userId="45560c3213db1e7d" providerId="LiveId" clId="{52DD5F27-7C81-4A7A-B13D-5BC8AF8AD529}" dt="2026-04-29T19:47:21.332" v="1979" actId="26606"/>
          <ac:spMkLst>
            <pc:docMk/>
            <pc:sldMk cId="130622873" sldId="263"/>
            <ac:spMk id="43" creationId="{8DF67618-B87B-4195-8E24-3B126F79FF55}"/>
          </ac:spMkLst>
        </pc:spChg>
        <pc:spChg chg="add del">
          <ac:chgData name="Leland Jones" userId="45560c3213db1e7d" providerId="LiveId" clId="{52DD5F27-7C81-4A7A-B13D-5BC8AF8AD529}" dt="2026-04-29T19:47:21.332" v="1979" actId="26606"/>
          <ac:spMkLst>
            <pc:docMk/>
            <pc:sldMk cId="130622873" sldId="263"/>
            <ac:spMk id="45" creationId="{64960379-9FF9-400A-A8A8-F5AB633FD3BF}"/>
          </ac:spMkLst>
        </pc:spChg>
        <pc:grpChg chg="del">
          <ac:chgData name="Leland Jones" userId="45560c3213db1e7d" providerId="LiveId" clId="{52DD5F27-7C81-4A7A-B13D-5BC8AF8AD529}" dt="2026-04-29T19:47:06.108" v="1978" actId="26606"/>
          <ac:grpSpMkLst>
            <pc:docMk/>
            <pc:sldMk cId="130622873" sldId="263"/>
            <ac:grpSpMk id="28" creationId="{B441F8D5-EBCE-4FB9-91A9-3425971C1F99}"/>
          </ac:grpSpMkLst>
        </pc:grpChg>
        <pc:grpChg chg="del">
          <ac:chgData name="Leland Jones" userId="45560c3213db1e7d" providerId="LiveId" clId="{52DD5F27-7C81-4A7A-B13D-5BC8AF8AD529}" dt="2026-04-29T19:47:06.108" v="1978" actId="26606"/>
          <ac:grpSpMkLst>
            <pc:docMk/>
            <pc:sldMk cId="130622873" sldId="263"/>
            <ac:grpSpMk id="34" creationId="{08701F99-7E4C-4B92-A4B5-307CDFB7A4DE}"/>
          </ac:grpSpMkLst>
        </pc:grpChg>
        <pc:grpChg chg="add del">
          <ac:chgData name="Leland Jones" userId="45560c3213db1e7d" providerId="LiveId" clId="{52DD5F27-7C81-4A7A-B13D-5BC8AF8AD529}" dt="2026-04-29T19:47:21.332" v="1979" actId="26606"/>
          <ac:grpSpMkLst>
            <pc:docMk/>
            <pc:sldMk cId="130622873" sldId="263"/>
            <ac:grpSpMk id="47" creationId="{2C491629-AE25-486B-9B22-2CE4EE8F7E47}"/>
          </ac:grpSpMkLst>
        </pc:grpChg>
        <pc:grpChg chg="add del">
          <ac:chgData name="Leland Jones" userId="45560c3213db1e7d" providerId="LiveId" clId="{52DD5F27-7C81-4A7A-B13D-5BC8AF8AD529}" dt="2026-04-29T19:47:21.332" v="1979" actId="26606"/>
          <ac:grpSpMkLst>
            <pc:docMk/>
            <pc:sldMk cId="130622873" sldId="263"/>
            <ac:grpSpMk id="51" creationId="{43F5E015-E085-4624-B431-B42414448684}"/>
          </ac:grpSpMkLst>
        </pc:grpChg>
        <pc:graphicFrameChg chg="add mod modGraphic">
          <ac:chgData name="Leland Jones" userId="45560c3213db1e7d" providerId="LiveId" clId="{52DD5F27-7C81-4A7A-B13D-5BC8AF8AD529}" dt="2026-04-29T19:47:28.978" v="1980" actId="26606"/>
          <ac:graphicFrameMkLst>
            <pc:docMk/>
            <pc:sldMk cId="130622873" sldId="263"/>
            <ac:graphicFrameMk id="20" creationId="{27BEBF2E-752E-F86A-5C37-E3C119E6D3D9}"/>
          </ac:graphicFrameMkLst>
        </pc:graphicFrameChg>
        <pc:picChg chg="add mod">
          <ac:chgData name="Leland Jones" userId="45560c3213db1e7d" providerId="LiveId" clId="{52DD5F27-7C81-4A7A-B13D-5BC8AF8AD529}" dt="2026-04-29T19:47:28.978" v="1980" actId="26606"/>
          <ac:picMkLst>
            <pc:docMk/>
            <pc:sldMk cId="130622873" sldId="263"/>
            <ac:picMk id="60" creationId="{C630FA53-1321-D5CA-2B5F-CE991F56F21E}"/>
          </ac:picMkLst>
        </pc:picChg>
      </pc:sldChg>
      <pc:sldChg chg="addSp delSp modSp mod setBg setClrOvrMap">
        <pc:chgData name="Leland Jones" userId="45560c3213db1e7d" providerId="LiveId" clId="{52DD5F27-7C81-4A7A-B13D-5BC8AF8AD529}" dt="2026-04-29T19:48:09.491" v="1982" actId="26606"/>
        <pc:sldMkLst>
          <pc:docMk/>
          <pc:sldMk cId="948573855" sldId="265"/>
        </pc:sldMkLst>
        <pc:spChg chg="mod">
          <ac:chgData name="Leland Jones" userId="45560c3213db1e7d" providerId="LiveId" clId="{52DD5F27-7C81-4A7A-B13D-5BC8AF8AD529}" dt="2026-04-29T19:47:57.680" v="1981" actId="26606"/>
          <ac:spMkLst>
            <pc:docMk/>
            <pc:sldMk cId="948573855" sldId="265"/>
            <ac:spMk id="2" creationId="{3610FCC4-85E0-6923-C62F-5B002B9D176D}"/>
          </ac:spMkLst>
        </pc:spChg>
        <pc:spChg chg="del mod">
          <ac:chgData name="Leland Jones" userId="45560c3213db1e7d" providerId="LiveId" clId="{52DD5F27-7C81-4A7A-B13D-5BC8AF8AD529}" dt="2026-04-29T19:48:09.491" v="1982" actId="26606"/>
          <ac:spMkLst>
            <pc:docMk/>
            <pc:sldMk cId="948573855" sldId="265"/>
            <ac:spMk id="3" creationId="{315AEA86-18A7-BC2D-45F8-4563D1F4D2EE}"/>
          </ac:spMkLst>
        </pc:spChg>
        <pc:spChg chg="del">
          <ac:chgData name="Leland Jones" userId="45560c3213db1e7d" providerId="LiveId" clId="{52DD5F27-7C81-4A7A-B13D-5BC8AF8AD529}" dt="2026-04-29T19:47:57.680" v="1981" actId="26606"/>
          <ac:spMkLst>
            <pc:docMk/>
            <pc:sldMk cId="948573855" sldId="265"/>
            <ac:spMk id="8" creationId="{91A1FA41-E1D1-43CF-8B3B-5E6140890832}"/>
          </ac:spMkLst>
        </pc:spChg>
        <pc:spChg chg="del">
          <ac:chgData name="Leland Jones" userId="45560c3213db1e7d" providerId="LiveId" clId="{52DD5F27-7C81-4A7A-B13D-5BC8AF8AD529}" dt="2026-04-29T19:47:57.680" v="1981" actId="26606"/>
          <ac:spMkLst>
            <pc:docMk/>
            <pc:sldMk cId="948573855" sldId="265"/>
            <ac:spMk id="10" creationId="{FCC2D84B-6969-4F00-BEBA-81C2EBCD3299}"/>
          </ac:spMkLst>
        </pc:spChg>
        <pc:spChg chg="del">
          <ac:chgData name="Leland Jones" userId="45560c3213db1e7d" providerId="LiveId" clId="{52DD5F27-7C81-4A7A-B13D-5BC8AF8AD529}" dt="2026-04-29T19:47:57.680" v="1981" actId="26606"/>
          <ac:spMkLst>
            <pc:docMk/>
            <pc:sldMk cId="948573855" sldId="265"/>
            <ac:spMk id="12" creationId="{B0D282BE-4461-4794-89A5-394723CDF2F3}"/>
          </ac:spMkLst>
        </pc:spChg>
        <pc:graphicFrameChg chg="add">
          <ac:chgData name="Leland Jones" userId="45560c3213db1e7d" providerId="LiveId" clId="{52DD5F27-7C81-4A7A-B13D-5BC8AF8AD529}" dt="2026-04-29T19:48:09.491" v="1982" actId="26606"/>
          <ac:graphicFrameMkLst>
            <pc:docMk/>
            <pc:sldMk cId="948573855" sldId="265"/>
            <ac:graphicFrameMk id="16" creationId="{53018B44-EE98-043E-1000-DF58DDA313B2}"/>
          </ac:graphicFrameMkLst>
        </pc:graphicFrameChg>
        <pc:picChg chg="add">
          <ac:chgData name="Leland Jones" userId="45560c3213db1e7d" providerId="LiveId" clId="{52DD5F27-7C81-4A7A-B13D-5BC8AF8AD529}" dt="2026-04-29T19:47:57.680" v="1981" actId="26606"/>
          <ac:picMkLst>
            <pc:docMk/>
            <pc:sldMk cId="948573855" sldId="265"/>
            <ac:picMk id="14" creationId="{D17E8586-46FB-58EA-FB90-F4F3A0B292E8}"/>
          </ac:picMkLst>
        </pc:picChg>
      </pc:sldChg>
      <pc:sldChg chg="addSp delSp modSp mod">
        <pc:chgData name="Leland Jones" userId="45560c3213db1e7d" providerId="LiveId" clId="{52DD5F27-7C81-4A7A-B13D-5BC8AF8AD529}" dt="2026-04-29T22:51:53.106" v="2425" actId="20577"/>
        <pc:sldMkLst>
          <pc:docMk/>
          <pc:sldMk cId="167272544" sldId="266"/>
        </pc:sldMkLst>
        <pc:spChg chg="mod">
          <ac:chgData name="Leland Jones" userId="45560c3213db1e7d" providerId="LiveId" clId="{52DD5F27-7C81-4A7A-B13D-5BC8AF8AD529}" dt="2026-04-29T19:48:37.737" v="1988" actId="26606"/>
          <ac:spMkLst>
            <pc:docMk/>
            <pc:sldMk cId="167272544" sldId="266"/>
            <ac:spMk id="2" creationId="{47A62E98-06AD-2817-7BEA-1768698327C1}"/>
          </ac:spMkLst>
        </pc:spChg>
        <pc:spChg chg="mod">
          <ac:chgData name="Leland Jones" userId="45560c3213db1e7d" providerId="LiveId" clId="{52DD5F27-7C81-4A7A-B13D-5BC8AF8AD529}" dt="2026-04-29T22:51:53.106" v="2425" actId="20577"/>
          <ac:spMkLst>
            <pc:docMk/>
            <pc:sldMk cId="167272544" sldId="266"/>
            <ac:spMk id="3" creationId="{69AB457F-28ED-2693-8E84-12D0D0A53B81}"/>
          </ac:spMkLst>
        </pc:spChg>
        <pc:spChg chg="add del">
          <ac:chgData name="Leland Jones" userId="45560c3213db1e7d" providerId="LiveId" clId="{52DD5F27-7C81-4A7A-B13D-5BC8AF8AD529}" dt="2026-04-29T19:48:32.888" v="1987" actId="26606"/>
          <ac:spMkLst>
            <pc:docMk/>
            <pc:sldMk cId="167272544" sldId="266"/>
            <ac:spMk id="8" creationId="{CB299CAB-C506-454B-90FC-4065728297D3}"/>
          </ac:spMkLst>
        </pc:spChg>
        <pc:spChg chg="add del">
          <ac:chgData name="Leland Jones" userId="45560c3213db1e7d" providerId="LiveId" clId="{52DD5F27-7C81-4A7A-B13D-5BC8AF8AD529}" dt="2026-04-29T19:48:32.888" v="1987" actId="26606"/>
          <ac:spMkLst>
            <pc:docMk/>
            <pc:sldMk cId="167272544" sldId="266"/>
            <ac:spMk id="10" creationId="{C8D99311-F254-40F1-8AB5-EE3E7B9B6872}"/>
          </ac:spMkLst>
        </pc:spChg>
        <pc:spChg chg="add del">
          <ac:chgData name="Leland Jones" userId="45560c3213db1e7d" providerId="LiveId" clId="{52DD5F27-7C81-4A7A-B13D-5BC8AF8AD529}" dt="2026-04-29T19:48:32.888" v="1987" actId="26606"/>
          <ac:spMkLst>
            <pc:docMk/>
            <pc:sldMk cId="167272544" sldId="266"/>
            <ac:spMk id="12" creationId="{7D89E3CB-00ED-4691-9F0F-F23EA3564705}"/>
          </ac:spMkLst>
        </pc:spChg>
        <pc:spChg chg="add del">
          <ac:chgData name="Leland Jones" userId="45560c3213db1e7d" providerId="LiveId" clId="{52DD5F27-7C81-4A7A-B13D-5BC8AF8AD529}" dt="2026-04-29T19:48:32.881" v="1986" actId="26606"/>
          <ac:spMkLst>
            <pc:docMk/>
            <pc:sldMk cId="167272544" sldId="266"/>
            <ac:spMk id="19" creationId="{EDDBB197-D710-4A4F-A9CA-FD2177498BE8}"/>
          </ac:spMkLst>
        </pc:spChg>
        <pc:spChg chg="add del">
          <ac:chgData name="Leland Jones" userId="45560c3213db1e7d" providerId="LiveId" clId="{52DD5F27-7C81-4A7A-B13D-5BC8AF8AD529}" dt="2026-04-29T19:48:30.809" v="1984" actId="26606"/>
          <ac:spMkLst>
            <pc:docMk/>
            <pc:sldMk cId="167272544" sldId="266"/>
            <ac:spMk id="21" creationId="{5D7F64A8-D625-4F61-A290-B499BB62ACFF}"/>
          </ac:spMkLst>
        </pc:spChg>
        <pc:spChg chg="add del">
          <ac:chgData name="Leland Jones" userId="45560c3213db1e7d" providerId="LiveId" clId="{52DD5F27-7C81-4A7A-B13D-5BC8AF8AD529}" dt="2026-04-29T19:48:32.881" v="1986" actId="26606"/>
          <ac:spMkLst>
            <pc:docMk/>
            <pc:sldMk cId="167272544" sldId="266"/>
            <ac:spMk id="28" creationId="{975D1CFA-2CDB-4B64-BD9F-85744E8DA12F}"/>
          </ac:spMkLst>
        </pc:spChg>
        <pc:spChg chg="add del">
          <ac:chgData name="Leland Jones" userId="45560c3213db1e7d" providerId="LiveId" clId="{52DD5F27-7C81-4A7A-B13D-5BC8AF8AD529}" dt="2026-04-29T19:48:37.737" v="1988" actId="26606"/>
          <ac:spMkLst>
            <pc:docMk/>
            <pc:sldMk cId="167272544" sldId="266"/>
            <ac:spMk id="31" creationId="{5D7F64A8-D625-4F61-A290-B499BB62ACFF}"/>
          </ac:spMkLst>
        </pc:spChg>
        <pc:spChg chg="add">
          <ac:chgData name="Leland Jones" userId="45560c3213db1e7d" providerId="LiveId" clId="{52DD5F27-7C81-4A7A-B13D-5BC8AF8AD529}" dt="2026-04-29T19:48:37.737" v="1988" actId="26606"/>
          <ac:spMkLst>
            <pc:docMk/>
            <pc:sldMk cId="167272544" sldId="266"/>
            <ac:spMk id="38" creationId="{7FF47CB7-972F-479F-A36D-9E72D26EC8DA}"/>
          </ac:spMkLst>
        </pc:spChg>
        <pc:spChg chg="add">
          <ac:chgData name="Leland Jones" userId="45560c3213db1e7d" providerId="LiveId" clId="{52DD5F27-7C81-4A7A-B13D-5BC8AF8AD529}" dt="2026-04-29T19:48:37.737" v="1988" actId="26606"/>
          <ac:spMkLst>
            <pc:docMk/>
            <pc:sldMk cId="167272544" sldId="266"/>
            <ac:spMk id="40" creationId="{0D153B68-5844-490D-8E67-F616D6D721CA}"/>
          </ac:spMkLst>
        </pc:spChg>
        <pc:spChg chg="add">
          <ac:chgData name="Leland Jones" userId="45560c3213db1e7d" providerId="LiveId" clId="{52DD5F27-7C81-4A7A-B13D-5BC8AF8AD529}" dt="2026-04-29T19:48:37.737" v="1988" actId="26606"/>
          <ac:spMkLst>
            <pc:docMk/>
            <pc:sldMk cId="167272544" sldId="266"/>
            <ac:spMk id="42" creationId="{9A0D773F-7A7D-4DBB-9DEA-86BB8B8F4BC8}"/>
          </ac:spMkLst>
        </pc:spChg>
        <pc:grpChg chg="add del">
          <ac:chgData name="Leland Jones" userId="45560c3213db1e7d" providerId="LiveId" clId="{52DD5F27-7C81-4A7A-B13D-5BC8AF8AD529}" dt="2026-04-29T19:48:32.881" v="1986" actId="26606"/>
          <ac:grpSpMkLst>
            <pc:docMk/>
            <pc:sldMk cId="167272544" sldId="266"/>
            <ac:grpSpMk id="23" creationId="{25EE5136-01F1-466C-962D-BA9B4C6757AA}"/>
          </ac:grpSpMkLst>
        </pc:grpChg>
        <pc:picChg chg="add del">
          <ac:chgData name="Leland Jones" userId="45560c3213db1e7d" providerId="LiveId" clId="{52DD5F27-7C81-4A7A-B13D-5BC8AF8AD529}" dt="2026-04-29T19:48:30.809" v="1984" actId="26606"/>
          <ac:picMkLst>
            <pc:docMk/>
            <pc:sldMk cId="167272544" sldId="266"/>
            <ac:picMk id="16" creationId="{BBD2BD39-6983-8D79-172B-D07ED5371D67}"/>
          </ac:picMkLst>
        </pc:picChg>
        <pc:picChg chg="add del">
          <ac:chgData name="Leland Jones" userId="45560c3213db1e7d" providerId="LiveId" clId="{52DD5F27-7C81-4A7A-B13D-5BC8AF8AD529}" dt="2026-04-29T19:48:30.809" v="1984" actId="26606"/>
          <ac:picMkLst>
            <pc:docMk/>
            <pc:sldMk cId="167272544" sldId="266"/>
            <ac:picMk id="18" creationId="{6C60FECC-03C9-4681-A55D-1F8AD184FC77}"/>
          </ac:picMkLst>
        </pc:picChg>
        <pc:picChg chg="add del">
          <ac:chgData name="Leland Jones" userId="45560c3213db1e7d" providerId="LiveId" clId="{52DD5F27-7C81-4A7A-B13D-5BC8AF8AD529}" dt="2026-04-29T19:48:32.881" v="1986" actId="26606"/>
          <ac:picMkLst>
            <pc:docMk/>
            <pc:sldMk cId="167272544" sldId="266"/>
            <ac:picMk id="29" creationId="{946AACAC-62B4-A2F9-4512-A783603DF140}"/>
          </ac:picMkLst>
        </pc:picChg>
        <pc:picChg chg="add mod ord">
          <ac:chgData name="Leland Jones" userId="45560c3213db1e7d" providerId="LiveId" clId="{52DD5F27-7C81-4A7A-B13D-5BC8AF8AD529}" dt="2026-04-29T19:48:37.737" v="1988" actId="26606"/>
          <ac:picMkLst>
            <pc:docMk/>
            <pc:sldMk cId="167272544" sldId="266"/>
            <ac:picMk id="32" creationId="{BBD2BD39-6983-8D79-172B-D07ED5371D67}"/>
          </ac:picMkLst>
        </pc:picChg>
        <pc:picChg chg="add del">
          <ac:chgData name="Leland Jones" userId="45560c3213db1e7d" providerId="LiveId" clId="{52DD5F27-7C81-4A7A-B13D-5BC8AF8AD529}" dt="2026-04-29T19:48:37.737" v="1988" actId="26606"/>
          <ac:picMkLst>
            <pc:docMk/>
            <pc:sldMk cId="167272544" sldId="266"/>
            <ac:picMk id="33" creationId="{6C60FECC-03C9-4681-A55D-1F8AD184FC77}"/>
          </ac:picMkLst>
        </pc:picChg>
      </pc:sldChg>
      <pc:sldChg chg="addSp delSp modSp mod">
        <pc:chgData name="Leland Jones" userId="45560c3213db1e7d" providerId="LiveId" clId="{52DD5F27-7C81-4A7A-B13D-5BC8AF8AD529}" dt="2026-04-29T19:49:56.761" v="1995" actId="26606"/>
        <pc:sldMkLst>
          <pc:docMk/>
          <pc:sldMk cId="693359857" sldId="267"/>
        </pc:sldMkLst>
        <pc:spChg chg="mod">
          <ac:chgData name="Leland Jones" userId="45560c3213db1e7d" providerId="LiveId" clId="{52DD5F27-7C81-4A7A-B13D-5BC8AF8AD529}" dt="2026-04-29T19:49:46.581" v="1994" actId="26606"/>
          <ac:spMkLst>
            <pc:docMk/>
            <pc:sldMk cId="693359857" sldId="267"/>
            <ac:spMk id="2" creationId="{6FFB2619-C642-C8C1-D877-170CD0EEA583}"/>
          </ac:spMkLst>
        </pc:spChg>
        <pc:spChg chg="del mod">
          <ac:chgData name="Leland Jones" userId="45560c3213db1e7d" providerId="LiveId" clId="{52DD5F27-7C81-4A7A-B13D-5BC8AF8AD529}" dt="2026-04-29T19:49:56.761" v="1995" actId="26606"/>
          <ac:spMkLst>
            <pc:docMk/>
            <pc:sldMk cId="693359857" sldId="267"/>
            <ac:spMk id="3" creationId="{320489DD-70C9-3578-4B79-13CF033F60B6}"/>
          </ac:spMkLst>
        </pc:spChg>
        <pc:spChg chg="del">
          <ac:chgData name="Leland Jones" userId="45560c3213db1e7d" providerId="LiveId" clId="{52DD5F27-7C81-4A7A-B13D-5BC8AF8AD529}" dt="2026-04-29T19:49:32.349" v="1992" actId="26606"/>
          <ac:spMkLst>
            <pc:docMk/>
            <pc:sldMk cId="693359857" sldId="267"/>
            <ac:spMk id="14" creationId="{98DDA986-B6EE-4642-AC60-0490373E69D0}"/>
          </ac:spMkLst>
        </pc:spChg>
        <pc:spChg chg="del">
          <ac:chgData name="Leland Jones" userId="45560c3213db1e7d" providerId="LiveId" clId="{52DD5F27-7C81-4A7A-B13D-5BC8AF8AD529}" dt="2026-04-29T19:49:32.349" v="1992" actId="26606"/>
          <ac:spMkLst>
            <pc:docMk/>
            <pc:sldMk cId="693359857" sldId="267"/>
            <ac:spMk id="15" creationId="{80B62878-12EF-4E97-A284-47BAFC30DA2E}"/>
          </ac:spMkLst>
        </pc:spChg>
        <pc:spChg chg="del">
          <ac:chgData name="Leland Jones" userId="45560c3213db1e7d" providerId="LiveId" clId="{52DD5F27-7C81-4A7A-B13D-5BC8AF8AD529}" dt="2026-04-29T19:49:32.349" v="1992" actId="26606"/>
          <ac:spMkLst>
            <pc:docMk/>
            <pc:sldMk cId="693359857" sldId="267"/>
            <ac:spMk id="16" creationId="{6D79188D-1ED5-4705-B8C7-5D6FB7670AB3}"/>
          </ac:spMkLst>
        </pc:spChg>
        <pc:spChg chg="add del">
          <ac:chgData name="Leland Jones" userId="45560c3213db1e7d" providerId="LiveId" clId="{52DD5F27-7C81-4A7A-B13D-5BC8AF8AD529}" dt="2026-04-29T19:49:38.033" v="1993" actId="26606"/>
          <ac:spMkLst>
            <pc:docMk/>
            <pc:sldMk cId="693359857" sldId="267"/>
            <ac:spMk id="21" creationId="{C9A36457-A5F4-4103-A443-02581C09185B}"/>
          </ac:spMkLst>
        </pc:spChg>
        <pc:spChg chg="add del">
          <ac:chgData name="Leland Jones" userId="45560c3213db1e7d" providerId="LiveId" clId="{52DD5F27-7C81-4A7A-B13D-5BC8AF8AD529}" dt="2026-04-29T19:49:38.033" v="1993" actId="26606"/>
          <ac:spMkLst>
            <pc:docMk/>
            <pc:sldMk cId="693359857" sldId="267"/>
            <ac:spMk id="23" creationId="{DC5FB7E8-B636-40FA-BE8D-48145C0F5C57}"/>
          </ac:spMkLst>
        </pc:spChg>
        <pc:spChg chg="add del">
          <ac:chgData name="Leland Jones" userId="45560c3213db1e7d" providerId="LiveId" clId="{52DD5F27-7C81-4A7A-B13D-5BC8AF8AD529}" dt="2026-04-29T19:49:38.033" v="1993" actId="26606"/>
          <ac:spMkLst>
            <pc:docMk/>
            <pc:sldMk cId="693359857" sldId="267"/>
            <ac:spMk id="25" creationId="{142DCE2C-2863-46FA-9BE7-24365A24D9BA}"/>
          </ac:spMkLst>
        </pc:spChg>
        <pc:spChg chg="add del">
          <ac:chgData name="Leland Jones" userId="45560c3213db1e7d" providerId="LiveId" clId="{52DD5F27-7C81-4A7A-B13D-5BC8AF8AD529}" dt="2026-04-29T19:49:46.581" v="1994" actId="26606"/>
          <ac:spMkLst>
            <pc:docMk/>
            <pc:sldMk cId="693359857" sldId="267"/>
            <ac:spMk id="30" creationId="{84697CDA-BDB7-4883-B48B-1D4EDB2F0E93}"/>
          </ac:spMkLst>
        </pc:spChg>
        <pc:spChg chg="add del">
          <ac:chgData name="Leland Jones" userId="45560c3213db1e7d" providerId="LiveId" clId="{52DD5F27-7C81-4A7A-B13D-5BC8AF8AD529}" dt="2026-04-29T19:49:46.581" v="1994" actId="26606"/>
          <ac:spMkLst>
            <pc:docMk/>
            <pc:sldMk cId="693359857" sldId="267"/>
            <ac:spMk id="32" creationId="{6295B176-FA0E-4B6A-A190-5E2E82BEA57A}"/>
          </ac:spMkLst>
        </pc:spChg>
        <pc:spChg chg="add del">
          <ac:chgData name="Leland Jones" userId="45560c3213db1e7d" providerId="LiveId" clId="{52DD5F27-7C81-4A7A-B13D-5BC8AF8AD529}" dt="2026-04-29T19:49:46.581" v="1994" actId="26606"/>
          <ac:spMkLst>
            <pc:docMk/>
            <pc:sldMk cId="693359857" sldId="267"/>
            <ac:spMk id="34" creationId="{48F779DE-4744-42D6-9C74-33EC94460CCC}"/>
          </ac:spMkLst>
        </pc:spChg>
        <pc:spChg chg="add">
          <ac:chgData name="Leland Jones" userId="45560c3213db1e7d" providerId="LiveId" clId="{52DD5F27-7C81-4A7A-B13D-5BC8AF8AD529}" dt="2026-04-29T19:49:46.581" v="1994" actId="26606"/>
          <ac:spMkLst>
            <pc:docMk/>
            <pc:sldMk cId="693359857" sldId="267"/>
            <ac:spMk id="39" creationId="{84697CDA-BDB7-4883-B48B-1D4EDB2F0E93}"/>
          </ac:spMkLst>
        </pc:spChg>
        <pc:spChg chg="add">
          <ac:chgData name="Leland Jones" userId="45560c3213db1e7d" providerId="LiveId" clId="{52DD5F27-7C81-4A7A-B13D-5BC8AF8AD529}" dt="2026-04-29T19:49:46.581" v="1994" actId="26606"/>
          <ac:spMkLst>
            <pc:docMk/>
            <pc:sldMk cId="693359857" sldId="267"/>
            <ac:spMk id="41" creationId="{11026190-6B62-46DB-B5FF-9E0FF9BDCDC6}"/>
          </ac:spMkLst>
        </pc:spChg>
        <pc:spChg chg="add">
          <ac:chgData name="Leland Jones" userId="45560c3213db1e7d" providerId="LiveId" clId="{52DD5F27-7C81-4A7A-B13D-5BC8AF8AD529}" dt="2026-04-29T19:49:46.581" v="1994" actId="26606"/>
          <ac:spMkLst>
            <pc:docMk/>
            <pc:sldMk cId="693359857" sldId="267"/>
            <ac:spMk id="43" creationId="{66DA0389-D66E-4727-8EFB-E60E6C412FC8}"/>
          </ac:spMkLst>
        </pc:spChg>
        <pc:spChg chg="add">
          <ac:chgData name="Leland Jones" userId="45560c3213db1e7d" providerId="LiveId" clId="{52DD5F27-7C81-4A7A-B13D-5BC8AF8AD529}" dt="2026-04-29T19:49:46.581" v="1994" actId="26606"/>
          <ac:spMkLst>
            <pc:docMk/>
            <pc:sldMk cId="693359857" sldId="267"/>
            <ac:spMk id="45" creationId="{B24A3A03-2C4E-45B5-B388-FAD638CDF0A1}"/>
          </ac:spMkLst>
        </pc:spChg>
        <pc:graphicFrameChg chg="add">
          <ac:chgData name="Leland Jones" userId="45560c3213db1e7d" providerId="LiveId" clId="{52DD5F27-7C81-4A7A-B13D-5BC8AF8AD529}" dt="2026-04-29T19:49:56.761" v="1995" actId="26606"/>
          <ac:graphicFrameMkLst>
            <pc:docMk/>
            <pc:sldMk cId="693359857" sldId="267"/>
            <ac:graphicFrameMk id="47" creationId="{48F95801-2073-699B-8F9D-855162A79A0F}"/>
          </ac:graphicFrameMkLst>
        </pc:graphicFrameChg>
      </pc:sldChg>
      <pc:sldChg chg="addSp modSp mod">
        <pc:chgData name="Leland Jones" userId="45560c3213db1e7d" providerId="LiveId" clId="{52DD5F27-7C81-4A7A-B13D-5BC8AF8AD529}" dt="2026-04-29T22:57:44.989" v="2430" actId="27636"/>
        <pc:sldMkLst>
          <pc:docMk/>
          <pc:sldMk cId="46860323" sldId="268"/>
        </pc:sldMkLst>
        <pc:spChg chg="mod">
          <ac:chgData name="Leland Jones" userId="45560c3213db1e7d" providerId="LiveId" clId="{52DD5F27-7C81-4A7A-B13D-5BC8AF8AD529}" dt="2026-04-29T22:57:44.989" v="2430" actId="27636"/>
          <ac:spMkLst>
            <pc:docMk/>
            <pc:sldMk cId="46860323" sldId="268"/>
            <ac:spMk id="3" creationId="{222B9910-8C80-CBBB-832A-E83CA520F0A7}"/>
          </ac:spMkLst>
        </pc:spChg>
        <pc:picChg chg="add mod">
          <ac:chgData name="Leland Jones" userId="45560c3213db1e7d" providerId="LiveId" clId="{52DD5F27-7C81-4A7A-B13D-5BC8AF8AD529}" dt="2026-04-29T22:57:41.197" v="2428" actId="1076"/>
          <ac:picMkLst>
            <pc:docMk/>
            <pc:sldMk cId="46860323" sldId="268"/>
            <ac:picMk id="5" creationId="{F91822B2-166F-02A6-885B-63FDDD02A8A0}"/>
          </ac:picMkLst>
        </pc:picChg>
      </pc:sldChg>
      <pc:sldChg chg="del">
        <pc:chgData name="Leland Jones" userId="45560c3213db1e7d" providerId="LiveId" clId="{52DD5F27-7C81-4A7A-B13D-5BC8AF8AD529}" dt="2026-04-29T19:31:39.609" v="922" actId="2696"/>
        <pc:sldMkLst>
          <pc:docMk/>
          <pc:sldMk cId="349202968" sldId="269"/>
        </pc:sldMkLst>
      </pc:sldChg>
      <pc:sldChg chg="new del">
        <pc:chgData name="Leland Jones" userId="45560c3213db1e7d" providerId="LiveId" clId="{52DD5F27-7C81-4A7A-B13D-5BC8AF8AD529}" dt="2026-04-29T19:25:45.126" v="636" actId="47"/>
        <pc:sldMkLst>
          <pc:docMk/>
          <pc:sldMk cId="1944824240" sldId="270"/>
        </pc:sldMkLst>
      </pc:sldChg>
      <pc:sldChg chg="addSp delSp modSp add mod setBg delDesignElem">
        <pc:chgData name="Leland Jones" userId="45560c3213db1e7d" providerId="LiveId" clId="{52DD5F27-7C81-4A7A-B13D-5BC8AF8AD529}" dt="2026-04-29T19:27:16.991" v="739" actId="26606"/>
        <pc:sldMkLst>
          <pc:docMk/>
          <pc:sldMk cId="2832642908" sldId="270"/>
        </pc:sldMkLst>
        <pc:spChg chg="mod">
          <ac:chgData name="Leland Jones" userId="45560c3213db1e7d" providerId="LiveId" clId="{52DD5F27-7C81-4A7A-B13D-5BC8AF8AD529}" dt="2026-04-29T19:27:16.991" v="739" actId="26606"/>
          <ac:spMkLst>
            <pc:docMk/>
            <pc:sldMk cId="2832642908" sldId="270"/>
            <ac:spMk id="2" creationId="{F0ADEDE8-8935-77C0-4563-2404A065CD00}"/>
          </ac:spMkLst>
        </pc:spChg>
        <pc:spChg chg="del">
          <ac:chgData name="Leland Jones" userId="45560c3213db1e7d" providerId="LiveId" clId="{52DD5F27-7C81-4A7A-B13D-5BC8AF8AD529}" dt="2026-04-29T19:25:47" v="638"/>
          <ac:spMkLst>
            <pc:docMk/>
            <pc:sldMk cId="2832642908" sldId="270"/>
            <ac:spMk id="54" creationId="{FFC7ECC8-F78C-7700-1619-A0412B3C71D9}"/>
          </ac:spMkLst>
        </pc:spChg>
        <pc:spChg chg="del">
          <ac:chgData name="Leland Jones" userId="45560c3213db1e7d" providerId="LiveId" clId="{52DD5F27-7C81-4A7A-B13D-5BC8AF8AD529}" dt="2026-04-29T19:25:47" v="638"/>
          <ac:spMkLst>
            <pc:docMk/>
            <pc:sldMk cId="2832642908" sldId="270"/>
            <ac:spMk id="55" creationId="{52001D42-705B-7397-8F1B-240E73E5B233}"/>
          </ac:spMkLst>
        </pc:spChg>
        <pc:spChg chg="del mod">
          <ac:chgData name="Leland Jones" userId="45560c3213db1e7d" providerId="LiveId" clId="{52DD5F27-7C81-4A7A-B13D-5BC8AF8AD529}" dt="2026-04-29T19:27:16.991" v="739" actId="26606"/>
          <ac:spMkLst>
            <pc:docMk/>
            <pc:sldMk cId="2832642908" sldId="270"/>
            <ac:spMk id="56" creationId="{1979880D-7B3B-E313-84A9-1C2E4EB14B68}"/>
          </ac:spMkLst>
        </pc:spChg>
        <pc:spChg chg="del">
          <ac:chgData name="Leland Jones" userId="45560c3213db1e7d" providerId="LiveId" clId="{52DD5F27-7C81-4A7A-B13D-5BC8AF8AD529}" dt="2026-04-29T19:25:47" v="638"/>
          <ac:spMkLst>
            <pc:docMk/>
            <pc:sldMk cId="2832642908" sldId="270"/>
            <ac:spMk id="57" creationId="{160F1EE8-0515-A052-1700-59CB94634DE1}"/>
          </ac:spMkLst>
        </pc:spChg>
        <pc:spChg chg="add">
          <ac:chgData name="Leland Jones" userId="45560c3213db1e7d" providerId="LiveId" clId="{52DD5F27-7C81-4A7A-B13D-5BC8AF8AD529}" dt="2026-04-29T19:27:16.991" v="739" actId="26606"/>
          <ac:spMkLst>
            <pc:docMk/>
            <pc:sldMk cId="2832642908" sldId="270"/>
            <ac:spMk id="62" creationId="{BACC6370-2D7E-4714-9D71-7542949D7D5D}"/>
          </ac:spMkLst>
        </pc:spChg>
        <pc:spChg chg="add">
          <ac:chgData name="Leland Jones" userId="45560c3213db1e7d" providerId="LiveId" clId="{52DD5F27-7C81-4A7A-B13D-5BC8AF8AD529}" dt="2026-04-29T19:27:16.991" v="739" actId="26606"/>
          <ac:spMkLst>
            <pc:docMk/>
            <pc:sldMk cId="2832642908" sldId="270"/>
            <ac:spMk id="64" creationId="{F68B3F68-107C-434F-AA38-110D5EA91B85}"/>
          </ac:spMkLst>
        </pc:spChg>
        <pc:spChg chg="add">
          <ac:chgData name="Leland Jones" userId="45560c3213db1e7d" providerId="LiveId" clId="{52DD5F27-7C81-4A7A-B13D-5BC8AF8AD529}" dt="2026-04-29T19:27:16.991" v="739" actId="26606"/>
          <ac:spMkLst>
            <pc:docMk/>
            <pc:sldMk cId="2832642908" sldId="270"/>
            <ac:spMk id="66" creationId="{AAD0DBB9-1A4B-4391-81D4-CB19F9AB918A}"/>
          </ac:spMkLst>
        </pc:spChg>
        <pc:spChg chg="add">
          <ac:chgData name="Leland Jones" userId="45560c3213db1e7d" providerId="LiveId" clId="{52DD5F27-7C81-4A7A-B13D-5BC8AF8AD529}" dt="2026-04-29T19:27:16.991" v="739" actId="26606"/>
          <ac:spMkLst>
            <pc:docMk/>
            <pc:sldMk cId="2832642908" sldId="270"/>
            <ac:spMk id="68" creationId="{063BBA22-50EA-4C4D-BE05-F1CE4E63AA56}"/>
          </ac:spMkLst>
        </pc:spChg>
        <pc:graphicFrameChg chg="add">
          <ac:chgData name="Leland Jones" userId="45560c3213db1e7d" providerId="LiveId" clId="{52DD5F27-7C81-4A7A-B13D-5BC8AF8AD529}" dt="2026-04-29T19:27:16.991" v="739" actId="26606"/>
          <ac:graphicFrameMkLst>
            <pc:docMk/>
            <pc:sldMk cId="2832642908" sldId="270"/>
            <ac:graphicFrameMk id="58" creationId="{EC59B626-0E75-5FF3-49C4-949659E5B191}"/>
          </ac:graphicFrameMkLst>
        </pc:graphicFrameChg>
      </pc:sldChg>
      <pc:sldChg chg="addSp delSp modSp new mod ord setBg modNotesTx">
        <pc:chgData name="Leland Jones" userId="45560c3213db1e7d" providerId="LiveId" clId="{52DD5F27-7C81-4A7A-B13D-5BC8AF8AD529}" dt="2026-04-29T22:49:10.385" v="2165" actId="20577"/>
        <pc:sldMkLst>
          <pc:docMk/>
          <pc:sldMk cId="1662293735" sldId="271"/>
        </pc:sldMkLst>
        <pc:spChg chg="mod">
          <ac:chgData name="Leland Jones" userId="45560c3213db1e7d" providerId="LiveId" clId="{52DD5F27-7C81-4A7A-B13D-5BC8AF8AD529}" dt="2026-04-29T19:45:32.043" v="1967" actId="26606"/>
          <ac:spMkLst>
            <pc:docMk/>
            <pc:sldMk cId="1662293735" sldId="271"/>
            <ac:spMk id="2" creationId="{8AFF65FC-12D8-E661-643B-9E7D34D9AA66}"/>
          </ac:spMkLst>
        </pc:spChg>
        <pc:spChg chg="add del mod">
          <ac:chgData name="Leland Jones" userId="45560c3213db1e7d" providerId="LiveId" clId="{52DD5F27-7C81-4A7A-B13D-5BC8AF8AD529}" dt="2026-04-29T19:45:32.043" v="1967" actId="26606"/>
          <ac:spMkLst>
            <pc:docMk/>
            <pc:sldMk cId="1662293735" sldId="271"/>
            <ac:spMk id="3" creationId="{7D624C05-9DA8-5561-D286-5778959B68C8}"/>
          </ac:spMkLst>
        </pc:spChg>
        <pc:spChg chg="add del">
          <ac:chgData name="Leland Jones" userId="45560c3213db1e7d" providerId="LiveId" clId="{52DD5F27-7C81-4A7A-B13D-5BC8AF8AD529}" dt="2026-04-29T19:45:32.027" v="1966" actId="26606"/>
          <ac:spMkLst>
            <pc:docMk/>
            <pc:sldMk cId="1662293735" sldId="271"/>
            <ac:spMk id="9" creationId="{BACC6370-2D7E-4714-9D71-7542949D7D5D}"/>
          </ac:spMkLst>
        </pc:spChg>
        <pc:spChg chg="add">
          <ac:chgData name="Leland Jones" userId="45560c3213db1e7d" providerId="LiveId" clId="{52DD5F27-7C81-4A7A-B13D-5BC8AF8AD529}" dt="2026-04-29T19:45:32.043" v="1967" actId="26606"/>
          <ac:spMkLst>
            <pc:docMk/>
            <pc:sldMk cId="1662293735" sldId="271"/>
            <ac:spMk id="10" creationId="{EDDBB197-D710-4A4F-A9CA-FD2177498BE8}"/>
          </ac:spMkLst>
        </pc:spChg>
        <pc:spChg chg="add del">
          <ac:chgData name="Leland Jones" userId="45560c3213db1e7d" providerId="LiveId" clId="{52DD5F27-7C81-4A7A-B13D-5BC8AF8AD529}" dt="2026-04-29T19:45:32.027" v="1966" actId="26606"/>
          <ac:spMkLst>
            <pc:docMk/>
            <pc:sldMk cId="1662293735" sldId="271"/>
            <ac:spMk id="11" creationId="{F68B3F68-107C-434F-AA38-110D5EA91B85}"/>
          </ac:spMkLst>
        </pc:spChg>
        <pc:spChg chg="add">
          <ac:chgData name="Leland Jones" userId="45560c3213db1e7d" providerId="LiveId" clId="{52DD5F27-7C81-4A7A-B13D-5BC8AF8AD529}" dt="2026-04-29T19:45:32.043" v="1967" actId="26606"/>
          <ac:spMkLst>
            <pc:docMk/>
            <pc:sldMk cId="1662293735" sldId="271"/>
            <ac:spMk id="12" creationId="{975D1CFA-2CDB-4B64-BD9F-85744E8DA12F}"/>
          </ac:spMkLst>
        </pc:spChg>
        <pc:spChg chg="add del">
          <ac:chgData name="Leland Jones" userId="45560c3213db1e7d" providerId="LiveId" clId="{52DD5F27-7C81-4A7A-B13D-5BC8AF8AD529}" dt="2026-04-29T19:45:32.027" v="1966" actId="26606"/>
          <ac:spMkLst>
            <pc:docMk/>
            <pc:sldMk cId="1662293735" sldId="271"/>
            <ac:spMk id="13" creationId="{AAD0DBB9-1A4B-4391-81D4-CB19F9AB918A}"/>
          </ac:spMkLst>
        </pc:spChg>
        <pc:spChg chg="add del">
          <ac:chgData name="Leland Jones" userId="45560c3213db1e7d" providerId="LiveId" clId="{52DD5F27-7C81-4A7A-B13D-5BC8AF8AD529}" dt="2026-04-29T19:45:32.027" v="1966" actId="26606"/>
          <ac:spMkLst>
            <pc:docMk/>
            <pc:sldMk cId="1662293735" sldId="271"/>
            <ac:spMk id="15" creationId="{063BBA22-50EA-4C4D-BE05-F1CE4E63AA56}"/>
          </ac:spMkLst>
        </pc:spChg>
        <pc:spChg chg="add mod">
          <ac:chgData name="Leland Jones" userId="45560c3213db1e7d" providerId="LiveId" clId="{52DD5F27-7C81-4A7A-B13D-5BC8AF8AD529}" dt="2026-04-29T22:45:42.537" v="2053" actId="20577"/>
          <ac:spMkLst>
            <pc:docMk/>
            <pc:sldMk cId="1662293735" sldId="271"/>
            <ac:spMk id="19" creationId="{7D624C05-9DA8-5561-D286-5778959B68C8}"/>
          </ac:spMkLst>
        </pc:spChg>
        <pc:grpChg chg="add">
          <ac:chgData name="Leland Jones" userId="45560c3213db1e7d" providerId="LiveId" clId="{52DD5F27-7C81-4A7A-B13D-5BC8AF8AD529}" dt="2026-04-29T19:45:32.043" v="1967" actId="26606"/>
          <ac:grpSpMkLst>
            <pc:docMk/>
            <pc:sldMk cId="1662293735" sldId="271"/>
            <ac:grpSpMk id="14" creationId="{25EE5136-01F1-466C-962D-BA9B4C6757AA}"/>
          </ac:grpSpMkLst>
        </pc:grpChg>
        <pc:graphicFrameChg chg="add del">
          <ac:chgData name="Leland Jones" userId="45560c3213db1e7d" providerId="LiveId" clId="{52DD5F27-7C81-4A7A-B13D-5BC8AF8AD529}" dt="2026-04-29T19:45:32.027" v="1966" actId="26606"/>
          <ac:graphicFrameMkLst>
            <pc:docMk/>
            <pc:sldMk cId="1662293735" sldId="271"/>
            <ac:graphicFrameMk id="5" creationId="{2856E14A-97CA-0D00-13E3-76BCA8A95EBC}"/>
          </ac:graphicFrameMkLst>
        </pc:graphicFrameChg>
        <pc:picChg chg="add">
          <ac:chgData name="Leland Jones" userId="45560c3213db1e7d" providerId="LiveId" clId="{52DD5F27-7C81-4A7A-B13D-5BC8AF8AD529}" dt="2026-04-29T19:45:32.043" v="1967" actId="26606"/>
          <ac:picMkLst>
            <pc:docMk/>
            <pc:sldMk cId="1662293735" sldId="271"/>
            <ac:picMk id="7" creationId="{98A5E66F-2B82-586F-9115-D9D157E24CCE}"/>
          </ac:picMkLst>
        </pc:picChg>
      </pc:sldChg>
      <pc:sldChg chg="addSp delSp modSp new mod setBg modNotesTx">
        <pc:chgData name="Leland Jones" userId="45560c3213db1e7d" providerId="LiveId" clId="{52DD5F27-7C81-4A7A-B13D-5BC8AF8AD529}" dt="2026-04-29T19:46:26.296" v="1976" actId="26606"/>
        <pc:sldMkLst>
          <pc:docMk/>
          <pc:sldMk cId="1597731224" sldId="272"/>
        </pc:sldMkLst>
        <pc:spChg chg="mod">
          <ac:chgData name="Leland Jones" userId="45560c3213db1e7d" providerId="LiveId" clId="{52DD5F27-7C81-4A7A-B13D-5BC8AF8AD529}" dt="2026-04-29T19:46:26.287" v="1975" actId="26606"/>
          <ac:spMkLst>
            <pc:docMk/>
            <pc:sldMk cId="1597731224" sldId="272"/>
            <ac:spMk id="2" creationId="{44986008-3558-6B4B-38E1-20AB8C599790}"/>
          </ac:spMkLst>
        </pc:spChg>
        <pc:spChg chg="add del mod">
          <ac:chgData name="Leland Jones" userId="45560c3213db1e7d" providerId="LiveId" clId="{52DD5F27-7C81-4A7A-B13D-5BC8AF8AD529}" dt="2026-04-29T19:46:26.296" v="1976" actId="26606"/>
          <ac:spMkLst>
            <pc:docMk/>
            <pc:sldMk cId="1597731224" sldId="272"/>
            <ac:spMk id="3" creationId="{6932535C-5782-0D4E-7158-7885100AEB98}"/>
          </ac:spMkLst>
        </pc:spChg>
        <pc:spChg chg="add del">
          <ac:chgData name="Leland Jones" userId="45560c3213db1e7d" providerId="LiveId" clId="{52DD5F27-7C81-4A7A-B13D-5BC8AF8AD529}" dt="2026-04-29T19:46:26.287" v="1975" actId="26606"/>
          <ac:spMkLst>
            <pc:docMk/>
            <pc:sldMk cId="1597731224" sldId="272"/>
            <ac:spMk id="9" creationId="{BACC6370-2D7E-4714-9D71-7542949D7D5D}"/>
          </ac:spMkLst>
        </pc:spChg>
        <pc:spChg chg="add del">
          <ac:chgData name="Leland Jones" userId="45560c3213db1e7d" providerId="LiveId" clId="{52DD5F27-7C81-4A7A-B13D-5BC8AF8AD529}" dt="2026-04-29T19:46:26.287" v="1975" actId="26606"/>
          <ac:spMkLst>
            <pc:docMk/>
            <pc:sldMk cId="1597731224" sldId="272"/>
            <ac:spMk id="11" creationId="{F68B3F68-107C-434F-AA38-110D5EA91B85}"/>
          </ac:spMkLst>
        </pc:spChg>
        <pc:spChg chg="add del">
          <ac:chgData name="Leland Jones" userId="45560c3213db1e7d" providerId="LiveId" clId="{52DD5F27-7C81-4A7A-B13D-5BC8AF8AD529}" dt="2026-04-29T19:46:26.287" v="1975" actId="26606"/>
          <ac:spMkLst>
            <pc:docMk/>
            <pc:sldMk cId="1597731224" sldId="272"/>
            <ac:spMk id="13" creationId="{AAD0DBB9-1A4B-4391-81D4-CB19F9AB918A}"/>
          </ac:spMkLst>
        </pc:spChg>
        <pc:spChg chg="add del">
          <ac:chgData name="Leland Jones" userId="45560c3213db1e7d" providerId="LiveId" clId="{52DD5F27-7C81-4A7A-B13D-5BC8AF8AD529}" dt="2026-04-29T19:46:26.287" v="1975" actId="26606"/>
          <ac:spMkLst>
            <pc:docMk/>
            <pc:sldMk cId="1597731224" sldId="272"/>
            <ac:spMk id="15" creationId="{063BBA22-50EA-4C4D-BE05-F1CE4E63AA56}"/>
          </ac:spMkLst>
        </pc:spChg>
        <pc:graphicFrameChg chg="add del">
          <ac:chgData name="Leland Jones" userId="45560c3213db1e7d" providerId="LiveId" clId="{52DD5F27-7C81-4A7A-B13D-5BC8AF8AD529}" dt="2026-04-29T19:46:26.287" v="1975" actId="26606"/>
          <ac:graphicFrameMkLst>
            <pc:docMk/>
            <pc:sldMk cId="1597731224" sldId="272"/>
            <ac:graphicFrameMk id="5" creationId="{60414953-2AD9-5D01-5D3C-D86305385DD8}"/>
          </ac:graphicFrameMkLst>
        </pc:graphicFrameChg>
        <pc:graphicFrameChg chg="add">
          <ac:chgData name="Leland Jones" userId="45560c3213db1e7d" providerId="LiveId" clId="{52DD5F27-7C81-4A7A-B13D-5BC8AF8AD529}" dt="2026-04-29T19:46:26.296" v="1976" actId="26606"/>
          <ac:graphicFrameMkLst>
            <pc:docMk/>
            <pc:sldMk cId="1597731224" sldId="272"/>
            <ac:graphicFrameMk id="17" creationId="{1633F84E-3DC9-4F8F-DC2B-82D49EA6EF1B}"/>
          </ac:graphicFrameMkLst>
        </pc:graphicFrameChg>
      </pc:sldChg>
      <pc:sldChg chg="addSp delSp modSp new mod ord setBg">
        <pc:chgData name="Leland Jones" userId="45560c3213db1e7d" providerId="LiveId" clId="{52DD5F27-7C81-4A7A-B13D-5BC8AF8AD529}" dt="2026-04-29T23:00:07.115" v="2439"/>
        <pc:sldMkLst>
          <pc:docMk/>
          <pc:sldMk cId="1362012287" sldId="273"/>
        </pc:sldMkLst>
        <pc:spChg chg="del">
          <ac:chgData name="Leland Jones" userId="45560c3213db1e7d" providerId="LiveId" clId="{52DD5F27-7C81-4A7A-B13D-5BC8AF8AD529}" dt="2026-04-29T22:59:42.886" v="2434" actId="26606"/>
          <ac:spMkLst>
            <pc:docMk/>
            <pc:sldMk cId="1362012287" sldId="273"/>
            <ac:spMk id="2" creationId="{4C9E0962-5A0D-6D66-327B-75E4B97DF744}"/>
          </ac:spMkLst>
        </pc:spChg>
        <pc:spChg chg="del">
          <ac:chgData name="Leland Jones" userId="45560c3213db1e7d" providerId="LiveId" clId="{52DD5F27-7C81-4A7A-B13D-5BC8AF8AD529}" dt="2026-04-29T22:59:42.886" v="2434" actId="26606"/>
          <ac:spMkLst>
            <pc:docMk/>
            <pc:sldMk cId="1362012287" sldId="273"/>
            <ac:spMk id="3" creationId="{8A115DCC-C59C-F94C-7A57-46C7FEDEF4AF}"/>
          </ac:spMkLst>
        </pc:spChg>
        <pc:picChg chg="add mod">
          <ac:chgData name="Leland Jones" userId="45560c3213db1e7d" providerId="LiveId" clId="{52DD5F27-7C81-4A7A-B13D-5BC8AF8AD529}" dt="2026-04-29T22:59:54.933" v="2437" actId="1076"/>
          <ac:picMkLst>
            <pc:docMk/>
            <pc:sldMk cId="1362012287" sldId="273"/>
            <ac:picMk id="5" creationId="{9369069B-7E57-9128-C7DA-7107B6E81236}"/>
          </ac:picMkLst>
        </pc:picChg>
      </pc:sldChg>
    </pc:docChg>
  </pc:docChgLst>
  <pc:docChgLst>
    <pc:chgData name="Leland Jones" userId="45560c3213db1e7d" providerId="LiveId" clId="{DCB954C6-AA6F-441E-A451-0EF4C88CFC2F}"/>
    <pc:docChg chg="undo custSel addSld delSld modSld sldOrd">
      <pc:chgData name="Leland Jones" userId="45560c3213db1e7d" providerId="LiveId" clId="{DCB954C6-AA6F-441E-A451-0EF4C88CFC2F}" dt="2026-04-29T20:04:13.974" v="1269" actId="2711"/>
      <pc:docMkLst>
        <pc:docMk/>
      </pc:docMkLst>
      <pc:sldChg chg="addSp delSp modSp mod addAnim">
        <pc:chgData name="Leland Jones" userId="45560c3213db1e7d" providerId="LiveId" clId="{DCB954C6-AA6F-441E-A451-0EF4C88CFC2F}" dt="2026-04-25T23:32:40.858" v="18"/>
        <pc:sldMkLst>
          <pc:docMk/>
          <pc:sldMk cId="2398344069" sldId="256"/>
        </pc:sldMkLst>
        <pc:spChg chg="mod">
          <ac:chgData name="Leland Jones" userId="45560c3213db1e7d" providerId="LiveId" clId="{DCB954C6-AA6F-441E-A451-0EF4C88CFC2F}" dt="2026-04-25T23:32:40.857" v="16" actId="26606"/>
          <ac:spMkLst>
            <pc:docMk/>
            <pc:sldMk cId="2398344069" sldId="256"/>
            <ac:spMk id="2" creationId="{1D2B42AD-B515-0C22-FB32-2418871789C0}"/>
          </ac:spMkLst>
        </pc:spChg>
        <pc:spChg chg="add">
          <ac:chgData name="Leland Jones" userId="45560c3213db1e7d" providerId="LiveId" clId="{DCB954C6-AA6F-441E-A451-0EF4C88CFC2F}" dt="2026-04-25T23:32:40.857" v="16" actId="26606"/>
          <ac:spMkLst>
            <pc:docMk/>
            <pc:sldMk cId="2398344069" sldId="256"/>
            <ac:spMk id="48" creationId="{1A3C89F8-0D2F-47FF-B903-151248265F47}"/>
          </ac:spMkLst>
        </pc:spChg>
        <pc:spChg chg="add">
          <ac:chgData name="Leland Jones" userId="45560c3213db1e7d" providerId="LiveId" clId="{DCB954C6-AA6F-441E-A451-0EF4C88CFC2F}" dt="2026-04-25T23:32:40.857" v="16" actId="26606"/>
          <ac:spMkLst>
            <pc:docMk/>
            <pc:sldMk cId="2398344069" sldId="256"/>
            <ac:spMk id="50" creationId="{C5CB530E-515E-412C-9DF1-5F8FFBD6F383}"/>
          </ac:spMkLst>
        </pc:spChg>
        <pc:spChg chg="add">
          <ac:chgData name="Leland Jones" userId="45560c3213db1e7d" providerId="LiveId" clId="{DCB954C6-AA6F-441E-A451-0EF4C88CFC2F}" dt="2026-04-25T23:32:40.857" v="16" actId="26606"/>
          <ac:spMkLst>
            <pc:docMk/>
            <pc:sldMk cId="2398344069" sldId="256"/>
            <ac:spMk id="54" creationId="{AEA7509D-F04F-40CB-A0B3-EEF16499CC9F}"/>
          </ac:spMkLst>
        </pc:spChg>
        <pc:spChg chg="add">
          <ac:chgData name="Leland Jones" userId="45560c3213db1e7d" providerId="LiveId" clId="{DCB954C6-AA6F-441E-A451-0EF4C88CFC2F}" dt="2026-04-25T23:32:40.857" v="16" actId="26606"/>
          <ac:spMkLst>
            <pc:docMk/>
            <pc:sldMk cId="2398344069" sldId="256"/>
            <ac:spMk id="62" creationId="{C39ADB8F-D187-49D7-BDCF-C1B6DC727068}"/>
          </ac:spMkLst>
        </pc:spChg>
      </pc:sldChg>
      <pc:sldChg chg="addSp delSp modSp del mod">
        <pc:chgData name="Leland Jones" userId="45560c3213db1e7d" providerId="LiveId" clId="{DCB954C6-AA6F-441E-A451-0EF4C88CFC2F}" dt="2026-04-29T17:43:12.347" v="63" actId="2696"/>
        <pc:sldMkLst>
          <pc:docMk/>
          <pc:sldMk cId="1998605019" sldId="257"/>
        </pc:sldMkLst>
        <pc:spChg chg="mod ord">
          <ac:chgData name="Leland Jones" userId="45560c3213db1e7d" providerId="LiveId" clId="{DCB954C6-AA6F-441E-A451-0EF4C88CFC2F}" dt="2026-04-29T17:42:57.078" v="55" actId="26606"/>
          <ac:spMkLst>
            <pc:docMk/>
            <pc:sldMk cId="1998605019" sldId="257"/>
            <ac:spMk id="2" creationId="{5399443D-10C5-4A07-8BD7-C88D46AC1090}"/>
          </ac:spMkLst>
        </pc:spChg>
        <pc:spChg chg="add del mod">
          <ac:chgData name="Leland Jones" userId="45560c3213db1e7d" providerId="LiveId" clId="{DCB954C6-AA6F-441E-A451-0EF4C88CFC2F}" dt="2026-04-29T17:42:51.138" v="54" actId="478"/>
          <ac:spMkLst>
            <pc:docMk/>
            <pc:sldMk cId="1998605019" sldId="257"/>
            <ac:spMk id="3" creationId="{0C155509-119D-2A3B-CC29-AD43440FF597}"/>
          </ac:spMkLst>
        </pc:spChg>
        <pc:spChg chg="add">
          <ac:chgData name="Leland Jones" userId="45560c3213db1e7d" providerId="LiveId" clId="{DCB954C6-AA6F-441E-A451-0EF4C88CFC2F}" dt="2026-04-29T17:42:11.305" v="36"/>
          <ac:spMkLst>
            <pc:docMk/>
            <pc:sldMk cId="1998605019" sldId="257"/>
            <ac:spMk id="4" creationId="{CE7D54E7-2722-A509-142F-ADD9470DF004}"/>
          </ac:spMkLst>
        </pc:spChg>
        <pc:spChg chg="add">
          <ac:chgData name="Leland Jones" userId="45560c3213db1e7d" providerId="LiveId" clId="{DCB954C6-AA6F-441E-A451-0EF4C88CFC2F}" dt="2026-04-29T17:42:24.597" v="43"/>
          <ac:spMkLst>
            <pc:docMk/>
            <pc:sldMk cId="1998605019" sldId="257"/>
            <ac:spMk id="5" creationId="{B14EC3CC-0E58-DD27-F863-A9155060CBF2}"/>
          </ac:spMkLst>
        </pc:spChg>
        <pc:spChg chg="add del mod">
          <ac:chgData name="Leland Jones" userId="45560c3213db1e7d" providerId="LiveId" clId="{DCB954C6-AA6F-441E-A451-0EF4C88CFC2F}" dt="2026-04-29T17:42:43.800" v="50"/>
          <ac:spMkLst>
            <pc:docMk/>
            <pc:sldMk cId="1998605019" sldId="257"/>
            <ac:spMk id="6" creationId="{CA17156E-5DBD-ACB3-EBCA-312E079A62EB}"/>
          </ac:spMkLst>
        </pc:spChg>
        <pc:spChg chg="add del mod">
          <ac:chgData name="Leland Jones" userId="45560c3213db1e7d" providerId="LiveId" clId="{DCB954C6-AA6F-441E-A451-0EF4C88CFC2F}" dt="2026-04-29T17:42:50.223" v="53"/>
          <ac:spMkLst>
            <pc:docMk/>
            <pc:sldMk cId="1998605019" sldId="257"/>
            <ac:spMk id="7" creationId="{C39504E6-C1C8-AAAF-AE6B-ED529AA336AE}"/>
          </ac:spMkLst>
        </pc:spChg>
        <pc:spChg chg="add del mod">
          <ac:chgData name="Leland Jones" userId="45560c3213db1e7d" providerId="LiveId" clId="{DCB954C6-AA6F-441E-A451-0EF4C88CFC2F}" dt="2026-04-29T17:43:10.005" v="60"/>
          <ac:spMkLst>
            <pc:docMk/>
            <pc:sldMk cId="1998605019" sldId="257"/>
            <ac:spMk id="8" creationId="{086DC93B-550C-7097-303C-7830658A678B}"/>
          </ac:spMkLst>
        </pc:spChg>
        <pc:spChg chg="add del mod">
          <ac:chgData name="Leland Jones" userId="45560c3213db1e7d" providerId="LiveId" clId="{DCB954C6-AA6F-441E-A451-0EF4C88CFC2F}" dt="2026-04-29T17:43:10.006" v="62"/>
          <ac:spMkLst>
            <pc:docMk/>
            <pc:sldMk cId="1998605019" sldId="257"/>
            <ac:spMk id="9" creationId="{F84CA6A0-33F8-924F-51CE-F3EE5718573A}"/>
          </ac:spMkLst>
        </pc:spChg>
        <pc:spChg chg="add del">
          <ac:chgData name="Leland Jones" userId="45560c3213db1e7d" providerId="LiveId" clId="{DCB954C6-AA6F-441E-A451-0EF4C88CFC2F}" dt="2026-04-29T17:42:57.078" v="55" actId="26606"/>
          <ac:spMkLst>
            <pc:docMk/>
            <pc:sldMk cId="1998605019" sldId="257"/>
            <ac:spMk id="27" creationId="{E7F94237-0536-4DB1-8C95-39E355CED94B}"/>
          </ac:spMkLst>
        </pc:spChg>
        <pc:spChg chg="add del">
          <ac:chgData name="Leland Jones" userId="45560c3213db1e7d" providerId="LiveId" clId="{DCB954C6-AA6F-441E-A451-0EF4C88CFC2F}" dt="2026-04-29T17:42:57.078" v="55" actId="26606"/>
          <ac:spMkLst>
            <pc:docMk/>
            <pc:sldMk cId="1998605019" sldId="257"/>
            <ac:spMk id="29" creationId="{1A3C89F8-0D2F-47FF-B903-151248265F47}"/>
          </ac:spMkLst>
        </pc:spChg>
        <pc:spChg chg="add del">
          <ac:chgData name="Leland Jones" userId="45560c3213db1e7d" providerId="LiveId" clId="{DCB954C6-AA6F-441E-A451-0EF4C88CFC2F}" dt="2026-04-29T17:42:57.078" v="55" actId="26606"/>
          <ac:spMkLst>
            <pc:docMk/>
            <pc:sldMk cId="1998605019" sldId="257"/>
            <ac:spMk id="31" creationId="{C5CB530E-515E-412C-9DF1-5F8FFBD6F383}"/>
          </ac:spMkLst>
        </pc:spChg>
        <pc:spChg chg="add del">
          <ac:chgData name="Leland Jones" userId="45560c3213db1e7d" providerId="LiveId" clId="{DCB954C6-AA6F-441E-A451-0EF4C88CFC2F}" dt="2026-04-29T17:42:57.078" v="55" actId="26606"/>
          <ac:spMkLst>
            <pc:docMk/>
            <pc:sldMk cId="1998605019" sldId="257"/>
            <ac:spMk id="33" creationId="{712D4376-A578-4FF1-94FC-245E7A6A489F}"/>
          </ac:spMkLst>
        </pc:spChg>
        <pc:spChg chg="add del">
          <ac:chgData name="Leland Jones" userId="45560c3213db1e7d" providerId="LiveId" clId="{DCB954C6-AA6F-441E-A451-0EF4C88CFC2F}" dt="2026-04-29T17:42:57.078" v="55" actId="26606"/>
          <ac:spMkLst>
            <pc:docMk/>
            <pc:sldMk cId="1998605019" sldId="257"/>
            <ac:spMk id="35" creationId="{AEA7509D-F04F-40CB-A0B3-EEF16499CC9F}"/>
          </ac:spMkLst>
        </pc:spChg>
        <pc:spChg chg="add del">
          <ac:chgData name="Leland Jones" userId="45560c3213db1e7d" providerId="LiveId" clId="{DCB954C6-AA6F-441E-A451-0EF4C88CFC2F}" dt="2026-04-29T17:42:57.078" v="55" actId="26606"/>
          <ac:spMkLst>
            <pc:docMk/>
            <pc:sldMk cId="1998605019" sldId="257"/>
            <ac:spMk id="39" creationId="{508BEF50-7B1E-49A4-BC19-5F4F1D755E64}"/>
          </ac:spMkLst>
        </pc:spChg>
        <pc:spChg chg="add del">
          <ac:chgData name="Leland Jones" userId="45560c3213db1e7d" providerId="LiveId" clId="{DCB954C6-AA6F-441E-A451-0EF4C88CFC2F}" dt="2026-04-29T17:42:57.078" v="55" actId="26606"/>
          <ac:spMkLst>
            <pc:docMk/>
            <pc:sldMk cId="1998605019" sldId="257"/>
            <ac:spMk id="41" creationId="{3FBAD350-5664-4811-A208-657FB882D350}"/>
          </ac:spMkLst>
        </pc:spChg>
        <pc:spChg chg="add del">
          <ac:chgData name="Leland Jones" userId="45560c3213db1e7d" providerId="LiveId" clId="{DCB954C6-AA6F-441E-A451-0EF4C88CFC2F}" dt="2026-04-29T17:42:57.078" v="55" actId="26606"/>
          <ac:spMkLst>
            <pc:docMk/>
            <pc:sldMk cId="1998605019" sldId="257"/>
            <ac:spMk id="43" creationId="{C39ADB8F-D187-49D7-BDCF-C1B6DC727068}"/>
          </ac:spMkLst>
        </pc:spChg>
        <pc:picChg chg="add mod ord">
          <ac:chgData name="Leland Jones" userId="45560c3213db1e7d" providerId="LiveId" clId="{DCB954C6-AA6F-441E-A451-0EF4C88CFC2F}" dt="2026-04-29T17:42:57.078" v="55" actId="26606"/>
          <ac:picMkLst>
            <pc:docMk/>
            <pc:sldMk cId="1998605019" sldId="257"/>
            <ac:picMk id="18" creationId="{F1F352BF-0095-96B5-579E-C822C3046E8E}"/>
          </ac:picMkLst>
        </pc:picChg>
      </pc:sldChg>
      <pc:sldChg chg="addSp modSp mod">
        <pc:chgData name="Leland Jones" userId="45560c3213db1e7d" providerId="LiveId" clId="{DCB954C6-AA6F-441E-A451-0EF4C88CFC2F}" dt="2026-04-29T18:27:01.224" v="432" actId="20577"/>
        <pc:sldMkLst>
          <pc:docMk/>
          <pc:sldMk cId="1493940080" sldId="258"/>
        </pc:sldMkLst>
        <pc:spChg chg="mod">
          <ac:chgData name="Leland Jones" userId="45560c3213db1e7d" providerId="LiveId" clId="{DCB954C6-AA6F-441E-A451-0EF4C88CFC2F}" dt="2026-04-29T18:27:01.224" v="432" actId="20577"/>
          <ac:spMkLst>
            <pc:docMk/>
            <pc:sldMk cId="1493940080" sldId="258"/>
            <ac:spMk id="3" creationId="{B8D6A742-0525-96B7-EC14-60BE002E6DB9}"/>
          </ac:spMkLst>
        </pc:spChg>
        <pc:spChg chg="add">
          <ac:chgData name="Leland Jones" userId="45560c3213db1e7d" providerId="LiveId" clId="{DCB954C6-AA6F-441E-A451-0EF4C88CFC2F}" dt="2026-04-29T18:26:21.593" v="320"/>
          <ac:spMkLst>
            <pc:docMk/>
            <pc:sldMk cId="1493940080" sldId="258"/>
            <ac:spMk id="4" creationId="{E651F5DB-9788-353A-C5A5-158EFF2FF12B}"/>
          </ac:spMkLst>
        </pc:spChg>
      </pc:sldChg>
      <pc:sldChg chg="addSp delSp modSp mod ord">
        <pc:chgData name="Leland Jones" userId="45560c3213db1e7d" providerId="LiveId" clId="{DCB954C6-AA6F-441E-A451-0EF4C88CFC2F}" dt="2026-04-29T18:25:40.093" v="223" actId="1076"/>
        <pc:sldMkLst>
          <pc:docMk/>
          <pc:sldMk cId="4009092202" sldId="259"/>
        </pc:sldMkLst>
        <pc:spChg chg="mod">
          <ac:chgData name="Leland Jones" userId="45560c3213db1e7d" providerId="LiveId" clId="{DCB954C6-AA6F-441E-A451-0EF4C88CFC2F}" dt="2026-04-29T17:43:38.561" v="109" actId="20577"/>
          <ac:spMkLst>
            <pc:docMk/>
            <pc:sldMk cId="4009092202" sldId="259"/>
            <ac:spMk id="2" creationId="{0753A6F2-C4C9-A3C3-5371-FA470D6D5A72}"/>
          </ac:spMkLst>
        </pc:spChg>
        <pc:spChg chg="add">
          <ac:chgData name="Leland Jones" userId="45560c3213db1e7d" providerId="LiveId" clId="{DCB954C6-AA6F-441E-A451-0EF4C88CFC2F}" dt="2026-04-29T18:24:07.029" v="119"/>
          <ac:spMkLst>
            <pc:docMk/>
            <pc:sldMk cId="4009092202" sldId="259"/>
            <ac:spMk id="3" creationId="{7EAEC89C-36F6-A729-92B8-C0DD8D9E9803}"/>
          </ac:spMkLst>
        </pc:spChg>
        <pc:spChg chg="del">
          <ac:chgData name="Leland Jones" userId="45560c3213db1e7d" providerId="LiveId" clId="{DCB954C6-AA6F-441E-A451-0EF4C88CFC2F}" dt="2026-04-29T17:43:41.398" v="110"/>
          <ac:spMkLst>
            <pc:docMk/>
            <pc:sldMk cId="4009092202" sldId="259"/>
            <ac:spMk id="3" creationId="{90FF81AC-CAA0-963F-082E-6537C263E722}"/>
          </ac:spMkLst>
        </pc:spChg>
        <pc:spChg chg="add mod">
          <ac:chgData name="Leland Jones" userId="45560c3213db1e7d" providerId="LiveId" clId="{DCB954C6-AA6F-441E-A451-0EF4C88CFC2F}" dt="2026-04-29T18:25:40.093" v="223" actId="1076"/>
          <ac:spMkLst>
            <pc:docMk/>
            <pc:sldMk cId="4009092202" sldId="259"/>
            <ac:spMk id="4" creationId="{22993EB3-29F0-F6A2-253E-3C2F6215F849}"/>
          </ac:spMkLst>
        </pc:spChg>
        <pc:spChg chg="add">
          <ac:chgData name="Leland Jones" userId="45560c3213db1e7d" providerId="LiveId" clId="{DCB954C6-AA6F-441E-A451-0EF4C88CFC2F}" dt="2026-04-29T18:24:13.690" v="122"/>
          <ac:spMkLst>
            <pc:docMk/>
            <pc:sldMk cId="4009092202" sldId="259"/>
            <ac:spMk id="5" creationId="{E3B09772-D64D-FD85-3AF2-8419CB83EB9E}"/>
          </ac:spMkLst>
        </pc:spChg>
        <pc:spChg chg="add">
          <ac:chgData name="Leland Jones" userId="45560c3213db1e7d" providerId="LiveId" clId="{DCB954C6-AA6F-441E-A451-0EF4C88CFC2F}" dt="2026-04-29T18:24:21.470" v="124"/>
          <ac:spMkLst>
            <pc:docMk/>
            <pc:sldMk cId="4009092202" sldId="259"/>
            <ac:spMk id="6" creationId="{3B0837AB-97E1-7B8B-0DA0-041387DADC99}"/>
          </ac:spMkLst>
        </pc:spChg>
      </pc:sldChg>
      <pc:sldChg chg="addSp delSp modSp mod">
        <pc:chgData name="Leland Jones" userId="45560c3213db1e7d" providerId="LiveId" clId="{DCB954C6-AA6F-441E-A451-0EF4C88CFC2F}" dt="2026-04-29T18:30:37.711" v="800" actId="20577"/>
        <pc:sldMkLst>
          <pc:docMk/>
          <pc:sldMk cId="268160560" sldId="260"/>
        </pc:sldMkLst>
        <pc:spChg chg="mod">
          <ac:chgData name="Leland Jones" userId="45560c3213db1e7d" providerId="LiveId" clId="{DCB954C6-AA6F-441E-A451-0EF4C88CFC2F}" dt="2026-04-29T18:29:53.277" v="652" actId="20577"/>
          <ac:spMkLst>
            <pc:docMk/>
            <pc:sldMk cId="268160560" sldId="260"/>
            <ac:spMk id="2" creationId="{5043DD4E-5CB6-4342-D724-B133CFDF9771}"/>
          </ac:spMkLst>
        </pc:spChg>
        <pc:spChg chg="add">
          <ac:chgData name="Leland Jones" userId="45560c3213db1e7d" providerId="LiveId" clId="{DCB954C6-AA6F-441E-A451-0EF4C88CFC2F}" dt="2026-04-25T23:33:29.178" v="26" actId="26606"/>
          <ac:spMkLst>
            <pc:docMk/>
            <pc:sldMk cId="268160560" sldId="260"/>
            <ac:spMk id="54" creationId="{C9A36457-A5F4-4103-A443-02581C09185B}"/>
          </ac:spMkLst>
        </pc:spChg>
        <pc:spChg chg="add mod">
          <ac:chgData name="Leland Jones" userId="45560c3213db1e7d" providerId="LiveId" clId="{DCB954C6-AA6F-441E-A451-0EF4C88CFC2F}" dt="2026-04-29T18:30:37.711" v="800" actId="20577"/>
          <ac:spMkLst>
            <pc:docMk/>
            <pc:sldMk cId="268160560" sldId="260"/>
            <ac:spMk id="56" creationId="{AD80DB4A-3D18-340F-535D-6DBB475EEF85}"/>
          </ac:spMkLst>
        </pc:spChg>
        <pc:spChg chg="add">
          <ac:chgData name="Leland Jones" userId="45560c3213db1e7d" providerId="LiveId" clId="{DCB954C6-AA6F-441E-A451-0EF4C88CFC2F}" dt="2026-04-25T23:33:29.178" v="26" actId="26606"/>
          <ac:spMkLst>
            <pc:docMk/>
            <pc:sldMk cId="268160560" sldId="260"/>
            <ac:spMk id="57" creationId="{142DCE2C-2863-46FA-9BE7-24365A24D9BA}"/>
          </ac:spMkLst>
        </pc:spChg>
      </pc:sldChg>
      <pc:sldChg chg="addSp delSp modSp mod">
        <pc:chgData name="Leland Jones" userId="45560c3213db1e7d" providerId="LiveId" clId="{DCB954C6-AA6F-441E-A451-0EF4C88CFC2F}" dt="2026-04-29T18:32:07.578" v="950" actId="20577"/>
        <pc:sldMkLst>
          <pc:docMk/>
          <pc:sldMk cId="1102288954" sldId="261"/>
        </pc:sldMkLst>
        <pc:spChg chg="mod">
          <ac:chgData name="Leland Jones" userId="45560c3213db1e7d" providerId="LiveId" clId="{DCB954C6-AA6F-441E-A451-0EF4C88CFC2F}" dt="2026-04-29T18:30:48.438" v="809" actId="20577"/>
          <ac:spMkLst>
            <pc:docMk/>
            <pc:sldMk cId="1102288954" sldId="261"/>
            <ac:spMk id="2" creationId="{AE4168EC-54A5-FDA0-E346-6FFCE782B6CC}"/>
          </ac:spMkLst>
        </pc:spChg>
        <pc:spChg chg="mod">
          <ac:chgData name="Leland Jones" userId="45560c3213db1e7d" providerId="LiveId" clId="{DCB954C6-AA6F-441E-A451-0EF4C88CFC2F}" dt="2026-04-29T18:32:07.578" v="950" actId="20577"/>
          <ac:spMkLst>
            <pc:docMk/>
            <pc:sldMk cId="1102288954" sldId="261"/>
            <ac:spMk id="3" creationId="{67E465B5-5775-15DA-2BA6-A219D92E60AB}"/>
          </ac:spMkLst>
        </pc:spChg>
      </pc:sldChg>
      <pc:sldChg chg="addSp delSp modSp del mod setBg">
        <pc:chgData name="Leland Jones" userId="45560c3213db1e7d" providerId="LiveId" clId="{DCB954C6-AA6F-441E-A451-0EF4C88CFC2F}" dt="2026-04-29T18:33:04.513" v="953" actId="2696"/>
        <pc:sldMkLst>
          <pc:docMk/>
          <pc:sldMk cId="3389038926" sldId="262"/>
        </pc:sldMkLst>
      </pc:sldChg>
      <pc:sldChg chg="addSp modSp mod setBg">
        <pc:chgData name="Leland Jones" userId="45560c3213db1e7d" providerId="LiveId" clId="{DCB954C6-AA6F-441E-A451-0EF4C88CFC2F}" dt="2026-04-29T18:35:07.301" v="1094" actId="20577"/>
        <pc:sldMkLst>
          <pc:docMk/>
          <pc:sldMk cId="130622873" sldId="263"/>
        </pc:sldMkLst>
        <pc:spChg chg="mod">
          <ac:chgData name="Leland Jones" userId="45560c3213db1e7d" providerId="LiveId" clId="{DCB954C6-AA6F-441E-A451-0EF4C88CFC2F}" dt="2026-04-25T23:33:47.445" v="28" actId="26606"/>
          <ac:spMkLst>
            <pc:docMk/>
            <pc:sldMk cId="130622873" sldId="263"/>
            <ac:spMk id="2" creationId="{7E0939BA-78B7-7786-873B-C5B0AEC7F19C}"/>
          </ac:spMkLst>
        </pc:spChg>
        <pc:spChg chg="mod">
          <ac:chgData name="Leland Jones" userId="45560c3213db1e7d" providerId="LiveId" clId="{DCB954C6-AA6F-441E-A451-0EF4C88CFC2F}" dt="2026-04-29T18:35:07.301" v="1094" actId="20577"/>
          <ac:spMkLst>
            <pc:docMk/>
            <pc:sldMk cId="130622873" sldId="263"/>
            <ac:spMk id="3" creationId="{00E3995E-6D7D-3403-FE7A-51513AB5CBEE}"/>
          </ac:spMkLst>
        </pc:spChg>
      </pc:sldChg>
      <pc:sldChg chg="addSp delSp modSp mod setBg">
        <pc:chgData name="Leland Jones" userId="45560c3213db1e7d" providerId="LiveId" clId="{DCB954C6-AA6F-441E-A451-0EF4C88CFC2F}" dt="2026-04-25T23:33:53.077" v="29" actId="26606"/>
        <pc:sldMkLst>
          <pc:docMk/>
          <pc:sldMk cId="1722951055" sldId="264"/>
        </pc:sldMkLst>
        <pc:spChg chg="mod">
          <ac:chgData name="Leland Jones" userId="45560c3213db1e7d" providerId="LiveId" clId="{DCB954C6-AA6F-441E-A451-0EF4C88CFC2F}" dt="2026-04-25T23:33:53.077" v="29" actId="26606"/>
          <ac:spMkLst>
            <pc:docMk/>
            <pc:sldMk cId="1722951055" sldId="264"/>
            <ac:spMk id="2" creationId="{D343124A-3B29-0641-6481-94165868D477}"/>
          </ac:spMkLst>
        </pc:spChg>
        <pc:spChg chg="add">
          <ac:chgData name="Leland Jones" userId="45560c3213db1e7d" providerId="LiveId" clId="{DCB954C6-AA6F-441E-A451-0EF4C88CFC2F}" dt="2026-04-25T23:33:53.077" v="29" actId="26606"/>
          <ac:spMkLst>
            <pc:docMk/>
            <pc:sldMk cId="1722951055" sldId="264"/>
            <ac:spMk id="9" creationId="{A6C9D1EE-B6E6-4AB8-A1DB-EFACAF0EA30B}"/>
          </ac:spMkLst>
        </pc:spChg>
        <pc:spChg chg="add">
          <ac:chgData name="Leland Jones" userId="45560c3213db1e7d" providerId="LiveId" clId="{DCB954C6-AA6F-441E-A451-0EF4C88CFC2F}" dt="2026-04-25T23:33:53.077" v="29" actId="26606"/>
          <ac:spMkLst>
            <pc:docMk/>
            <pc:sldMk cId="1722951055" sldId="264"/>
            <ac:spMk id="11" creationId="{F4155C20-3F0E-4576-8A0B-C345B62312DA}"/>
          </ac:spMkLst>
        </pc:spChg>
        <pc:spChg chg="add">
          <ac:chgData name="Leland Jones" userId="45560c3213db1e7d" providerId="LiveId" clId="{DCB954C6-AA6F-441E-A451-0EF4C88CFC2F}" dt="2026-04-25T23:33:53.077" v="29" actId="26606"/>
          <ac:spMkLst>
            <pc:docMk/>
            <pc:sldMk cId="1722951055" sldId="264"/>
            <ac:spMk id="15" creationId="{0BAEB82B-9A6B-4982-B56B-7529C6EA9A95}"/>
          </ac:spMkLst>
        </pc:spChg>
        <pc:spChg chg="add">
          <ac:chgData name="Leland Jones" userId="45560c3213db1e7d" providerId="LiveId" clId="{DCB954C6-AA6F-441E-A451-0EF4C88CFC2F}" dt="2026-04-25T23:33:53.077" v="29" actId="26606"/>
          <ac:spMkLst>
            <pc:docMk/>
            <pc:sldMk cId="1722951055" sldId="264"/>
            <ac:spMk id="17" creationId="{FC71CE45-EECF-4555-AD4B-1B3D0D5D1540}"/>
          </ac:spMkLst>
        </pc:spChg>
        <pc:spChg chg="add">
          <ac:chgData name="Leland Jones" userId="45560c3213db1e7d" providerId="LiveId" clId="{DCB954C6-AA6F-441E-A451-0EF4C88CFC2F}" dt="2026-04-25T23:33:53.077" v="29" actId="26606"/>
          <ac:spMkLst>
            <pc:docMk/>
            <pc:sldMk cId="1722951055" sldId="264"/>
            <ac:spMk id="19" creationId="{53AA89D1-0C70-46BB-8E35-5722A4B18A78}"/>
          </ac:spMkLst>
        </pc:spChg>
        <pc:picChg chg="add">
          <ac:chgData name="Leland Jones" userId="45560c3213db1e7d" providerId="LiveId" clId="{DCB954C6-AA6F-441E-A451-0EF4C88CFC2F}" dt="2026-04-25T23:33:53.077" v="29" actId="26606"/>
          <ac:picMkLst>
            <pc:docMk/>
            <pc:sldMk cId="1722951055" sldId="264"/>
            <ac:picMk id="5" creationId="{2E976726-89C3-0B17-D7D7-4BFB0F4C3246}"/>
          </ac:picMkLst>
        </pc:picChg>
        <pc:cxnChg chg="add">
          <ac:chgData name="Leland Jones" userId="45560c3213db1e7d" providerId="LiveId" clId="{DCB954C6-AA6F-441E-A451-0EF4C88CFC2F}" dt="2026-04-25T23:33:53.077" v="29" actId="26606"/>
          <ac:cxnSpMkLst>
            <pc:docMk/>
            <pc:sldMk cId="1722951055" sldId="264"/>
            <ac:cxnSpMk id="13" creationId="{56020367-4FD5-4596-8E10-C5F095CD8DBF}"/>
          </ac:cxnSpMkLst>
        </pc:cxnChg>
      </pc:sldChg>
      <pc:sldChg chg="addSp modSp mod setBg">
        <pc:chgData name="Leland Jones" userId="45560c3213db1e7d" providerId="LiveId" clId="{DCB954C6-AA6F-441E-A451-0EF4C88CFC2F}" dt="2026-04-29T18:35:35.059" v="1153" actId="20577"/>
        <pc:sldMkLst>
          <pc:docMk/>
          <pc:sldMk cId="948573855" sldId="265"/>
        </pc:sldMkLst>
        <pc:spChg chg="mod">
          <ac:chgData name="Leland Jones" userId="45560c3213db1e7d" providerId="LiveId" clId="{DCB954C6-AA6F-441E-A451-0EF4C88CFC2F}" dt="2026-04-25T23:34:05.393" v="30" actId="26606"/>
          <ac:spMkLst>
            <pc:docMk/>
            <pc:sldMk cId="948573855" sldId="265"/>
            <ac:spMk id="2" creationId="{3610FCC4-85E0-6923-C62F-5B002B9D176D}"/>
          </ac:spMkLst>
        </pc:spChg>
        <pc:spChg chg="mod">
          <ac:chgData name="Leland Jones" userId="45560c3213db1e7d" providerId="LiveId" clId="{DCB954C6-AA6F-441E-A451-0EF4C88CFC2F}" dt="2026-04-29T18:35:35.059" v="1153" actId="20577"/>
          <ac:spMkLst>
            <pc:docMk/>
            <pc:sldMk cId="948573855" sldId="265"/>
            <ac:spMk id="3" creationId="{315AEA86-18A7-BC2D-45F8-4563D1F4D2EE}"/>
          </ac:spMkLst>
        </pc:spChg>
      </pc:sldChg>
      <pc:sldChg chg="addSp modSp mod setBg">
        <pc:chgData name="Leland Jones" userId="45560c3213db1e7d" providerId="LiveId" clId="{DCB954C6-AA6F-441E-A451-0EF4C88CFC2F}" dt="2026-04-29T18:37:15.140" v="1268" actId="20577"/>
        <pc:sldMkLst>
          <pc:docMk/>
          <pc:sldMk cId="167272544" sldId="266"/>
        </pc:sldMkLst>
        <pc:spChg chg="mod">
          <ac:chgData name="Leland Jones" userId="45560c3213db1e7d" providerId="LiveId" clId="{DCB954C6-AA6F-441E-A451-0EF4C88CFC2F}" dt="2026-04-25T23:34:10.990" v="31" actId="26606"/>
          <ac:spMkLst>
            <pc:docMk/>
            <pc:sldMk cId="167272544" sldId="266"/>
            <ac:spMk id="2" creationId="{47A62E98-06AD-2817-7BEA-1768698327C1}"/>
          </ac:spMkLst>
        </pc:spChg>
        <pc:spChg chg="mod">
          <ac:chgData name="Leland Jones" userId="45560c3213db1e7d" providerId="LiveId" clId="{DCB954C6-AA6F-441E-A451-0EF4C88CFC2F}" dt="2026-04-29T18:37:15.140" v="1268" actId="20577"/>
          <ac:spMkLst>
            <pc:docMk/>
            <pc:sldMk cId="167272544" sldId="266"/>
            <ac:spMk id="3" creationId="{69AB457F-28ED-2693-8E84-12D0D0A53B81}"/>
          </ac:spMkLst>
        </pc:spChg>
      </pc:sldChg>
      <pc:sldChg chg="addSp delSp modSp new mod setBg">
        <pc:chgData name="Leland Jones" userId="45560c3213db1e7d" providerId="LiveId" clId="{DCB954C6-AA6F-441E-A451-0EF4C88CFC2F}" dt="2026-04-25T23:34:22.150" v="34" actId="26606"/>
        <pc:sldMkLst>
          <pc:docMk/>
          <pc:sldMk cId="693359857" sldId="267"/>
        </pc:sldMkLst>
        <pc:spChg chg="mod">
          <ac:chgData name="Leland Jones" userId="45560c3213db1e7d" providerId="LiveId" clId="{DCB954C6-AA6F-441E-A451-0EF4C88CFC2F}" dt="2026-04-25T23:34:22.150" v="34" actId="26606"/>
          <ac:spMkLst>
            <pc:docMk/>
            <pc:sldMk cId="693359857" sldId="267"/>
            <ac:spMk id="2" creationId="{6FFB2619-C642-C8C1-D877-170CD0EEA583}"/>
          </ac:spMkLst>
        </pc:spChg>
      </pc:sldChg>
      <pc:sldChg chg="modSp add mod">
        <pc:chgData name="Leland Jones" userId="45560c3213db1e7d" providerId="LiveId" clId="{DCB954C6-AA6F-441E-A451-0EF4C88CFC2F}" dt="2026-04-29T20:04:13.974" v="1269" actId="2711"/>
        <pc:sldMkLst>
          <pc:docMk/>
          <pc:sldMk cId="46860323" sldId="268"/>
        </pc:sldMkLst>
        <pc:spChg chg="mod">
          <ac:chgData name="Leland Jones" userId="45560c3213db1e7d" providerId="LiveId" clId="{DCB954C6-AA6F-441E-A451-0EF4C88CFC2F}" dt="2026-04-29T20:04:13.974" v="1269" actId="2711"/>
          <ac:spMkLst>
            <pc:docMk/>
            <pc:sldMk cId="46860323" sldId="268"/>
            <ac:spMk id="3" creationId="{222B9910-8C80-CBBB-832A-E83CA520F0A7}"/>
          </ac:spMkLst>
        </pc:spChg>
      </pc:sldChg>
      <pc:sldChg chg="modSp new mod">
        <pc:chgData name="Leland Jones" userId="45560c3213db1e7d" providerId="LiveId" clId="{DCB954C6-AA6F-441E-A451-0EF4C88CFC2F}" dt="2026-04-29T18:34:41.468" v="1027" actId="20577"/>
        <pc:sldMkLst>
          <pc:docMk/>
          <pc:sldMk cId="349202968" sldId="269"/>
        </pc:sldMkLst>
        <pc:spChg chg="mod">
          <ac:chgData name="Leland Jones" userId="45560c3213db1e7d" providerId="LiveId" clId="{DCB954C6-AA6F-441E-A451-0EF4C88CFC2F}" dt="2026-04-29T18:33:02.252" v="952"/>
          <ac:spMkLst>
            <pc:docMk/>
            <pc:sldMk cId="349202968" sldId="269"/>
            <ac:spMk id="2" creationId="{7AF57AC7-143F-31BF-455A-D0EBDB081E4F}"/>
          </ac:spMkLst>
        </pc:spChg>
        <pc:spChg chg="mod">
          <ac:chgData name="Leland Jones" userId="45560c3213db1e7d" providerId="LiveId" clId="{DCB954C6-AA6F-441E-A451-0EF4C88CFC2F}" dt="2026-04-29T18:34:41.468" v="1027" actId="20577"/>
          <ac:spMkLst>
            <pc:docMk/>
            <pc:sldMk cId="349202968" sldId="269"/>
            <ac:spMk id="3" creationId="{7EADC047-D120-9F6E-479C-0F1193CCE5A4}"/>
          </ac:spMkLst>
        </pc:spChg>
      </pc:sldChg>
    </pc:docChg>
  </pc:docChgLst>
</pc:chgInfo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hyperlink" Target="https://ecomranker.com/how-does-amazons-search-algorithm-work/" TargetMode="External"/><Relationship Id="rId2" Type="http://schemas.openxmlformats.org/officeDocument/2006/relationships/hyperlink" Target="https://www.baeldung.com/cs/amazon-recommendation-system" TargetMode="External"/><Relationship Id="rId1" Type="http://schemas.openxmlformats.org/officeDocument/2006/relationships/hyperlink" Target="https://www.amazon.science/the-history-of-amazons-recommendation-algorithm" TargetMode="External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hyperlink" Target="https://ecomranker.com/how-does-amazons-search-algorithm-work/" TargetMode="External"/><Relationship Id="rId2" Type="http://schemas.openxmlformats.org/officeDocument/2006/relationships/hyperlink" Target="https://www.baeldung.com/cs/amazon-recommendation-system" TargetMode="External"/><Relationship Id="rId1" Type="http://schemas.openxmlformats.org/officeDocument/2006/relationships/hyperlink" Target="https://www.amazon.science/the-history-of-amazons-recommendation-algorithm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466E18C-9038-448B-9287-47D3CBF4FDA3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94BA7FB9-BDDA-4CFF-AAAB-2619EAD3B499}">
      <dgm:prSet/>
      <dgm:spPr/>
      <dgm:t>
        <a:bodyPr/>
        <a:lstStyle/>
        <a:p>
          <a:r>
            <a:rPr lang="en-US"/>
            <a:t>Titles</a:t>
          </a:r>
        </a:p>
      </dgm:t>
    </dgm:pt>
    <dgm:pt modelId="{5C33732A-DEFD-40BE-8DC7-10BB0C5251B4}" type="parTrans" cxnId="{DC80988D-38C1-4E91-B8F0-8B0EBFB79108}">
      <dgm:prSet/>
      <dgm:spPr/>
      <dgm:t>
        <a:bodyPr/>
        <a:lstStyle/>
        <a:p>
          <a:endParaRPr lang="en-US"/>
        </a:p>
      </dgm:t>
    </dgm:pt>
    <dgm:pt modelId="{ED1E368A-586B-43A7-AFD5-492C7E3B7EAC}" type="sibTrans" cxnId="{DC80988D-38C1-4E91-B8F0-8B0EBFB79108}">
      <dgm:prSet/>
      <dgm:spPr/>
      <dgm:t>
        <a:bodyPr/>
        <a:lstStyle/>
        <a:p>
          <a:endParaRPr lang="en-US"/>
        </a:p>
      </dgm:t>
    </dgm:pt>
    <dgm:pt modelId="{2A3C8621-7B53-4D2E-A473-0C7289FBB7A8}">
      <dgm:prSet/>
      <dgm:spPr/>
      <dgm:t>
        <a:bodyPr/>
        <a:lstStyle/>
        <a:p>
          <a:r>
            <a:rPr lang="en-US"/>
            <a:t>Categories</a:t>
          </a:r>
        </a:p>
      </dgm:t>
    </dgm:pt>
    <dgm:pt modelId="{3C386270-6F8C-4591-BF31-C8375E9CF0BD}" type="parTrans" cxnId="{EC54DCD3-0773-4D47-A8C9-3AA609471EB2}">
      <dgm:prSet/>
      <dgm:spPr/>
      <dgm:t>
        <a:bodyPr/>
        <a:lstStyle/>
        <a:p>
          <a:endParaRPr lang="en-US"/>
        </a:p>
      </dgm:t>
    </dgm:pt>
    <dgm:pt modelId="{41B130DB-71B1-4392-ABAA-319FAFEA1A07}" type="sibTrans" cxnId="{EC54DCD3-0773-4D47-A8C9-3AA609471EB2}">
      <dgm:prSet/>
      <dgm:spPr/>
      <dgm:t>
        <a:bodyPr/>
        <a:lstStyle/>
        <a:p>
          <a:endParaRPr lang="en-US"/>
        </a:p>
      </dgm:t>
    </dgm:pt>
    <dgm:pt modelId="{D2488C1A-AB56-4D1F-9015-BA315143E5B8}">
      <dgm:prSet/>
      <dgm:spPr/>
      <dgm:t>
        <a:bodyPr/>
        <a:lstStyle/>
        <a:p>
          <a:r>
            <a:rPr lang="en-US"/>
            <a:t>Descriptions</a:t>
          </a:r>
        </a:p>
      </dgm:t>
    </dgm:pt>
    <dgm:pt modelId="{BC68C51F-9744-4FCD-A85C-EF9B8D53DF83}" type="parTrans" cxnId="{5BB0EA1E-5AEE-4E1F-A7E5-8CE861FF2FF7}">
      <dgm:prSet/>
      <dgm:spPr/>
      <dgm:t>
        <a:bodyPr/>
        <a:lstStyle/>
        <a:p>
          <a:endParaRPr lang="en-US"/>
        </a:p>
      </dgm:t>
    </dgm:pt>
    <dgm:pt modelId="{44652B3B-97A0-4209-AB94-5D7B5B382F39}" type="sibTrans" cxnId="{5BB0EA1E-5AEE-4E1F-A7E5-8CE861FF2FF7}">
      <dgm:prSet/>
      <dgm:spPr/>
      <dgm:t>
        <a:bodyPr/>
        <a:lstStyle/>
        <a:p>
          <a:endParaRPr lang="en-US"/>
        </a:p>
      </dgm:t>
    </dgm:pt>
    <dgm:pt modelId="{2BCDC6E4-3B4E-4E9E-9355-B9840F5926D5}">
      <dgm:prSet/>
      <dgm:spPr/>
      <dgm:t>
        <a:bodyPr/>
        <a:lstStyle/>
        <a:p>
          <a:r>
            <a:rPr lang="en-US"/>
            <a:t>Specifications</a:t>
          </a:r>
        </a:p>
      </dgm:t>
    </dgm:pt>
    <dgm:pt modelId="{1332B988-3EC7-40FE-8A4E-CA4BCCDA3900}" type="parTrans" cxnId="{2BB63F7A-A311-4AD3-AA6A-13CDA24215EA}">
      <dgm:prSet/>
      <dgm:spPr/>
      <dgm:t>
        <a:bodyPr/>
        <a:lstStyle/>
        <a:p>
          <a:endParaRPr lang="en-US"/>
        </a:p>
      </dgm:t>
    </dgm:pt>
    <dgm:pt modelId="{E273AFCB-C558-415E-A97D-C7BAF7E77712}" type="sibTrans" cxnId="{2BB63F7A-A311-4AD3-AA6A-13CDA24215EA}">
      <dgm:prSet/>
      <dgm:spPr/>
      <dgm:t>
        <a:bodyPr/>
        <a:lstStyle/>
        <a:p>
          <a:endParaRPr lang="en-US"/>
        </a:p>
      </dgm:t>
    </dgm:pt>
    <dgm:pt modelId="{A1C60027-67E0-411F-B7C2-78E09C55F6F4}" type="pres">
      <dgm:prSet presAssocID="{5466E18C-9038-448B-9287-47D3CBF4FDA3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81AA4FC-A1B8-4266-86DC-209B210E2D61}" type="pres">
      <dgm:prSet presAssocID="{94BA7FB9-BDDA-4CFF-AAAB-2619EAD3B499}" presName="hierRoot1" presStyleCnt="0"/>
      <dgm:spPr/>
    </dgm:pt>
    <dgm:pt modelId="{DD1A84FE-9143-43DA-B84A-A017CD9FBC5F}" type="pres">
      <dgm:prSet presAssocID="{94BA7FB9-BDDA-4CFF-AAAB-2619EAD3B499}" presName="composite" presStyleCnt="0"/>
      <dgm:spPr/>
    </dgm:pt>
    <dgm:pt modelId="{433AE474-7774-42FA-8907-ABE1DAE28CCF}" type="pres">
      <dgm:prSet presAssocID="{94BA7FB9-BDDA-4CFF-AAAB-2619EAD3B499}" presName="background" presStyleLbl="node0" presStyleIdx="0" presStyleCnt="4"/>
      <dgm:spPr/>
    </dgm:pt>
    <dgm:pt modelId="{7B83E4DA-C690-4A09-B8E8-8C01C0312B05}" type="pres">
      <dgm:prSet presAssocID="{94BA7FB9-BDDA-4CFF-AAAB-2619EAD3B499}" presName="text" presStyleLbl="fgAcc0" presStyleIdx="0" presStyleCnt="4">
        <dgm:presLayoutVars>
          <dgm:chPref val="3"/>
        </dgm:presLayoutVars>
      </dgm:prSet>
      <dgm:spPr/>
    </dgm:pt>
    <dgm:pt modelId="{31954588-7DDC-4D6E-819C-A17783392397}" type="pres">
      <dgm:prSet presAssocID="{94BA7FB9-BDDA-4CFF-AAAB-2619EAD3B499}" presName="hierChild2" presStyleCnt="0"/>
      <dgm:spPr/>
    </dgm:pt>
    <dgm:pt modelId="{BE92000F-07C9-4301-88FA-DE17F3521550}" type="pres">
      <dgm:prSet presAssocID="{2A3C8621-7B53-4D2E-A473-0C7289FBB7A8}" presName="hierRoot1" presStyleCnt="0"/>
      <dgm:spPr/>
    </dgm:pt>
    <dgm:pt modelId="{C0B2C66F-EE0B-4EEB-81FA-DB0966CE9F8B}" type="pres">
      <dgm:prSet presAssocID="{2A3C8621-7B53-4D2E-A473-0C7289FBB7A8}" presName="composite" presStyleCnt="0"/>
      <dgm:spPr/>
    </dgm:pt>
    <dgm:pt modelId="{F019BD88-168D-4E6D-BB6B-6ACDE035F3F6}" type="pres">
      <dgm:prSet presAssocID="{2A3C8621-7B53-4D2E-A473-0C7289FBB7A8}" presName="background" presStyleLbl="node0" presStyleIdx="1" presStyleCnt="4"/>
      <dgm:spPr/>
    </dgm:pt>
    <dgm:pt modelId="{383709E2-0CC3-4EB7-A2D5-4757223C4E8D}" type="pres">
      <dgm:prSet presAssocID="{2A3C8621-7B53-4D2E-A473-0C7289FBB7A8}" presName="text" presStyleLbl="fgAcc0" presStyleIdx="1" presStyleCnt="4">
        <dgm:presLayoutVars>
          <dgm:chPref val="3"/>
        </dgm:presLayoutVars>
      </dgm:prSet>
      <dgm:spPr/>
    </dgm:pt>
    <dgm:pt modelId="{5201BF39-5010-401F-823A-62890034F780}" type="pres">
      <dgm:prSet presAssocID="{2A3C8621-7B53-4D2E-A473-0C7289FBB7A8}" presName="hierChild2" presStyleCnt="0"/>
      <dgm:spPr/>
    </dgm:pt>
    <dgm:pt modelId="{F31B571D-B286-4B94-B2F3-C4911CD74C33}" type="pres">
      <dgm:prSet presAssocID="{D2488C1A-AB56-4D1F-9015-BA315143E5B8}" presName="hierRoot1" presStyleCnt="0"/>
      <dgm:spPr/>
    </dgm:pt>
    <dgm:pt modelId="{DA3C6044-9B7B-4CE7-BFF1-4FCC66F6DC61}" type="pres">
      <dgm:prSet presAssocID="{D2488C1A-AB56-4D1F-9015-BA315143E5B8}" presName="composite" presStyleCnt="0"/>
      <dgm:spPr/>
    </dgm:pt>
    <dgm:pt modelId="{E8A33EBF-7ABA-4FF2-8AA1-B167F38A01AD}" type="pres">
      <dgm:prSet presAssocID="{D2488C1A-AB56-4D1F-9015-BA315143E5B8}" presName="background" presStyleLbl="node0" presStyleIdx="2" presStyleCnt="4"/>
      <dgm:spPr/>
    </dgm:pt>
    <dgm:pt modelId="{3BA3B6FB-CFDF-411A-93E5-22C566C8748B}" type="pres">
      <dgm:prSet presAssocID="{D2488C1A-AB56-4D1F-9015-BA315143E5B8}" presName="text" presStyleLbl="fgAcc0" presStyleIdx="2" presStyleCnt="4">
        <dgm:presLayoutVars>
          <dgm:chPref val="3"/>
        </dgm:presLayoutVars>
      </dgm:prSet>
      <dgm:spPr/>
    </dgm:pt>
    <dgm:pt modelId="{59A93BB7-582E-4AAB-91B7-FF1EA0CA5D5B}" type="pres">
      <dgm:prSet presAssocID="{D2488C1A-AB56-4D1F-9015-BA315143E5B8}" presName="hierChild2" presStyleCnt="0"/>
      <dgm:spPr/>
    </dgm:pt>
    <dgm:pt modelId="{B135F3A6-90A9-4BB6-A5A5-769ABA04F7EC}" type="pres">
      <dgm:prSet presAssocID="{2BCDC6E4-3B4E-4E9E-9355-B9840F5926D5}" presName="hierRoot1" presStyleCnt="0"/>
      <dgm:spPr/>
    </dgm:pt>
    <dgm:pt modelId="{204239B5-D539-4A9D-881F-2CCB07B4F829}" type="pres">
      <dgm:prSet presAssocID="{2BCDC6E4-3B4E-4E9E-9355-B9840F5926D5}" presName="composite" presStyleCnt="0"/>
      <dgm:spPr/>
    </dgm:pt>
    <dgm:pt modelId="{CE5CFCA3-C778-4930-8DD8-02CDAB9E776E}" type="pres">
      <dgm:prSet presAssocID="{2BCDC6E4-3B4E-4E9E-9355-B9840F5926D5}" presName="background" presStyleLbl="node0" presStyleIdx="3" presStyleCnt="4"/>
      <dgm:spPr/>
    </dgm:pt>
    <dgm:pt modelId="{2979223A-B044-4BB2-A3D1-0C5F6DEB79DD}" type="pres">
      <dgm:prSet presAssocID="{2BCDC6E4-3B4E-4E9E-9355-B9840F5926D5}" presName="text" presStyleLbl="fgAcc0" presStyleIdx="3" presStyleCnt="4">
        <dgm:presLayoutVars>
          <dgm:chPref val="3"/>
        </dgm:presLayoutVars>
      </dgm:prSet>
      <dgm:spPr/>
    </dgm:pt>
    <dgm:pt modelId="{EB41CC67-AAF6-42C7-8E01-A97E138A7434}" type="pres">
      <dgm:prSet presAssocID="{2BCDC6E4-3B4E-4E9E-9355-B9840F5926D5}" presName="hierChild2" presStyleCnt="0"/>
      <dgm:spPr/>
    </dgm:pt>
  </dgm:ptLst>
  <dgm:cxnLst>
    <dgm:cxn modelId="{5BB0EA1E-5AEE-4E1F-A7E5-8CE861FF2FF7}" srcId="{5466E18C-9038-448B-9287-47D3CBF4FDA3}" destId="{D2488C1A-AB56-4D1F-9015-BA315143E5B8}" srcOrd="2" destOrd="0" parTransId="{BC68C51F-9744-4FCD-A85C-EF9B8D53DF83}" sibTransId="{44652B3B-97A0-4209-AB94-5D7B5B382F39}"/>
    <dgm:cxn modelId="{DDC0DE24-6BD2-4DBD-8BE7-A3B0102791E7}" type="presOf" srcId="{2A3C8621-7B53-4D2E-A473-0C7289FBB7A8}" destId="{383709E2-0CC3-4EB7-A2D5-4757223C4E8D}" srcOrd="0" destOrd="0" presId="urn:microsoft.com/office/officeart/2005/8/layout/hierarchy1"/>
    <dgm:cxn modelId="{52BAA430-C6CC-42F4-8741-EA4CEEA41E00}" type="presOf" srcId="{2BCDC6E4-3B4E-4E9E-9355-B9840F5926D5}" destId="{2979223A-B044-4BB2-A3D1-0C5F6DEB79DD}" srcOrd="0" destOrd="0" presId="urn:microsoft.com/office/officeart/2005/8/layout/hierarchy1"/>
    <dgm:cxn modelId="{4AC54C6E-7574-4B37-967E-48CEF6693EF5}" type="presOf" srcId="{5466E18C-9038-448B-9287-47D3CBF4FDA3}" destId="{A1C60027-67E0-411F-B7C2-78E09C55F6F4}" srcOrd="0" destOrd="0" presId="urn:microsoft.com/office/officeart/2005/8/layout/hierarchy1"/>
    <dgm:cxn modelId="{2BB63F7A-A311-4AD3-AA6A-13CDA24215EA}" srcId="{5466E18C-9038-448B-9287-47D3CBF4FDA3}" destId="{2BCDC6E4-3B4E-4E9E-9355-B9840F5926D5}" srcOrd="3" destOrd="0" parTransId="{1332B988-3EC7-40FE-8A4E-CA4BCCDA3900}" sibTransId="{E273AFCB-C558-415E-A97D-C7BAF7E77712}"/>
    <dgm:cxn modelId="{AFFBAC7F-3F4D-4034-BD63-671D5BC91AAC}" type="presOf" srcId="{D2488C1A-AB56-4D1F-9015-BA315143E5B8}" destId="{3BA3B6FB-CFDF-411A-93E5-22C566C8748B}" srcOrd="0" destOrd="0" presId="urn:microsoft.com/office/officeart/2005/8/layout/hierarchy1"/>
    <dgm:cxn modelId="{DC80988D-38C1-4E91-B8F0-8B0EBFB79108}" srcId="{5466E18C-9038-448B-9287-47D3CBF4FDA3}" destId="{94BA7FB9-BDDA-4CFF-AAAB-2619EAD3B499}" srcOrd="0" destOrd="0" parTransId="{5C33732A-DEFD-40BE-8DC7-10BB0C5251B4}" sibTransId="{ED1E368A-586B-43A7-AFD5-492C7E3B7EAC}"/>
    <dgm:cxn modelId="{425936BE-9B55-471C-960C-A7748DE88DED}" type="presOf" srcId="{94BA7FB9-BDDA-4CFF-AAAB-2619EAD3B499}" destId="{7B83E4DA-C690-4A09-B8E8-8C01C0312B05}" srcOrd="0" destOrd="0" presId="urn:microsoft.com/office/officeart/2005/8/layout/hierarchy1"/>
    <dgm:cxn modelId="{EC54DCD3-0773-4D47-A8C9-3AA609471EB2}" srcId="{5466E18C-9038-448B-9287-47D3CBF4FDA3}" destId="{2A3C8621-7B53-4D2E-A473-0C7289FBB7A8}" srcOrd="1" destOrd="0" parTransId="{3C386270-6F8C-4591-BF31-C8375E9CF0BD}" sibTransId="{41B130DB-71B1-4392-ABAA-319FAFEA1A07}"/>
    <dgm:cxn modelId="{C547930E-BC1E-4182-BFA5-474BFC056694}" type="presParOf" srcId="{A1C60027-67E0-411F-B7C2-78E09C55F6F4}" destId="{481AA4FC-A1B8-4266-86DC-209B210E2D61}" srcOrd="0" destOrd="0" presId="urn:microsoft.com/office/officeart/2005/8/layout/hierarchy1"/>
    <dgm:cxn modelId="{D26C1028-90A9-4964-A08E-FB4F560427E0}" type="presParOf" srcId="{481AA4FC-A1B8-4266-86DC-209B210E2D61}" destId="{DD1A84FE-9143-43DA-B84A-A017CD9FBC5F}" srcOrd="0" destOrd="0" presId="urn:microsoft.com/office/officeart/2005/8/layout/hierarchy1"/>
    <dgm:cxn modelId="{CCAFB8BA-8AC2-4320-AB38-ADBF6F7F98BF}" type="presParOf" srcId="{DD1A84FE-9143-43DA-B84A-A017CD9FBC5F}" destId="{433AE474-7774-42FA-8907-ABE1DAE28CCF}" srcOrd="0" destOrd="0" presId="urn:microsoft.com/office/officeart/2005/8/layout/hierarchy1"/>
    <dgm:cxn modelId="{5BB7F7E8-F595-42D3-AF7F-AE7996C6FDD5}" type="presParOf" srcId="{DD1A84FE-9143-43DA-B84A-A017CD9FBC5F}" destId="{7B83E4DA-C690-4A09-B8E8-8C01C0312B05}" srcOrd="1" destOrd="0" presId="urn:microsoft.com/office/officeart/2005/8/layout/hierarchy1"/>
    <dgm:cxn modelId="{CE517DE5-7DBF-42EC-ABBF-E40AE66121FA}" type="presParOf" srcId="{481AA4FC-A1B8-4266-86DC-209B210E2D61}" destId="{31954588-7DDC-4D6E-819C-A17783392397}" srcOrd="1" destOrd="0" presId="urn:microsoft.com/office/officeart/2005/8/layout/hierarchy1"/>
    <dgm:cxn modelId="{0E4B78F8-FBE5-4892-8EBB-5D9C86FB23CE}" type="presParOf" srcId="{A1C60027-67E0-411F-B7C2-78E09C55F6F4}" destId="{BE92000F-07C9-4301-88FA-DE17F3521550}" srcOrd="1" destOrd="0" presId="urn:microsoft.com/office/officeart/2005/8/layout/hierarchy1"/>
    <dgm:cxn modelId="{726D7978-5D18-472D-9766-ABEA153F71E6}" type="presParOf" srcId="{BE92000F-07C9-4301-88FA-DE17F3521550}" destId="{C0B2C66F-EE0B-4EEB-81FA-DB0966CE9F8B}" srcOrd="0" destOrd="0" presId="urn:microsoft.com/office/officeart/2005/8/layout/hierarchy1"/>
    <dgm:cxn modelId="{5E843FE3-D1CC-4A75-956A-475316E9A129}" type="presParOf" srcId="{C0B2C66F-EE0B-4EEB-81FA-DB0966CE9F8B}" destId="{F019BD88-168D-4E6D-BB6B-6ACDE035F3F6}" srcOrd="0" destOrd="0" presId="urn:microsoft.com/office/officeart/2005/8/layout/hierarchy1"/>
    <dgm:cxn modelId="{4D473E29-2E44-4992-B357-19C0CF88647F}" type="presParOf" srcId="{C0B2C66F-EE0B-4EEB-81FA-DB0966CE9F8B}" destId="{383709E2-0CC3-4EB7-A2D5-4757223C4E8D}" srcOrd="1" destOrd="0" presId="urn:microsoft.com/office/officeart/2005/8/layout/hierarchy1"/>
    <dgm:cxn modelId="{B37FAE22-EF83-4334-9D92-6B11F1898A12}" type="presParOf" srcId="{BE92000F-07C9-4301-88FA-DE17F3521550}" destId="{5201BF39-5010-401F-823A-62890034F780}" srcOrd="1" destOrd="0" presId="urn:microsoft.com/office/officeart/2005/8/layout/hierarchy1"/>
    <dgm:cxn modelId="{3CF3798D-517A-46DC-A851-BA84BCD7E7CA}" type="presParOf" srcId="{A1C60027-67E0-411F-B7C2-78E09C55F6F4}" destId="{F31B571D-B286-4B94-B2F3-C4911CD74C33}" srcOrd="2" destOrd="0" presId="urn:microsoft.com/office/officeart/2005/8/layout/hierarchy1"/>
    <dgm:cxn modelId="{0427F7C9-2F1E-4685-BE0D-356F95B16389}" type="presParOf" srcId="{F31B571D-B286-4B94-B2F3-C4911CD74C33}" destId="{DA3C6044-9B7B-4CE7-BFF1-4FCC66F6DC61}" srcOrd="0" destOrd="0" presId="urn:microsoft.com/office/officeart/2005/8/layout/hierarchy1"/>
    <dgm:cxn modelId="{EE23FC0F-AE5E-4B09-BE57-62BD49D2399D}" type="presParOf" srcId="{DA3C6044-9B7B-4CE7-BFF1-4FCC66F6DC61}" destId="{E8A33EBF-7ABA-4FF2-8AA1-B167F38A01AD}" srcOrd="0" destOrd="0" presId="urn:microsoft.com/office/officeart/2005/8/layout/hierarchy1"/>
    <dgm:cxn modelId="{E61C26E2-E6DA-469B-83B0-134E4B46D05C}" type="presParOf" srcId="{DA3C6044-9B7B-4CE7-BFF1-4FCC66F6DC61}" destId="{3BA3B6FB-CFDF-411A-93E5-22C566C8748B}" srcOrd="1" destOrd="0" presId="urn:microsoft.com/office/officeart/2005/8/layout/hierarchy1"/>
    <dgm:cxn modelId="{FDE5AF41-697E-40D5-ADE3-1AFA6E879024}" type="presParOf" srcId="{F31B571D-B286-4B94-B2F3-C4911CD74C33}" destId="{59A93BB7-582E-4AAB-91B7-FF1EA0CA5D5B}" srcOrd="1" destOrd="0" presId="urn:microsoft.com/office/officeart/2005/8/layout/hierarchy1"/>
    <dgm:cxn modelId="{3FE5F05F-5152-49EB-9D46-B0726C853E3B}" type="presParOf" srcId="{A1C60027-67E0-411F-B7C2-78E09C55F6F4}" destId="{B135F3A6-90A9-4BB6-A5A5-769ABA04F7EC}" srcOrd="3" destOrd="0" presId="urn:microsoft.com/office/officeart/2005/8/layout/hierarchy1"/>
    <dgm:cxn modelId="{3DE6065A-8DEA-44B9-8FFB-1F59FC9846D8}" type="presParOf" srcId="{B135F3A6-90A9-4BB6-A5A5-769ABA04F7EC}" destId="{204239B5-D539-4A9D-881F-2CCB07B4F829}" srcOrd="0" destOrd="0" presId="urn:microsoft.com/office/officeart/2005/8/layout/hierarchy1"/>
    <dgm:cxn modelId="{93D3CEEC-6279-4590-969A-1CB9C4A01A2B}" type="presParOf" srcId="{204239B5-D539-4A9D-881F-2CCB07B4F829}" destId="{CE5CFCA3-C778-4930-8DD8-02CDAB9E776E}" srcOrd="0" destOrd="0" presId="urn:microsoft.com/office/officeart/2005/8/layout/hierarchy1"/>
    <dgm:cxn modelId="{B1F612F8-9A25-43C2-B9F1-2E0F19CC1B34}" type="presParOf" srcId="{204239B5-D539-4A9D-881F-2CCB07B4F829}" destId="{2979223A-B044-4BB2-A3D1-0C5F6DEB79DD}" srcOrd="1" destOrd="0" presId="urn:microsoft.com/office/officeart/2005/8/layout/hierarchy1"/>
    <dgm:cxn modelId="{98B275CB-E509-48F1-BD3A-D9C37D17D45E}" type="presParOf" srcId="{B135F3A6-90A9-4BB6-A5A5-769ABA04F7EC}" destId="{EB41CC67-AAF6-42C7-8E01-A97E138A7434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7AEE1C6-7848-4294-8618-A78D721706F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BF0370C1-8521-45EA-AE55-DB668E50CF60}">
      <dgm:prSet/>
      <dgm:spPr/>
      <dgm:t>
        <a:bodyPr/>
        <a:lstStyle/>
        <a:p>
          <a:r>
            <a:rPr lang="en-US"/>
            <a:t>Relevance </a:t>
          </a:r>
        </a:p>
      </dgm:t>
    </dgm:pt>
    <dgm:pt modelId="{8DA90796-7155-4379-A32F-26CE7230571D}" type="parTrans" cxnId="{DE0917B5-B216-43B2-8AB4-AABEB832AE06}">
      <dgm:prSet/>
      <dgm:spPr/>
      <dgm:t>
        <a:bodyPr/>
        <a:lstStyle/>
        <a:p>
          <a:endParaRPr lang="en-US"/>
        </a:p>
      </dgm:t>
    </dgm:pt>
    <dgm:pt modelId="{FEB3429C-5F2A-44DE-BA85-0CAF4E6C15CE}" type="sibTrans" cxnId="{DE0917B5-B216-43B2-8AB4-AABEB832AE06}">
      <dgm:prSet/>
      <dgm:spPr/>
      <dgm:t>
        <a:bodyPr/>
        <a:lstStyle/>
        <a:p>
          <a:endParaRPr lang="en-US"/>
        </a:p>
      </dgm:t>
    </dgm:pt>
    <dgm:pt modelId="{9CFD236F-B968-48FF-AA2C-49DAF9A20B57}">
      <dgm:prSet/>
      <dgm:spPr/>
      <dgm:t>
        <a:bodyPr/>
        <a:lstStyle/>
        <a:p>
          <a:r>
            <a:rPr lang="en-US"/>
            <a:t>Click Performance </a:t>
          </a:r>
        </a:p>
      </dgm:t>
    </dgm:pt>
    <dgm:pt modelId="{ADC9A4E8-57F0-4E4E-A30B-34D25D708A24}" type="parTrans" cxnId="{9096AD69-C953-497F-8BE2-D9E888365236}">
      <dgm:prSet/>
      <dgm:spPr/>
      <dgm:t>
        <a:bodyPr/>
        <a:lstStyle/>
        <a:p>
          <a:endParaRPr lang="en-US"/>
        </a:p>
      </dgm:t>
    </dgm:pt>
    <dgm:pt modelId="{EC53739D-43C4-4CCD-AB21-5D6996D6D8D3}" type="sibTrans" cxnId="{9096AD69-C953-497F-8BE2-D9E888365236}">
      <dgm:prSet/>
      <dgm:spPr/>
      <dgm:t>
        <a:bodyPr/>
        <a:lstStyle/>
        <a:p>
          <a:endParaRPr lang="en-US"/>
        </a:p>
      </dgm:t>
    </dgm:pt>
    <dgm:pt modelId="{A4316FD6-207E-4EEF-BD54-B70BC1C4F9BD}">
      <dgm:prSet/>
      <dgm:spPr/>
      <dgm:t>
        <a:bodyPr/>
        <a:lstStyle/>
        <a:p>
          <a:r>
            <a:rPr lang="en-US"/>
            <a:t>Conversion Performance </a:t>
          </a:r>
        </a:p>
      </dgm:t>
    </dgm:pt>
    <dgm:pt modelId="{9D75A686-8E54-4488-B8E3-7E03A295A758}" type="parTrans" cxnId="{81241166-8F37-486C-8D7C-70CD5B57EE32}">
      <dgm:prSet/>
      <dgm:spPr/>
      <dgm:t>
        <a:bodyPr/>
        <a:lstStyle/>
        <a:p>
          <a:endParaRPr lang="en-US"/>
        </a:p>
      </dgm:t>
    </dgm:pt>
    <dgm:pt modelId="{272BEF6D-D476-4E4B-A329-01551D74DA75}" type="sibTrans" cxnId="{81241166-8F37-486C-8D7C-70CD5B57EE32}">
      <dgm:prSet/>
      <dgm:spPr/>
      <dgm:t>
        <a:bodyPr/>
        <a:lstStyle/>
        <a:p>
          <a:endParaRPr lang="en-US"/>
        </a:p>
      </dgm:t>
    </dgm:pt>
    <dgm:pt modelId="{B80A53B1-EB1D-4302-988A-D229E7512261}">
      <dgm:prSet/>
      <dgm:spPr/>
      <dgm:t>
        <a:bodyPr/>
        <a:lstStyle/>
        <a:p>
          <a:r>
            <a:rPr lang="en-US"/>
            <a:t>Sales Velocity </a:t>
          </a:r>
        </a:p>
      </dgm:t>
    </dgm:pt>
    <dgm:pt modelId="{C660C000-BBB1-4395-A0FD-E91B2ABA41DA}" type="parTrans" cxnId="{8E3740B1-2715-484C-AC05-A47B1E5ACD50}">
      <dgm:prSet/>
      <dgm:spPr/>
      <dgm:t>
        <a:bodyPr/>
        <a:lstStyle/>
        <a:p>
          <a:endParaRPr lang="en-US"/>
        </a:p>
      </dgm:t>
    </dgm:pt>
    <dgm:pt modelId="{F655DDFB-60A8-4950-8AAA-B44B71D05B87}" type="sibTrans" cxnId="{8E3740B1-2715-484C-AC05-A47B1E5ACD50}">
      <dgm:prSet/>
      <dgm:spPr/>
      <dgm:t>
        <a:bodyPr/>
        <a:lstStyle/>
        <a:p>
          <a:endParaRPr lang="en-US"/>
        </a:p>
      </dgm:t>
    </dgm:pt>
    <dgm:pt modelId="{097592D2-C491-41C2-B14D-58D013ADFB64}">
      <dgm:prSet/>
      <dgm:spPr/>
      <dgm:t>
        <a:bodyPr/>
        <a:lstStyle/>
        <a:p>
          <a:r>
            <a:rPr lang="en-US"/>
            <a:t>Customer Experience Signals</a:t>
          </a:r>
        </a:p>
      </dgm:t>
    </dgm:pt>
    <dgm:pt modelId="{B4756A25-7498-4982-9A06-24087F0A3898}" type="parTrans" cxnId="{935C0BA5-A855-4851-909A-96EBBC872757}">
      <dgm:prSet/>
      <dgm:spPr/>
      <dgm:t>
        <a:bodyPr/>
        <a:lstStyle/>
        <a:p>
          <a:endParaRPr lang="en-US"/>
        </a:p>
      </dgm:t>
    </dgm:pt>
    <dgm:pt modelId="{9969FE33-1713-4B34-83B1-0350EF34FEEA}" type="sibTrans" cxnId="{935C0BA5-A855-4851-909A-96EBBC872757}">
      <dgm:prSet/>
      <dgm:spPr/>
      <dgm:t>
        <a:bodyPr/>
        <a:lstStyle/>
        <a:p>
          <a:endParaRPr lang="en-US"/>
        </a:p>
      </dgm:t>
    </dgm:pt>
    <dgm:pt modelId="{58DFCA14-7910-4831-81DF-0B6533A91C20}" type="pres">
      <dgm:prSet presAssocID="{77AEE1C6-7848-4294-8618-A78D721706F9}" presName="linear" presStyleCnt="0">
        <dgm:presLayoutVars>
          <dgm:animLvl val="lvl"/>
          <dgm:resizeHandles val="exact"/>
        </dgm:presLayoutVars>
      </dgm:prSet>
      <dgm:spPr/>
    </dgm:pt>
    <dgm:pt modelId="{40C883C3-3A0E-406D-AD40-A0F150237132}" type="pres">
      <dgm:prSet presAssocID="{BF0370C1-8521-45EA-AE55-DB668E50CF60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0DFB01CB-6451-4A43-930E-6757F012FF9B}" type="pres">
      <dgm:prSet presAssocID="{FEB3429C-5F2A-44DE-BA85-0CAF4E6C15CE}" presName="spacer" presStyleCnt="0"/>
      <dgm:spPr/>
    </dgm:pt>
    <dgm:pt modelId="{34AEE803-D72F-4071-AE18-44F0C3ED3B10}" type="pres">
      <dgm:prSet presAssocID="{9CFD236F-B968-48FF-AA2C-49DAF9A20B57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53CD0859-D284-49B8-9963-448A3AB70A3D}" type="pres">
      <dgm:prSet presAssocID="{EC53739D-43C4-4CCD-AB21-5D6996D6D8D3}" presName="spacer" presStyleCnt="0"/>
      <dgm:spPr/>
    </dgm:pt>
    <dgm:pt modelId="{A2AC550D-922B-4865-9BC6-DDBCED0E0787}" type="pres">
      <dgm:prSet presAssocID="{A4316FD6-207E-4EEF-BD54-B70BC1C4F9BD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56C9E31B-378F-4957-8BFC-754C28BA82CE}" type="pres">
      <dgm:prSet presAssocID="{272BEF6D-D476-4E4B-A329-01551D74DA75}" presName="spacer" presStyleCnt="0"/>
      <dgm:spPr/>
    </dgm:pt>
    <dgm:pt modelId="{AD69B797-DE16-464F-83B7-AAAAEFB80885}" type="pres">
      <dgm:prSet presAssocID="{B80A53B1-EB1D-4302-988A-D229E7512261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651D083F-AA1C-4821-B1A5-7781A462152D}" type="pres">
      <dgm:prSet presAssocID="{F655DDFB-60A8-4950-8AAA-B44B71D05B87}" presName="spacer" presStyleCnt="0"/>
      <dgm:spPr/>
    </dgm:pt>
    <dgm:pt modelId="{8E7916A0-79BB-4B87-84CA-FDC414D5BEDE}" type="pres">
      <dgm:prSet presAssocID="{097592D2-C491-41C2-B14D-58D013ADFB64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D5085400-033B-4F16-8500-6E0D78398BD6}" type="presOf" srcId="{9CFD236F-B968-48FF-AA2C-49DAF9A20B57}" destId="{34AEE803-D72F-4071-AE18-44F0C3ED3B10}" srcOrd="0" destOrd="0" presId="urn:microsoft.com/office/officeart/2005/8/layout/vList2"/>
    <dgm:cxn modelId="{9362FC1F-8C56-4BD0-B4A2-54E564C6B46B}" type="presOf" srcId="{BF0370C1-8521-45EA-AE55-DB668E50CF60}" destId="{40C883C3-3A0E-406D-AD40-A0F150237132}" srcOrd="0" destOrd="0" presId="urn:microsoft.com/office/officeart/2005/8/layout/vList2"/>
    <dgm:cxn modelId="{81241166-8F37-486C-8D7C-70CD5B57EE32}" srcId="{77AEE1C6-7848-4294-8618-A78D721706F9}" destId="{A4316FD6-207E-4EEF-BD54-B70BC1C4F9BD}" srcOrd="2" destOrd="0" parTransId="{9D75A686-8E54-4488-B8E3-7E03A295A758}" sibTransId="{272BEF6D-D476-4E4B-A329-01551D74DA75}"/>
    <dgm:cxn modelId="{0A5FA746-A2E8-42DA-B5C5-F7EDFE69C369}" type="presOf" srcId="{097592D2-C491-41C2-B14D-58D013ADFB64}" destId="{8E7916A0-79BB-4B87-84CA-FDC414D5BEDE}" srcOrd="0" destOrd="0" presId="urn:microsoft.com/office/officeart/2005/8/layout/vList2"/>
    <dgm:cxn modelId="{9096AD69-C953-497F-8BE2-D9E888365236}" srcId="{77AEE1C6-7848-4294-8618-A78D721706F9}" destId="{9CFD236F-B968-48FF-AA2C-49DAF9A20B57}" srcOrd="1" destOrd="0" parTransId="{ADC9A4E8-57F0-4E4E-A30B-34D25D708A24}" sibTransId="{EC53739D-43C4-4CCD-AB21-5D6996D6D8D3}"/>
    <dgm:cxn modelId="{86661497-628F-435D-A18B-44346C3A8644}" type="presOf" srcId="{A4316FD6-207E-4EEF-BD54-B70BC1C4F9BD}" destId="{A2AC550D-922B-4865-9BC6-DDBCED0E0787}" srcOrd="0" destOrd="0" presId="urn:microsoft.com/office/officeart/2005/8/layout/vList2"/>
    <dgm:cxn modelId="{E9F8E8A0-DEF3-496B-9272-7699D72D53E5}" type="presOf" srcId="{77AEE1C6-7848-4294-8618-A78D721706F9}" destId="{58DFCA14-7910-4831-81DF-0B6533A91C20}" srcOrd="0" destOrd="0" presId="urn:microsoft.com/office/officeart/2005/8/layout/vList2"/>
    <dgm:cxn modelId="{935C0BA5-A855-4851-909A-96EBBC872757}" srcId="{77AEE1C6-7848-4294-8618-A78D721706F9}" destId="{097592D2-C491-41C2-B14D-58D013ADFB64}" srcOrd="4" destOrd="0" parTransId="{B4756A25-7498-4982-9A06-24087F0A3898}" sibTransId="{9969FE33-1713-4B34-83B1-0350EF34FEEA}"/>
    <dgm:cxn modelId="{8E3740B1-2715-484C-AC05-A47B1E5ACD50}" srcId="{77AEE1C6-7848-4294-8618-A78D721706F9}" destId="{B80A53B1-EB1D-4302-988A-D229E7512261}" srcOrd="3" destOrd="0" parTransId="{C660C000-BBB1-4395-A0FD-E91B2ABA41DA}" sibTransId="{F655DDFB-60A8-4950-8AAA-B44B71D05B87}"/>
    <dgm:cxn modelId="{DE0917B5-B216-43B2-8AB4-AABEB832AE06}" srcId="{77AEE1C6-7848-4294-8618-A78D721706F9}" destId="{BF0370C1-8521-45EA-AE55-DB668E50CF60}" srcOrd="0" destOrd="0" parTransId="{8DA90796-7155-4379-A32F-26CE7230571D}" sibTransId="{FEB3429C-5F2A-44DE-BA85-0CAF4E6C15CE}"/>
    <dgm:cxn modelId="{B4C2F2F0-EF87-42EA-A37F-C88FA28E4BDD}" type="presOf" srcId="{B80A53B1-EB1D-4302-988A-D229E7512261}" destId="{AD69B797-DE16-464F-83B7-AAAAEFB80885}" srcOrd="0" destOrd="0" presId="urn:microsoft.com/office/officeart/2005/8/layout/vList2"/>
    <dgm:cxn modelId="{07CA6AD2-0CC2-414F-89BC-D33DA18E7501}" type="presParOf" srcId="{58DFCA14-7910-4831-81DF-0B6533A91C20}" destId="{40C883C3-3A0E-406D-AD40-A0F150237132}" srcOrd="0" destOrd="0" presId="urn:microsoft.com/office/officeart/2005/8/layout/vList2"/>
    <dgm:cxn modelId="{1077648D-A3E3-4A83-BF79-B69D53C3EA00}" type="presParOf" srcId="{58DFCA14-7910-4831-81DF-0B6533A91C20}" destId="{0DFB01CB-6451-4A43-930E-6757F012FF9B}" srcOrd="1" destOrd="0" presId="urn:microsoft.com/office/officeart/2005/8/layout/vList2"/>
    <dgm:cxn modelId="{78A37DF6-DFBC-41B6-80C2-E9E9EFA95B5B}" type="presParOf" srcId="{58DFCA14-7910-4831-81DF-0B6533A91C20}" destId="{34AEE803-D72F-4071-AE18-44F0C3ED3B10}" srcOrd="2" destOrd="0" presId="urn:microsoft.com/office/officeart/2005/8/layout/vList2"/>
    <dgm:cxn modelId="{3C8C5D40-A76F-4A22-8AE7-303F207F038C}" type="presParOf" srcId="{58DFCA14-7910-4831-81DF-0B6533A91C20}" destId="{53CD0859-D284-49B8-9963-448A3AB70A3D}" srcOrd="3" destOrd="0" presId="urn:microsoft.com/office/officeart/2005/8/layout/vList2"/>
    <dgm:cxn modelId="{93793DEE-6330-4657-AAD6-E05F2CC96C57}" type="presParOf" srcId="{58DFCA14-7910-4831-81DF-0B6533A91C20}" destId="{A2AC550D-922B-4865-9BC6-DDBCED0E0787}" srcOrd="4" destOrd="0" presId="urn:microsoft.com/office/officeart/2005/8/layout/vList2"/>
    <dgm:cxn modelId="{F861F86A-460C-414A-B540-BFF1E3A9153C}" type="presParOf" srcId="{58DFCA14-7910-4831-81DF-0B6533A91C20}" destId="{56C9E31B-378F-4957-8BFC-754C28BA82CE}" srcOrd="5" destOrd="0" presId="urn:microsoft.com/office/officeart/2005/8/layout/vList2"/>
    <dgm:cxn modelId="{BA4DB40B-4E29-43D3-AAD5-3E0B5E0B4C61}" type="presParOf" srcId="{58DFCA14-7910-4831-81DF-0B6533A91C20}" destId="{AD69B797-DE16-464F-83B7-AAAAEFB80885}" srcOrd="6" destOrd="0" presId="urn:microsoft.com/office/officeart/2005/8/layout/vList2"/>
    <dgm:cxn modelId="{54E2232B-A6C7-490A-8EA9-25EF8188758A}" type="presParOf" srcId="{58DFCA14-7910-4831-81DF-0B6533A91C20}" destId="{651D083F-AA1C-4821-B1A5-7781A462152D}" srcOrd="7" destOrd="0" presId="urn:microsoft.com/office/officeart/2005/8/layout/vList2"/>
    <dgm:cxn modelId="{7DB982D1-4FC6-4383-A872-839B5A8F927C}" type="presParOf" srcId="{58DFCA14-7910-4831-81DF-0B6533A91C20}" destId="{8E7916A0-79BB-4B87-84CA-FDC414D5BEDE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E0945CF-8F0C-4947-AECA-CBB87000230E}" type="doc">
      <dgm:prSet loTypeId="urn:microsoft.com/office/officeart/2005/8/layout/vProcess5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2B1FD847-91C6-46E1-9819-9A80EE4E125C}">
      <dgm:prSet/>
      <dgm:spPr/>
      <dgm:t>
        <a:bodyPr/>
        <a:lstStyle/>
        <a:p>
          <a:pPr>
            <a:defRPr cap="all"/>
          </a:pPr>
          <a:r>
            <a:rPr lang="en-US"/>
            <a:t>Cold start problem</a:t>
          </a:r>
        </a:p>
      </dgm:t>
    </dgm:pt>
    <dgm:pt modelId="{C40B9D7D-A56E-41C5-AD33-65767C7D2233}" type="parTrans" cxnId="{14987987-567D-4EC3-9FB3-E312696D03FD}">
      <dgm:prSet/>
      <dgm:spPr/>
      <dgm:t>
        <a:bodyPr/>
        <a:lstStyle/>
        <a:p>
          <a:endParaRPr lang="en-US"/>
        </a:p>
      </dgm:t>
    </dgm:pt>
    <dgm:pt modelId="{AF1DC713-973C-47D0-A5B2-E78C634739EE}" type="sibTrans" cxnId="{14987987-567D-4EC3-9FB3-E312696D03FD}">
      <dgm:prSet/>
      <dgm:spPr/>
      <dgm:t>
        <a:bodyPr/>
        <a:lstStyle/>
        <a:p>
          <a:endParaRPr lang="en-US"/>
        </a:p>
      </dgm:t>
    </dgm:pt>
    <dgm:pt modelId="{29190259-ED5D-4582-A524-DD5A2A0955DC}">
      <dgm:prSet/>
      <dgm:spPr/>
      <dgm:t>
        <a:bodyPr/>
        <a:lstStyle/>
        <a:p>
          <a:pPr>
            <a:defRPr cap="all"/>
          </a:pPr>
          <a:r>
            <a:rPr lang="en-US"/>
            <a:t>Data sparsity</a:t>
          </a:r>
        </a:p>
      </dgm:t>
    </dgm:pt>
    <dgm:pt modelId="{BE4CAFB4-B582-4870-8EB6-735F0A4B77F7}" type="parTrans" cxnId="{571D8D05-6E6F-4281-8381-0A37CCA4DCBD}">
      <dgm:prSet/>
      <dgm:spPr/>
      <dgm:t>
        <a:bodyPr/>
        <a:lstStyle/>
        <a:p>
          <a:endParaRPr lang="en-US"/>
        </a:p>
      </dgm:t>
    </dgm:pt>
    <dgm:pt modelId="{386AB08B-DEDD-4DAB-8870-57683040DCD1}" type="sibTrans" cxnId="{571D8D05-6E6F-4281-8381-0A37CCA4DCBD}">
      <dgm:prSet/>
      <dgm:spPr/>
      <dgm:t>
        <a:bodyPr/>
        <a:lstStyle/>
        <a:p>
          <a:endParaRPr lang="en-US"/>
        </a:p>
      </dgm:t>
    </dgm:pt>
    <dgm:pt modelId="{3B3270D0-2860-49F5-91F1-DF14DC2B8E18}">
      <dgm:prSet/>
      <dgm:spPr/>
      <dgm:t>
        <a:bodyPr/>
        <a:lstStyle/>
        <a:p>
          <a:pPr>
            <a:defRPr cap="all"/>
          </a:pPr>
          <a:r>
            <a:rPr lang="en-US"/>
            <a:t>Bias toward popular items</a:t>
          </a:r>
        </a:p>
      </dgm:t>
    </dgm:pt>
    <dgm:pt modelId="{87362DDB-782C-4FDB-AD4D-391468BBABFC}" type="parTrans" cxnId="{7A2996F5-8B74-41F5-AE46-B86EF6BA94BD}">
      <dgm:prSet/>
      <dgm:spPr/>
      <dgm:t>
        <a:bodyPr/>
        <a:lstStyle/>
        <a:p>
          <a:endParaRPr lang="en-US"/>
        </a:p>
      </dgm:t>
    </dgm:pt>
    <dgm:pt modelId="{90A1720B-7EA1-40DC-8C89-A1FB27F763F2}" type="sibTrans" cxnId="{7A2996F5-8B74-41F5-AE46-B86EF6BA94BD}">
      <dgm:prSet/>
      <dgm:spPr/>
      <dgm:t>
        <a:bodyPr/>
        <a:lstStyle/>
        <a:p>
          <a:endParaRPr lang="en-US"/>
        </a:p>
      </dgm:t>
    </dgm:pt>
    <dgm:pt modelId="{04DF51B2-D430-46B9-9880-24863F3B0A89}" type="pres">
      <dgm:prSet presAssocID="{EE0945CF-8F0C-4947-AECA-CBB87000230E}" presName="outerComposite" presStyleCnt="0">
        <dgm:presLayoutVars>
          <dgm:chMax val="5"/>
          <dgm:dir/>
          <dgm:resizeHandles val="exact"/>
        </dgm:presLayoutVars>
      </dgm:prSet>
      <dgm:spPr/>
    </dgm:pt>
    <dgm:pt modelId="{A762F3DF-4403-4089-8D84-AFBA430BA9F1}" type="pres">
      <dgm:prSet presAssocID="{EE0945CF-8F0C-4947-AECA-CBB87000230E}" presName="dummyMaxCanvas" presStyleCnt="0">
        <dgm:presLayoutVars/>
      </dgm:prSet>
      <dgm:spPr/>
    </dgm:pt>
    <dgm:pt modelId="{D1EDA655-344D-4496-A6BC-DB9835382CEA}" type="pres">
      <dgm:prSet presAssocID="{EE0945CF-8F0C-4947-AECA-CBB87000230E}" presName="ThreeNodes_1" presStyleLbl="node1" presStyleIdx="0" presStyleCnt="3">
        <dgm:presLayoutVars>
          <dgm:bulletEnabled val="1"/>
        </dgm:presLayoutVars>
      </dgm:prSet>
      <dgm:spPr/>
    </dgm:pt>
    <dgm:pt modelId="{081007C4-04D5-4874-9344-57942C63050C}" type="pres">
      <dgm:prSet presAssocID="{EE0945CF-8F0C-4947-AECA-CBB87000230E}" presName="ThreeNodes_2" presStyleLbl="node1" presStyleIdx="1" presStyleCnt="3">
        <dgm:presLayoutVars>
          <dgm:bulletEnabled val="1"/>
        </dgm:presLayoutVars>
      </dgm:prSet>
      <dgm:spPr/>
    </dgm:pt>
    <dgm:pt modelId="{A19B05DE-B4CD-44FE-95DB-26C569F632D4}" type="pres">
      <dgm:prSet presAssocID="{EE0945CF-8F0C-4947-AECA-CBB87000230E}" presName="ThreeNodes_3" presStyleLbl="node1" presStyleIdx="2" presStyleCnt="3">
        <dgm:presLayoutVars>
          <dgm:bulletEnabled val="1"/>
        </dgm:presLayoutVars>
      </dgm:prSet>
      <dgm:spPr/>
    </dgm:pt>
    <dgm:pt modelId="{14A2D2AA-7658-43AA-A284-6DDD2A0D6FA1}" type="pres">
      <dgm:prSet presAssocID="{EE0945CF-8F0C-4947-AECA-CBB87000230E}" presName="ThreeConn_1-2" presStyleLbl="fgAccFollowNode1" presStyleIdx="0" presStyleCnt="2">
        <dgm:presLayoutVars>
          <dgm:bulletEnabled val="1"/>
        </dgm:presLayoutVars>
      </dgm:prSet>
      <dgm:spPr/>
    </dgm:pt>
    <dgm:pt modelId="{BCDB5C52-3673-4F28-A485-C85685D1EA0C}" type="pres">
      <dgm:prSet presAssocID="{EE0945CF-8F0C-4947-AECA-CBB87000230E}" presName="ThreeConn_2-3" presStyleLbl="fgAccFollowNode1" presStyleIdx="1" presStyleCnt="2">
        <dgm:presLayoutVars>
          <dgm:bulletEnabled val="1"/>
        </dgm:presLayoutVars>
      </dgm:prSet>
      <dgm:spPr/>
    </dgm:pt>
    <dgm:pt modelId="{C9CA94AF-FC9C-4195-9AFD-B625913ABBC4}" type="pres">
      <dgm:prSet presAssocID="{EE0945CF-8F0C-4947-AECA-CBB87000230E}" presName="ThreeNodes_1_text" presStyleLbl="node1" presStyleIdx="2" presStyleCnt="3">
        <dgm:presLayoutVars>
          <dgm:bulletEnabled val="1"/>
        </dgm:presLayoutVars>
      </dgm:prSet>
      <dgm:spPr/>
    </dgm:pt>
    <dgm:pt modelId="{5C2FDC1F-025A-4A8D-9600-8D49C2E18CC1}" type="pres">
      <dgm:prSet presAssocID="{EE0945CF-8F0C-4947-AECA-CBB87000230E}" presName="ThreeNodes_2_text" presStyleLbl="node1" presStyleIdx="2" presStyleCnt="3">
        <dgm:presLayoutVars>
          <dgm:bulletEnabled val="1"/>
        </dgm:presLayoutVars>
      </dgm:prSet>
      <dgm:spPr/>
    </dgm:pt>
    <dgm:pt modelId="{E91DEE1C-2C9B-4384-AA9E-AD37340EF666}" type="pres">
      <dgm:prSet presAssocID="{EE0945CF-8F0C-4947-AECA-CBB87000230E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571D8D05-6E6F-4281-8381-0A37CCA4DCBD}" srcId="{EE0945CF-8F0C-4947-AECA-CBB87000230E}" destId="{29190259-ED5D-4582-A524-DD5A2A0955DC}" srcOrd="1" destOrd="0" parTransId="{BE4CAFB4-B582-4870-8EB6-735F0A4B77F7}" sibTransId="{386AB08B-DEDD-4DAB-8870-57683040DCD1}"/>
    <dgm:cxn modelId="{21BF622F-D843-46F5-B379-66EEAF5B689B}" type="presOf" srcId="{29190259-ED5D-4582-A524-DD5A2A0955DC}" destId="{5C2FDC1F-025A-4A8D-9600-8D49C2E18CC1}" srcOrd="1" destOrd="0" presId="urn:microsoft.com/office/officeart/2005/8/layout/vProcess5"/>
    <dgm:cxn modelId="{3D9E1332-66F9-45C2-9083-9F6C3EC1AE6B}" type="presOf" srcId="{3B3270D0-2860-49F5-91F1-DF14DC2B8E18}" destId="{E91DEE1C-2C9B-4384-AA9E-AD37340EF666}" srcOrd="1" destOrd="0" presId="urn:microsoft.com/office/officeart/2005/8/layout/vProcess5"/>
    <dgm:cxn modelId="{B6A8F15E-58D6-4958-8F53-E69C6D937B1A}" type="presOf" srcId="{3B3270D0-2860-49F5-91F1-DF14DC2B8E18}" destId="{A19B05DE-B4CD-44FE-95DB-26C569F632D4}" srcOrd="0" destOrd="0" presId="urn:microsoft.com/office/officeart/2005/8/layout/vProcess5"/>
    <dgm:cxn modelId="{F8E7A848-786C-42BC-B7D3-BDBD45C910E3}" type="presOf" srcId="{386AB08B-DEDD-4DAB-8870-57683040DCD1}" destId="{BCDB5C52-3673-4F28-A485-C85685D1EA0C}" srcOrd="0" destOrd="0" presId="urn:microsoft.com/office/officeart/2005/8/layout/vProcess5"/>
    <dgm:cxn modelId="{0328807F-D15F-4F89-8001-9F1D4FDB0CA1}" type="presOf" srcId="{2B1FD847-91C6-46E1-9819-9A80EE4E125C}" destId="{C9CA94AF-FC9C-4195-9AFD-B625913ABBC4}" srcOrd="1" destOrd="0" presId="urn:microsoft.com/office/officeart/2005/8/layout/vProcess5"/>
    <dgm:cxn modelId="{021D9D84-08D5-4B80-A023-8A3DE3CC1AD5}" type="presOf" srcId="{29190259-ED5D-4582-A524-DD5A2A0955DC}" destId="{081007C4-04D5-4874-9344-57942C63050C}" srcOrd="0" destOrd="0" presId="urn:microsoft.com/office/officeart/2005/8/layout/vProcess5"/>
    <dgm:cxn modelId="{14987987-567D-4EC3-9FB3-E312696D03FD}" srcId="{EE0945CF-8F0C-4947-AECA-CBB87000230E}" destId="{2B1FD847-91C6-46E1-9819-9A80EE4E125C}" srcOrd="0" destOrd="0" parTransId="{C40B9D7D-A56E-41C5-AD33-65767C7D2233}" sibTransId="{AF1DC713-973C-47D0-A5B2-E78C634739EE}"/>
    <dgm:cxn modelId="{7D29E1B3-219D-4338-B4E1-F5AC83CD4F30}" type="presOf" srcId="{2B1FD847-91C6-46E1-9819-9A80EE4E125C}" destId="{D1EDA655-344D-4496-A6BC-DB9835382CEA}" srcOrd="0" destOrd="0" presId="urn:microsoft.com/office/officeart/2005/8/layout/vProcess5"/>
    <dgm:cxn modelId="{9FAEE0D9-B49C-484C-9FF7-00D923DD3561}" type="presOf" srcId="{AF1DC713-973C-47D0-A5B2-E78C634739EE}" destId="{14A2D2AA-7658-43AA-A284-6DDD2A0D6FA1}" srcOrd="0" destOrd="0" presId="urn:microsoft.com/office/officeart/2005/8/layout/vProcess5"/>
    <dgm:cxn modelId="{E600A6E1-AA16-4995-A989-E7A9907197FE}" type="presOf" srcId="{EE0945CF-8F0C-4947-AECA-CBB87000230E}" destId="{04DF51B2-D430-46B9-9880-24863F3B0A89}" srcOrd="0" destOrd="0" presId="urn:microsoft.com/office/officeart/2005/8/layout/vProcess5"/>
    <dgm:cxn modelId="{7A2996F5-8B74-41F5-AE46-B86EF6BA94BD}" srcId="{EE0945CF-8F0C-4947-AECA-CBB87000230E}" destId="{3B3270D0-2860-49F5-91F1-DF14DC2B8E18}" srcOrd="2" destOrd="0" parTransId="{87362DDB-782C-4FDB-AD4D-391468BBABFC}" sibTransId="{90A1720B-7EA1-40DC-8C89-A1FB27F763F2}"/>
    <dgm:cxn modelId="{37FE174B-7A9B-4D74-A175-760CF0F94BF8}" type="presParOf" srcId="{04DF51B2-D430-46B9-9880-24863F3B0A89}" destId="{A762F3DF-4403-4089-8D84-AFBA430BA9F1}" srcOrd="0" destOrd="0" presId="urn:microsoft.com/office/officeart/2005/8/layout/vProcess5"/>
    <dgm:cxn modelId="{BE371BAA-15F0-4D55-A57F-796B9E7114CB}" type="presParOf" srcId="{04DF51B2-D430-46B9-9880-24863F3B0A89}" destId="{D1EDA655-344D-4496-A6BC-DB9835382CEA}" srcOrd="1" destOrd="0" presId="urn:microsoft.com/office/officeart/2005/8/layout/vProcess5"/>
    <dgm:cxn modelId="{A4CADB5E-BB34-495B-8332-0653A2D0247A}" type="presParOf" srcId="{04DF51B2-D430-46B9-9880-24863F3B0A89}" destId="{081007C4-04D5-4874-9344-57942C63050C}" srcOrd="2" destOrd="0" presId="urn:microsoft.com/office/officeart/2005/8/layout/vProcess5"/>
    <dgm:cxn modelId="{AE439880-3BF3-4C50-84E0-DCE71D884108}" type="presParOf" srcId="{04DF51B2-D430-46B9-9880-24863F3B0A89}" destId="{A19B05DE-B4CD-44FE-95DB-26C569F632D4}" srcOrd="3" destOrd="0" presId="urn:microsoft.com/office/officeart/2005/8/layout/vProcess5"/>
    <dgm:cxn modelId="{468CCB6D-528B-46CC-9213-93599283E380}" type="presParOf" srcId="{04DF51B2-D430-46B9-9880-24863F3B0A89}" destId="{14A2D2AA-7658-43AA-A284-6DDD2A0D6FA1}" srcOrd="4" destOrd="0" presId="urn:microsoft.com/office/officeart/2005/8/layout/vProcess5"/>
    <dgm:cxn modelId="{E732154A-A822-4429-B9A3-BA162228F794}" type="presParOf" srcId="{04DF51B2-D430-46B9-9880-24863F3B0A89}" destId="{BCDB5C52-3673-4F28-A485-C85685D1EA0C}" srcOrd="5" destOrd="0" presId="urn:microsoft.com/office/officeart/2005/8/layout/vProcess5"/>
    <dgm:cxn modelId="{CC96EE92-49A2-4BE5-AF9A-25E5A29949DE}" type="presParOf" srcId="{04DF51B2-D430-46B9-9880-24863F3B0A89}" destId="{C9CA94AF-FC9C-4195-9AFD-B625913ABBC4}" srcOrd="6" destOrd="0" presId="urn:microsoft.com/office/officeart/2005/8/layout/vProcess5"/>
    <dgm:cxn modelId="{CCC0F536-E478-4472-8D23-9AFFF97E195D}" type="presParOf" srcId="{04DF51B2-D430-46B9-9880-24863F3B0A89}" destId="{5C2FDC1F-025A-4A8D-9600-8D49C2E18CC1}" srcOrd="7" destOrd="0" presId="urn:microsoft.com/office/officeart/2005/8/layout/vProcess5"/>
    <dgm:cxn modelId="{174BE069-0EF4-4E55-B9CC-1D7ED7061155}" type="presParOf" srcId="{04DF51B2-D430-46B9-9880-24863F3B0A89}" destId="{E91DEE1C-2C9B-4384-AA9E-AD37340EF666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E57A881E-D5B1-4092-9D85-FA43195041E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8CEC64F-FBDE-40E5-BC9E-603A0F28820D}">
      <dgm:prSet/>
      <dgm:spPr/>
      <dgm:t>
        <a:bodyPr/>
        <a:lstStyle/>
        <a:p>
          <a:r>
            <a:rPr lang="en-US"/>
            <a:t>McKinsey Study: 35% of sales</a:t>
          </a:r>
        </a:p>
      </dgm:t>
    </dgm:pt>
    <dgm:pt modelId="{1413310A-88DE-468B-957E-B76F70F47CF0}" type="parTrans" cxnId="{24D181B2-B468-42C6-928A-46A4022AE599}">
      <dgm:prSet/>
      <dgm:spPr/>
      <dgm:t>
        <a:bodyPr/>
        <a:lstStyle/>
        <a:p>
          <a:endParaRPr lang="en-US"/>
        </a:p>
      </dgm:t>
    </dgm:pt>
    <dgm:pt modelId="{8DD3E688-26AF-41F1-B5D3-3A4A083DBB1C}" type="sibTrans" cxnId="{24D181B2-B468-42C6-928A-46A4022AE599}">
      <dgm:prSet/>
      <dgm:spPr/>
      <dgm:t>
        <a:bodyPr/>
        <a:lstStyle/>
        <a:p>
          <a:endParaRPr lang="en-US"/>
        </a:p>
      </dgm:t>
    </dgm:pt>
    <dgm:pt modelId="{52442AE1-A3ED-414D-B041-F8B777C8F1C0}">
      <dgm:prSet/>
      <dgm:spPr/>
      <dgm:t>
        <a:bodyPr/>
        <a:lstStyle/>
        <a:p>
          <a:r>
            <a:rPr lang="en-US"/>
            <a:t>Enhanced customer experience</a:t>
          </a:r>
        </a:p>
      </dgm:t>
    </dgm:pt>
    <dgm:pt modelId="{9ECCC360-91E2-4E1B-8129-3B4049D62C58}" type="parTrans" cxnId="{C5D1B4B7-5055-40EA-9B93-D3BC93CA85E5}">
      <dgm:prSet/>
      <dgm:spPr/>
      <dgm:t>
        <a:bodyPr/>
        <a:lstStyle/>
        <a:p>
          <a:endParaRPr lang="en-US"/>
        </a:p>
      </dgm:t>
    </dgm:pt>
    <dgm:pt modelId="{621F97D2-B28A-4D6D-ABB2-FF19411E5F8F}" type="sibTrans" cxnId="{C5D1B4B7-5055-40EA-9B93-D3BC93CA85E5}">
      <dgm:prSet/>
      <dgm:spPr/>
      <dgm:t>
        <a:bodyPr/>
        <a:lstStyle/>
        <a:p>
          <a:endParaRPr lang="en-US"/>
        </a:p>
      </dgm:t>
    </dgm:pt>
    <dgm:pt modelId="{F8C48CF3-2E8A-4457-B964-34365E4FEFBD}">
      <dgm:prSet/>
      <dgm:spPr/>
      <dgm:t>
        <a:bodyPr/>
        <a:lstStyle/>
        <a:p>
          <a:r>
            <a:rPr lang="en-US"/>
            <a:t>Product Discovery</a:t>
          </a:r>
        </a:p>
      </dgm:t>
    </dgm:pt>
    <dgm:pt modelId="{DBBEE44E-0A05-4073-86E0-3C886AF9893F}" type="parTrans" cxnId="{6FFAE408-1224-4B81-AFAD-E3D6B36E9585}">
      <dgm:prSet/>
      <dgm:spPr/>
      <dgm:t>
        <a:bodyPr/>
        <a:lstStyle/>
        <a:p>
          <a:endParaRPr lang="en-US"/>
        </a:p>
      </dgm:t>
    </dgm:pt>
    <dgm:pt modelId="{52E50B6A-C168-4AEF-9F70-FB4CBE36C62B}" type="sibTrans" cxnId="{6FFAE408-1224-4B81-AFAD-E3D6B36E9585}">
      <dgm:prSet/>
      <dgm:spPr/>
      <dgm:t>
        <a:bodyPr/>
        <a:lstStyle/>
        <a:p>
          <a:endParaRPr lang="en-US"/>
        </a:p>
      </dgm:t>
    </dgm:pt>
    <dgm:pt modelId="{0AA81C1F-FCDA-4BAB-A465-4A9F5ECE53D4}">
      <dgm:prSet/>
      <dgm:spPr/>
      <dgm:t>
        <a:bodyPr/>
        <a:lstStyle/>
        <a:p>
          <a:r>
            <a:rPr lang="en-US"/>
            <a:t>Higher conversion rates</a:t>
          </a:r>
        </a:p>
      </dgm:t>
    </dgm:pt>
    <dgm:pt modelId="{718AF782-7E7E-4129-9EEB-9EADB87DE841}" type="parTrans" cxnId="{B6B22426-0D32-456F-A3F4-FCCE7E52F593}">
      <dgm:prSet/>
      <dgm:spPr/>
      <dgm:t>
        <a:bodyPr/>
        <a:lstStyle/>
        <a:p>
          <a:endParaRPr lang="en-US"/>
        </a:p>
      </dgm:t>
    </dgm:pt>
    <dgm:pt modelId="{92336711-5080-4A54-B129-20155C181D3F}" type="sibTrans" cxnId="{B6B22426-0D32-456F-A3F4-FCCE7E52F593}">
      <dgm:prSet/>
      <dgm:spPr/>
      <dgm:t>
        <a:bodyPr/>
        <a:lstStyle/>
        <a:p>
          <a:endParaRPr lang="en-US"/>
        </a:p>
      </dgm:t>
    </dgm:pt>
    <dgm:pt modelId="{7EA3809C-FF90-4E88-9010-7B14845EEB38}">
      <dgm:prSet/>
      <dgm:spPr/>
      <dgm:t>
        <a:bodyPr/>
        <a:lstStyle/>
        <a:p>
          <a:r>
            <a:rPr lang="en-US"/>
            <a:t>Efficient Inventory management</a:t>
          </a:r>
        </a:p>
      </dgm:t>
    </dgm:pt>
    <dgm:pt modelId="{16DF4749-23B5-4B65-ADBB-BEF60D1305B9}" type="parTrans" cxnId="{0ACF56A1-5313-4BC7-BA46-6A2850FA4586}">
      <dgm:prSet/>
      <dgm:spPr/>
      <dgm:t>
        <a:bodyPr/>
        <a:lstStyle/>
        <a:p>
          <a:endParaRPr lang="en-US"/>
        </a:p>
      </dgm:t>
    </dgm:pt>
    <dgm:pt modelId="{E2313B9F-3F37-4DA2-A4DC-C63572066C37}" type="sibTrans" cxnId="{0ACF56A1-5313-4BC7-BA46-6A2850FA4586}">
      <dgm:prSet/>
      <dgm:spPr/>
      <dgm:t>
        <a:bodyPr/>
        <a:lstStyle/>
        <a:p>
          <a:endParaRPr lang="en-US"/>
        </a:p>
      </dgm:t>
    </dgm:pt>
    <dgm:pt modelId="{A1A92F8E-03AB-4744-B225-1D44F5C968ED}">
      <dgm:prSet/>
      <dgm:spPr/>
      <dgm:t>
        <a:bodyPr/>
        <a:lstStyle/>
        <a:p>
          <a:r>
            <a:rPr lang="en-US"/>
            <a:t>Data-Driven Insights – customer preferences and behaviors</a:t>
          </a:r>
        </a:p>
      </dgm:t>
    </dgm:pt>
    <dgm:pt modelId="{A42E8826-F15C-4821-88C6-FBA05922B6C2}" type="parTrans" cxnId="{46D0ACD1-E637-47D1-A836-C56CA68B23E4}">
      <dgm:prSet/>
      <dgm:spPr/>
      <dgm:t>
        <a:bodyPr/>
        <a:lstStyle/>
        <a:p>
          <a:endParaRPr lang="en-US"/>
        </a:p>
      </dgm:t>
    </dgm:pt>
    <dgm:pt modelId="{4849F088-4745-4AF7-AD18-9B0540CC6880}" type="sibTrans" cxnId="{46D0ACD1-E637-47D1-A836-C56CA68B23E4}">
      <dgm:prSet/>
      <dgm:spPr/>
      <dgm:t>
        <a:bodyPr/>
        <a:lstStyle/>
        <a:p>
          <a:endParaRPr lang="en-US"/>
        </a:p>
      </dgm:t>
    </dgm:pt>
    <dgm:pt modelId="{019130DE-F7BA-4C13-B3FC-438D285E5E1F}" type="pres">
      <dgm:prSet presAssocID="{E57A881E-D5B1-4092-9D85-FA43195041EB}" presName="linear" presStyleCnt="0">
        <dgm:presLayoutVars>
          <dgm:animLvl val="lvl"/>
          <dgm:resizeHandles val="exact"/>
        </dgm:presLayoutVars>
      </dgm:prSet>
      <dgm:spPr/>
    </dgm:pt>
    <dgm:pt modelId="{40835A80-BE28-489B-B215-C3F3F44262A7}" type="pres">
      <dgm:prSet presAssocID="{78CEC64F-FBDE-40E5-BC9E-603A0F28820D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9F56919C-CD91-40FB-9D60-24C98AD84A79}" type="pres">
      <dgm:prSet presAssocID="{8DD3E688-26AF-41F1-B5D3-3A4A083DBB1C}" presName="spacer" presStyleCnt="0"/>
      <dgm:spPr/>
    </dgm:pt>
    <dgm:pt modelId="{6B4DBD3B-90A1-4D75-8E96-ECCADD406613}" type="pres">
      <dgm:prSet presAssocID="{52442AE1-A3ED-414D-B041-F8B777C8F1C0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8C019895-ED79-4CD3-B5A8-B09702BC5D45}" type="pres">
      <dgm:prSet presAssocID="{621F97D2-B28A-4D6D-ABB2-FF19411E5F8F}" presName="spacer" presStyleCnt="0"/>
      <dgm:spPr/>
    </dgm:pt>
    <dgm:pt modelId="{E51D9A17-A079-4569-B857-1CCD9A5C18C5}" type="pres">
      <dgm:prSet presAssocID="{F8C48CF3-2E8A-4457-B964-34365E4FEFBD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5E9E8371-512F-4906-8FE5-71A584E38999}" type="pres">
      <dgm:prSet presAssocID="{52E50B6A-C168-4AEF-9F70-FB4CBE36C62B}" presName="spacer" presStyleCnt="0"/>
      <dgm:spPr/>
    </dgm:pt>
    <dgm:pt modelId="{F42AD785-0B27-48CD-9956-5F8805D8C109}" type="pres">
      <dgm:prSet presAssocID="{0AA81C1F-FCDA-4BAB-A465-4A9F5ECE53D4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D19BB2AB-0E0D-4069-A9AB-F2CCA2CA6E56}" type="pres">
      <dgm:prSet presAssocID="{92336711-5080-4A54-B129-20155C181D3F}" presName="spacer" presStyleCnt="0"/>
      <dgm:spPr/>
    </dgm:pt>
    <dgm:pt modelId="{04908F56-B0FF-49E6-B5D1-54D67F149EBE}" type="pres">
      <dgm:prSet presAssocID="{7EA3809C-FF90-4E88-9010-7B14845EEB38}" presName="parentText" presStyleLbl="node1" presStyleIdx="4" presStyleCnt="6">
        <dgm:presLayoutVars>
          <dgm:chMax val="0"/>
          <dgm:bulletEnabled val="1"/>
        </dgm:presLayoutVars>
      </dgm:prSet>
      <dgm:spPr/>
    </dgm:pt>
    <dgm:pt modelId="{44E5F931-B587-45E2-A6A2-AE85BE1E736E}" type="pres">
      <dgm:prSet presAssocID="{E2313B9F-3F37-4DA2-A4DC-C63572066C37}" presName="spacer" presStyleCnt="0"/>
      <dgm:spPr/>
    </dgm:pt>
    <dgm:pt modelId="{F50E26E5-62E4-437A-97E4-9FF10C2E56E9}" type="pres">
      <dgm:prSet presAssocID="{A1A92F8E-03AB-4744-B225-1D44F5C968ED}" presName="parentText" presStyleLbl="node1" presStyleIdx="5" presStyleCnt="6">
        <dgm:presLayoutVars>
          <dgm:chMax val="0"/>
          <dgm:bulletEnabled val="1"/>
        </dgm:presLayoutVars>
      </dgm:prSet>
      <dgm:spPr/>
    </dgm:pt>
  </dgm:ptLst>
  <dgm:cxnLst>
    <dgm:cxn modelId="{C86F8308-8BD4-4955-B126-B320FF1B1421}" type="presOf" srcId="{F8C48CF3-2E8A-4457-B964-34365E4FEFBD}" destId="{E51D9A17-A079-4569-B857-1CCD9A5C18C5}" srcOrd="0" destOrd="0" presId="urn:microsoft.com/office/officeart/2005/8/layout/vList2"/>
    <dgm:cxn modelId="{6FFAE408-1224-4B81-AFAD-E3D6B36E9585}" srcId="{E57A881E-D5B1-4092-9D85-FA43195041EB}" destId="{F8C48CF3-2E8A-4457-B964-34365E4FEFBD}" srcOrd="2" destOrd="0" parTransId="{DBBEE44E-0A05-4073-86E0-3C886AF9893F}" sibTransId="{52E50B6A-C168-4AEF-9F70-FB4CBE36C62B}"/>
    <dgm:cxn modelId="{B6B22426-0D32-456F-A3F4-FCCE7E52F593}" srcId="{E57A881E-D5B1-4092-9D85-FA43195041EB}" destId="{0AA81C1F-FCDA-4BAB-A465-4A9F5ECE53D4}" srcOrd="3" destOrd="0" parTransId="{718AF782-7E7E-4129-9EEB-9EADB87DE841}" sibTransId="{92336711-5080-4A54-B129-20155C181D3F}"/>
    <dgm:cxn modelId="{CACD5841-9505-4D6D-B08F-37D4F4DA1E61}" type="presOf" srcId="{A1A92F8E-03AB-4744-B225-1D44F5C968ED}" destId="{F50E26E5-62E4-437A-97E4-9FF10C2E56E9}" srcOrd="0" destOrd="0" presId="urn:microsoft.com/office/officeart/2005/8/layout/vList2"/>
    <dgm:cxn modelId="{9849E583-3B18-47C1-B76C-25EE6B98A691}" type="presOf" srcId="{0AA81C1F-FCDA-4BAB-A465-4A9F5ECE53D4}" destId="{F42AD785-0B27-48CD-9956-5F8805D8C109}" srcOrd="0" destOrd="0" presId="urn:microsoft.com/office/officeart/2005/8/layout/vList2"/>
    <dgm:cxn modelId="{8D0A4F96-7671-4464-950B-393D56657A82}" type="presOf" srcId="{78CEC64F-FBDE-40E5-BC9E-603A0F28820D}" destId="{40835A80-BE28-489B-B215-C3F3F44262A7}" srcOrd="0" destOrd="0" presId="urn:microsoft.com/office/officeart/2005/8/layout/vList2"/>
    <dgm:cxn modelId="{0ACF56A1-5313-4BC7-BA46-6A2850FA4586}" srcId="{E57A881E-D5B1-4092-9D85-FA43195041EB}" destId="{7EA3809C-FF90-4E88-9010-7B14845EEB38}" srcOrd="4" destOrd="0" parTransId="{16DF4749-23B5-4B65-ADBB-BEF60D1305B9}" sibTransId="{E2313B9F-3F37-4DA2-A4DC-C63572066C37}"/>
    <dgm:cxn modelId="{24D181B2-B468-42C6-928A-46A4022AE599}" srcId="{E57A881E-D5B1-4092-9D85-FA43195041EB}" destId="{78CEC64F-FBDE-40E5-BC9E-603A0F28820D}" srcOrd="0" destOrd="0" parTransId="{1413310A-88DE-468B-957E-B76F70F47CF0}" sibTransId="{8DD3E688-26AF-41F1-B5D3-3A4A083DBB1C}"/>
    <dgm:cxn modelId="{C5D1B4B7-5055-40EA-9B93-D3BC93CA85E5}" srcId="{E57A881E-D5B1-4092-9D85-FA43195041EB}" destId="{52442AE1-A3ED-414D-B041-F8B777C8F1C0}" srcOrd="1" destOrd="0" parTransId="{9ECCC360-91E2-4E1B-8129-3B4049D62C58}" sibTransId="{621F97D2-B28A-4D6D-ABB2-FF19411E5F8F}"/>
    <dgm:cxn modelId="{A052FBBF-4799-46C8-977B-4CE18EAC806C}" type="presOf" srcId="{52442AE1-A3ED-414D-B041-F8B777C8F1C0}" destId="{6B4DBD3B-90A1-4D75-8E96-ECCADD406613}" srcOrd="0" destOrd="0" presId="urn:microsoft.com/office/officeart/2005/8/layout/vList2"/>
    <dgm:cxn modelId="{46D0ACD1-E637-47D1-A836-C56CA68B23E4}" srcId="{E57A881E-D5B1-4092-9D85-FA43195041EB}" destId="{A1A92F8E-03AB-4744-B225-1D44F5C968ED}" srcOrd="5" destOrd="0" parTransId="{A42E8826-F15C-4821-88C6-FBA05922B6C2}" sibTransId="{4849F088-4745-4AF7-AD18-9B0540CC6880}"/>
    <dgm:cxn modelId="{FCF153E6-3F6C-4ACF-A6FC-A6C9E8C70305}" type="presOf" srcId="{E57A881E-D5B1-4092-9D85-FA43195041EB}" destId="{019130DE-F7BA-4C13-B3FC-438D285E5E1F}" srcOrd="0" destOrd="0" presId="urn:microsoft.com/office/officeart/2005/8/layout/vList2"/>
    <dgm:cxn modelId="{F19A7FF1-4CFC-4D68-B197-9735D31B3EFF}" type="presOf" srcId="{7EA3809C-FF90-4E88-9010-7B14845EEB38}" destId="{04908F56-B0FF-49E6-B5D1-54D67F149EBE}" srcOrd="0" destOrd="0" presId="urn:microsoft.com/office/officeart/2005/8/layout/vList2"/>
    <dgm:cxn modelId="{B0F1E18B-ED39-43E0-84BA-DA302AC2763F}" type="presParOf" srcId="{019130DE-F7BA-4C13-B3FC-438D285E5E1F}" destId="{40835A80-BE28-489B-B215-C3F3F44262A7}" srcOrd="0" destOrd="0" presId="urn:microsoft.com/office/officeart/2005/8/layout/vList2"/>
    <dgm:cxn modelId="{1EAD299A-6DFC-4BF8-A45C-F87944D69A92}" type="presParOf" srcId="{019130DE-F7BA-4C13-B3FC-438D285E5E1F}" destId="{9F56919C-CD91-40FB-9D60-24C98AD84A79}" srcOrd="1" destOrd="0" presId="urn:microsoft.com/office/officeart/2005/8/layout/vList2"/>
    <dgm:cxn modelId="{0522CDFE-01AA-4279-AE5E-9B6D826458E2}" type="presParOf" srcId="{019130DE-F7BA-4C13-B3FC-438D285E5E1F}" destId="{6B4DBD3B-90A1-4D75-8E96-ECCADD406613}" srcOrd="2" destOrd="0" presId="urn:microsoft.com/office/officeart/2005/8/layout/vList2"/>
    <dgm:cxn modelId="{0BC6F95B-6994-42F0-86AF-CFCC5D2B103B}" type="presParOf" srcId="{019130DE-F7BA-4C13-B3FC-438D285E5E1F}" destId="{8C019895-ED79-4CD3-B5A8-B09702BC5D45}" srcOrd="3" destOrd="0" presId="urn:microsoft.com/office/officeart/2005/8/layout/vList2"/>
    <dgm:cxn modelId="{6BE7E91A-CA74-4B63-B265-1B6842BFF62E}" type="presParOf" srcId="{019130DE-F7BA-4C13-B3FC-438D285E5E1F}" destId="{E51D9A17-A079-4569-B857-1CCD9A5C18C5}" srcOrd="4" destOrd="0" presId="urn:microsoft.com/office/officeart/2005/8/layout/vList2"/>
    <dgm:cxn modelId="{1BE1F395-662C-4166-B7EE-E421B1B2BF1E}" type="presParOf" srcId="{019130DE-F7BA-4C13-B3FC-438D285E5E1F}" destId="{5E9E8371-512F-4906-8FE5-71A584E38999}" srcOrd="5" destOrd="0" presId="urn:microsoft.com/office/officeart/2005/8/layout/vList2"/>
    <dgm:cxn modelId="{B087FC4A-5622-4166-8C2E-DE42A80DF7C2}" type="presParOf" srcId="{019130DE-F7BA-4C13-B3FC-438D285E5E1F}" destId="{F42AD785-0B27-48CD-9956-5F8805D8C109}" srcOrd="6" destOrd="0" presId="urn:microsoft.com/office/officeart/2005/8/layout/vList2"/>
    <dgm:cxn modelId="{7C09E241-AB72-4261-8BC6-E971769BCB83}" type="presParOf" srcId="{019130DE-F7BA-4C13-B3FC-438D285E5E1F}" destId="{D19BB2AB-0E0D-4069-A9AB-F2CCA2CA6E56}" srcOrd="7" destOrd="0" presId="urn:microsoft.com/office/officeart/2005/8/layout/vList2"/>
    <dgm:cxn modelId="{7AEAFF5F-97B6-49DA-9EED-04154B9A519B}" type="presParOf" srcId="{019130DE-F7BA-4C13-B3FC-438D285E5E1F}" destId="{04908F56-B0FF-49E6-B5D1-54D67F149EBE}" srcOrd="8" destOrd="0" presId="urn:microsoft.com/office/officeart/2005/8/layout/vList2"/>
    <dgm:cxn modelId="{789E0C3A-428F-4914-B9E7-CE21F991615E}" type="presParOf" srcId="{019130DE-F7BA-4C13-B3FC-438D285E5E1F}" destId="{44E5F931-B587-45E2-A6A2-AE85BE1E736E}" srcOrd="9" destOrd="0" presId="urn:microsoft.com/office/officeart/2005/8/layout/vList2"/>
    <dgm:cxn modelId="{530E6A58-3541-4F5D-9A08-8CB578FAE72B}" type="presParOf" srcId="{019130DE-F7BA-4C13-B3FC-438D285E5E1F}" destId="{F50E26E5-62E4-437A-97E4-9FF10C2E56E9}" srcOrd="1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3F9BA73-B20A-40B2-80E5-91713854F250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AAE1DAC3-233A-4E5B-BA7E-20A364ABB5C2}">
      <dgm:prSet/>
      <dgm:spPr/>
      <dgm:t>
        <a:bodyPr/>
        <a:lstStyle/>
        <a:p>
          <a:r>
            <a:rPr lang="en-US"/>
            <a:t>https://www.shiprocket.in/blog/amazon-recommendation/ </a:t>
          </a:r>
        </a:p>
      </dgm:t>
    </dgm:pt>
    <dgm:pt modelId="{92294943-C717-4B59-8177-850093B5C287}" type="parTrans" cxnId="{1E556540-B57C-494C-A9F9-649F7ECEF407}">
      <dgm:prSet/>
      <dgm:spPr/>
      <dgm:t>
        <a:bodyPr/>
        <a:lstStyle/>
        <a:p>
          <a:endParaRPr lang="en-US"/>
        </a:p>
      </dgm:t>
    </dgm:pt>
    <dgm:pt modelId="{1E8AE050-D0D0-409E-812D-15058432184F}" type="sibTrans" cxnId="{1E556540-B57C-494C-A9F9-649F7ECEF407}">
      <dgm:prSet/>
      <dgm:spPr/>
      <dgm:t>
        <a:bodyPr/>
        <a:lstStyle/>
        <a:p>
          <a:endParaRPr lang="en-US"/>
        </a:p>
      </dgm:t>
    </dgm:pt>
    <dgm:pt modelId="{E1143124-271A-4908-8045-2E31191C4CD9}">
      <dgm:prSet/>
      <dgm:spPr/>
      <dgm:t>
        <a:bodyPr/>
        <a:lstStyle/>
        <a:p>
          <a:r>
            <a:rPr lang="en-US"/>
            <a:t>https://stratoflow.com/amazon-recommendation-system/ </a:t>
          </a:r>
        </a:p>
      </dgm:t>
    </dgm:pt>
    <dgm:pt modelId="{F8149AB9-F9FE-44FD-AB01-C91DCC1A212A}" type="parTrans" cxnId="{8EA3A7C4-E515-4B68-97AE-063B05D0A76D}">
      <dgm:prSet/>
      <dgm:spPr/>
      <dgm:t>
        <a:bodyPr/>
        <a:lstStyle/>
        <a:p>
          <a:endParaRPr lang="en-US"/>
        </a:p>
      </dgm:t>
    </dgm:pt>
    <dgm:pt modelId="{9E8C0B62-CAC8-4092-A53E-1041904C11B6}" type="sibTrans" cxnId="{8EA3A7C4-E515-4B68-97AE-063B05D0A76D}">
      <dgm:prSet/>
      <dgm:spPr/>
      <dgm:t>
        <a:bodyPr/>
        <a:lstStyle/>
        <a:p>
          <a:endParaRPr lang="en-US"/>
        </a:p>
      </dgm:t>
    </dgm:pt>
    <dgm:pt modelId="{8A3C6DEB-BF77-4CC4-AFBA-DA3ACB4B4A51}">
      <dgm:prSet/>
      <dgm:spPr/>
      <dgm:t>
        <a:bodyPr/>
        <a:lstStyle/>
        <a:p>
          <a:r>
            <a:rPr lang="en-US">
              <a:hlinkClick xmlns:r="http://schemas.openxmlformats.org/officeDocument/2006/relationships" r:id="rId1"/>
            </a:rPr>
            <a:t>https://www.amazon.science/the-history-of-amazons-recommendation-algorithm</a:t>
          </a:r>
          <a:endParaRPr lang="en-US"/>
        </a:p>
      </dgm:t>
    </dgm:pt>
    <dgm:pt modelId="{A4B688FE-DD6B-4F70-9A1F-BCE818D2873A}" type="parTrans" cxnId="{0EDDC985-F5A5-4F25-AA83-CD1D553357C3}">
      <dgm:prSet/>
      <dgm:spPr/>
      <dgm:t>
        <a:bodyPr/>
        <a:lstStyle/>
        <a:p>
          <a:endParaRPr lang="en-US"/>
        </a:p>
      </dgm:t>
    </dgm:pt>
    <dgm:pt modelId="{BA706843-418D-40A3-B63C-41B184627C4C}" type="sibTrans" cxnId="{0EDDC985-F5A5-4F25-AA83-CD1D553357C3}">
      <dgm:prSet/>
      <dgm:spPr/>
      <dgm:t>
        <a:bodyPr/>
        <a:lstStyle/>
        <a:p>
          <a:endParaRPr lang="en-US"/>
        </a:p>
      </dgm:t>
    </dgm:pt>
    <dgm:pt modelId="{782D1AAF-6D6F-4407-B728-378C165A2407}">
      <dgm:prSet/>
      <dgm:spPr/>
      <dgm:t>
        <a:bodyPr/>
        <a:lstStyle/>
        <a:p>
          <a:r>
            <a:rPr lang="en-US" u="sng">
              <a:hlinkClick xmlns:r="http://schemas.openxmlformats.org/officeDocument/2006/relationships" r:id="rId2"/>
            </a:rPr>
            <a:t>https://www.baeldung.com/cs/amazon-recommendation-system</a:t>
          </a:r>
          <a:endParaRPr lang="en-US"/>
        </a:p>
      </dgm:t>
    </dgm:pt>
    <dgm:pt modelId="{706359E1-E456-469B-A16E-9E7CEB7BF5D3}" type="parTrans" cxnId="{F7CBC94B-C9B2-4EC3-88E4-1F6C6A62277D}">
      <dgm:prSet/>
      <dgm:spPr/>
      <dgm:t>
        <a:bodyPr/>
        <a:lstStyle/>
        <a:p>
          <a:endParaRPr lang="en-US"/>
        </a:p>
      </dgm:t>
    </dgm:pt>
    <dgm:pt modelId="{F3464304-5F56-4114-B56E-F6DCAC8C5371}" type="sibTrans" cxnId="{F7CBC94B-C9B2-4EC3-88E4-1F6C6A62277D}">
      <dgm:prSet/>
      <dgm:spPr/>
      <dgm:t>
        <a:bodyPr/>
        <a:lstStyle/>
        <a:p>
          <a:endParaRPr lang="en-US"/>
        </a:p>
      </dgm:t>
    </dgm:pt>
    <dgm:pt modelId="{1307A4D0-AE9D-408F-8CE8-54688624CF53}">
      <dgm:prSet/>
      <dgm:spPr/>
      <dgm:t>
        <a:bodyPr/>
        <a:lstStyle/>
        <a:p>
          <a:r>
            <a:rPr lang="en-US" u="sng">
              <a:hlinkClick xmlns:r="http://schemas.openxmlformats.org/officeDocument/2006/relationships" r:id="rId3"/>
            </a:rPr>
            <a:t>How Amazon Algorithm Works (2026): A9 &amp; A10 Explained</a:t>
          </a:r>
          <a:endParaRPr lang="en-US"/>
        </a:p>
      </dgm:t>
    </dgm:pt>
    <dgm:pt modelId="{F2B50843-7837-4E06-B488-5769BA270F9A}" type="parTrans" cxnId="{A75A6834-19B4-4879-88D3-8C4D57E8898A}">
      <dgm:prSet/>
      <dgm:spPr/>
      <dgm:t>
        <a:bodyPr/>
        <a:lstStyle/>
        <a:p>
          <a:endParaRPr lang="en-US"/>
        </a:p>
      </dgm:t>
    </dgm:pt>
    <dgm:pt modelId="{35EAE244-4544-4E24-9FB5-78340953B3B1}" type="sibTrans" cxnId="{A75A6834-19B4-4879-88D3-8C4D57E8898A}">
      <dgm:prSet/>
      <dgm:spPr/>
      <dgm:t>
        <a:bodyPr/>
        <a:lstStyle/>
        <a:p>
          <a:endParaRPr lang="en-US"/>
        </a:p>
      </dgm:t>
    </dgm:pt>
    <dgm:pt modelId="{D72B80CB-EB86-49A6-B9B0-ACA913D61DA9}" type="pres">
      <dgm:prSet presAssocID="{F3F9BA73-B20A-40B2-80E5-91713854F250}" presName="vert0" presStyleCnt="0">
        <dgm:presLayoutVars>
          <dgm:dir/>
          <dgm:animOne val="branch"/>
          <dgm:animLvl val="lvl"/>
        </dgm:presLayoutVars>
      </dgm:prSet>
      <dgm:spPr/>
    </dgm:pt>
    <dgm:pt modelId="{D6B6EAE3-63B6-4FB4-88FD-0757161D6F3C}" type="pres">
      <dgm:prSet presAssocID="{AAE1DAC3-233A-4E5B-BA7E-20A364ABB5C2}" presName="thickLine" presStyleLbl="alignNode1" presStyleIdx="0" presStyleCnt="5"/>
      <dgm:spPr/>
    </dgm:pt>
    <dgm:pt modelId="{CAAADD66-3B21-4247-9DBF-3BAD415314E4}" type="pres">
      <dgm:prSet presAssocID="{AAE1DAC3-233A-4E5B-BA7E-20A364ABB5C2}" presName="horz1" presStyleCnt="0"/>
      <dgm:spPr/>
    </dgm:pt>
    <dgm:pt modelId="{3FFA396D-7B59-4939-904A-290DD35AF125}" type="pres">
      <dgm:prSet presAssocID="{AAE1DAC3-233A-4E5B-BA7E-20A364ABB5C2}" presName="tx1" presStyleLbl="revTx" presStyleIdx="0" presStyleCnt="5"/>
      <dgm:spPr/>
    </dgm:pt>
    <dgm:pt modelId="{DE27F28C-CD8F-4B8D-95FD-4B4D0030B133}" type="pres">
      <dgm:prSet presAssocID="{AAE1DAC3-233A-4E5B-BA7E-20A364ABB5C2}" presName="vert1" presStyleCnt="0"/>
      <dgm:spPr/>
    </dgm:pt>
    <dgm:pt modelId="{4247363C-E0A9-4E40-9A33-4BC45E8F9D48}" type="pres">
      <dgm:prSet presAssocID="{E1143124-271A-4908-8045-2E31191C4CD9}" presName="thickLine" presStyleLbl="alignNode1" presStyleIdx="1" presStyleCnt="5"/>
      <dgm:spPr/>
    </dgm:pt>
    <dgm:pt modelId="{A8CEE482-6BAB-474B-818E-FD76AD9B8DEB}" type="pres">
      <dgm:prSet presAssocID="{E1143124-271A-4908-8045-2E31191C4CD9}" presName="horz1" presStyleCnt="0"/>
      <dgm:spPr/>
    </dgm:pt>
    <dgm:pt modelId="{4DC39971-524D-4F66-B8F9-BA6A0E79E104}" type="pres">
      <dgm:prSet presAssocID="{E1143124-271A-4908-8045-2E31191C4CD9}" presName="tx1" presStyleLbl="revTx" presStyleIdx="1" presStyleCnt="5"/>
      <dgm:spPr/>
    </dgm:pt>
    <dgm:pt modelId="{46059B3C-774D-4447-8D2F-FECB4B5A56DA}" type="pres">
      <dgm:prSet presAssocID="{E1143124-271A-4908-8045-2E31191C4CD9}" presName="vert1" presStyleCnt="0"/>
      <dgm:spPr/>
    </dgm:pt>
    <dgm:pt modelId="{1780E533-8D95-4468-84F5-2C62CDECAA9A}" type="pres">
      <dgm:prSet presAssocID="{8A3C6DEB-BF77-4CC4-AFBA-DA3ACB4B4A51}" presName="thickLine" presStyleLbl="alignNode1" presStyleIdx="2" presStyleCnt="5"/>
      <dgm:spPr/>
    </dgm:pt>
    <dgm:pt modelId="{F04C7632-4E3B-4BA2-ADD9-9E70ADCDDE3A}" type="pres">
      <dgm:prSet presAssocID="{8A3C6DEB-BF77-4CC4-AFBA-DA3ACB4B4A51}" presName="horz1" presStyleCnt="0"/>
      <dgm:spPr/>
    </dgm:pt>
    <dgm:pt modelId="{3C4884E5-5612-438F-8D8E-C4E5A6A6FD50}" type="pres">
      <dgm:prSet presAssocID="{8A3C6DEB-BF77-4CC4-AFBA-DA3ACB4B4A51}" presName="tx1" presStyleLbl="revTx" presStyleIdx="2" presStyleCnt="5"/>
      <dgm:spPr/>
    </dgm:pt>
    <dgm:pt modelId="{86D1ED00-C6E9-40FE-A410-9C284D2C799F}" type="pres">
      <dgm:prSet presAssocID="{8A3C6DEB-BF77-4CC4-AFBA-DA3ACB4B4A51}" presName="vert1" presStyleCnt="0"/>
      <dgm:spPr/>
    </dgm:pt>
    <dgm:pt modelId="{AE12B417-328B-41D9-B386-F41BC7901FF2}" type="pres">
      <dgm:prSet presAssocID="{782D1AAF-6D6F-4407-B728-378C165A2407}" presName="thickLine" presStyleLbl="alignNode1" presStyleIdx="3" presStyleCnt="5"/>
      <dgm:spPr/>
    </dgm:pt>
    <dgm:pt modelId="{82EB5402-CF68-4CBB-8790-438508A85DF5}" type="pres">
      <dgm:prSet presAssocID="{782D1AAF-6D6F-4407-B728-378C165A2407}" presName="horz1" presStyleCnt="0"/>
      <dgm:spPr/>
    </dgm:pt>
    <dgm:pt modelId="{D5C9A067-FA70-4179-97D2-02745945F882}" type="pres">
      <dgm:prSet presAssocID="{782D1AAF-6D6F-4407-B728-378C165A2407}" presName="tx1" presStyleLbl="revTx" presStyleIdx="3" presStyleCnt="5"/>
      <dgm:spPr/>
    </dgm:pt>
    <dgm:pt modelId="{92AF9B33-4F4C-470A-8CC7-763B75336DEA}" type="pres">
      <dgm:prSet presAssocID="{782D1AAF-6D6F-4407-B728-378C165A2407}" presName="vert1" presStyleCnt="0"/>
      <dgm:spPr/>
    </dgm:pt>
    <dgm:pt modelId="{4B07B889-7679-49A0-B4BB-21AC84246348}" type="pres">
      <dgm:prSet presAssocID="{1307A4D0-AE9D-408F-8CE8-54688624CF53}" presName="thickLine" presStyleLbl="alignNode1" presStyleIdx="4" presStyleCnt="5"/>
      <dgm:spPr/>
    </dgm:pt>
    <dgm:pt modelId="{FCE374AB-F0B3-413E-A201-107C6D81E3FA}" type="pres">
      <dgm:prSet presAssocID="{1307A4D0-AE9D-408F-8CE8-54688624CF53}" presName="horz1" presStyleCnt="0"/>
      <dgm:spPr/>
    </dgm:pt>
    <dgm:pt modelId="{EF403E03-44FF-4022-A7AF-1A618B6B7B82}" type="pres">
      <dgm:prSet presAssocID="{1307A4D0-AE9D-408F-8CE8-54688624CF53}" presName="tx1" presStyleLbl="revTx" presStyleIdx="4" presStyleCnt="5"/>
      <dgm:spPr/>
    </dgm:pt>
    <dgm:pt modelId="{6F90394D-F05D-4B3C-AA69-265113C0DEAF}" type="pres">
      <dgm:prSet presAssocID="{1307A4D0-AE9D-408F-8CE8-54688624CF53}" presName="vert1" presStyleCnt="0"/>
      <dgm:spPr/>
    </dgm:pt>
  </dgm:ptLst>
  <dgm:cxnLst>
    <dgm:cxn modelId="{9724CA02-AA8D-4545-A7D6-7CDEBD4CC7DA}" type="presOf" srcId="{8A3C6DEB-BF77-4CC4-AFBA-DA3ACB4B4A51}" destId="{3C4884E5-5612-438F-8D8E-C4E5A6A6FD50}" srcOrd="0" destOrd="0" presId="urn:microsoft.com/office/officeart/2008/layout/LinedList"/>
    <dgm:cxn modelId="{A75A6834-19B4-4879-88D3-8C4D57E8898A}" srcId="{F3F9BA73-B20A-40B2-80E5-91713854F250}" destId="{1307A4D0-AE9D-408F-8CE8-54688624CF53}" srcOrd="4" destOrd="0" parTransId="{F2B50843-7837-4E06-B488-5769BA270F9A}" sibTransId="{35EAE244-4544-4E24-9FB5-78340953B3B1}"/>
    <dgm:cxn modelId="{1E556540-B57C-494C-A9F9-649F7ECEF407}" srcId="{F3F9BA73-B20A-40B2-80E5-91713854F250}" destId="{AAE1DAC3-233A-4E5B-BA7E-20A364ABB5C2}" srcOrd="0" destOrd="0" parTransId="{92294943-C717-4B59-8177-850093B5C287}" sibTransId="{1E8AE050-D0D0-409E-812D-15058432184F}"/>
    <dgm:cxn modelId="{CB29526B-1CCC-410B-9304-995BCA142640}" type="presOf" srcId="{1307A4D0-AE9D-408F-8CE8-54688624CF53}" destId="{EF403E03-44FF-4022-A7AF-1A618B6B7B82}" srcOrd="0" destOrd="0" presId="urn:microsoft.com/office/officeart/2008/layout/LinedList"/>
    <dgm:cxn modelId="{F7CBC94B-C9B2-4EC3-88E4-1F6C6A62277D}" srcId="{F3F9BA73-B20A-40B2-80E5-91713854F250}" destId="{782D1AAF-6D6F-4407-B728-378C165A2407}" srcOrd="3" destOrd="0" parTransId="{706359E1-E456-469B-A16E-9E7CEB7BF5D3}" sibTransId="{F3464304-5F56-4114-B56E-F6DCAC8C5371}"/>
    <dgm:cxn modelId="{0EDDC985-F5A5-4F25-AA83-CD1D553357C3}" srcId="{F3F9BA73-B20A-40B2-80E5-91713854F250}" destId="{8A3C6DEB-BF77-4CC4-AFBA-DA3ACB4B4A51}" srcOrd="2" destOrd="0" parTransId="{A4B688FE-DD6B-4F70-9A1F-BCE818D2873A}" sibTransId="{BA706843-418D-40A3-B63C-41B184627C4C}"/>
    <dgm:cxn modelId="{D737248D-1051-4CC2-A1F2-F23CB5C8AF72}" type="presOf" srcId="{E1143124-271A-4908-8045-2E31191C4CD9}" destId="{4DC39971-524D-4F66-B8F9-BA6A0E79E104}" srcOrd="0" destOrd="0" presId="urn:microsoft.com/office/officeart/2008/layout/LinedList"/>
    <dgm:cxn modelId="{348918A0-9E10-4688-9C93-C1C57CB2C944}" type="presOf" srcId="{AAE1DAC3-233A-4E5B-BA7E-20A364ABB5C2}" destId="{3FFA396D-7B59-4939-904A-290DD35AF125}" srcOrd="0" destOrd="0" presId="urn:microsoft.com/office/officeart/2008/layout/LinedList"/>
    <dgm:cxn modelId="{8EA3A7C4-E515-4B68-97AE-063B05D0A76D}" srcId="{F3F9BA73-B20A-40B2-80E5-91713854F250}" destId="{E1143124-271A-4908-8045-2E31191C4CD9}" srcOrd="1" destOrd="0" parTransId="{F8149AB9-F9FE-44FD-AB01-C91DCC1A212A}" sibTransId="{9E8C0B62-CAC8-4092-A53E-1041904C11B6}"/>
    <dgm:cxn modelId="{62945CC9-1BA4-4828-B831-AB2AB4DF7452}" type="presOf" srcId="{F3F9BA73-B20A-40B2-80E5-91713854F250}" destId="{D72B80CB-EB86-49A6-B9B0-ACA913D61DA9}" srcOrd="0" destOrd="0" presId="urn:microsoft.com/office/officeart/2008/layout/LinedList"/>
    <dgm:cxn modelId="{9FFC50D2-6CD8-42E2-AC2B-11C0DE4574F6}" type="presOf" srcId="{782D1AAF-6D6F-4407-B728-378C165A2407}" destId="{D5C9A067-FA70-4179-97D2-02745945F882}" srcOrd="0" destOrd="0" presId="urn:microsoft.com/office/officeart/2008/layout/LinedList"/>
    <dgm:cxn modelId="{5F2953E6-ED4A-4827-BD72-AF5CBE27D9C9}" type="presParOf" srcId="{D72B80CB-EB86-49A6-B9B0-ACA913D61DA9}" destId="{D6B6EAE3-63B6-4FB4-88FD-0757161D6F3C}" srcOrd="0" destOrd="0" presId="urn:microsoft.com/office/officeart/2008/layout/LinedList"/>
    <dgm:cxn modelId="{388F4975-5530-40E1-A91C-56C293369DCB}" type="presParOf" srcId="{D72B80CB-EB86-49A6-B9B0-ACA913D61DA9}" destId="{CAAADD66-3B21-4247-9DBF-3BAD415314E4}" srcOrd="1" destOrd="0" presId="urn:microsoft.com/office/officeart/2008/layout/LinedList"/>
    <dgm:cxn modelId="{6F8CD8BB-8A7A-42A0-AB40-434448131966}" type="presParOf" srcId="{CAAADD66-3B21-4247-9DBF-3BAD415314E4}" destId="{3FFA396D-7B59-4939-904A-290DD35AF125}" srcOrd="0" destOrd="0" presId="urn:microsoft.com/office/officeart/2008/layout/LinedList"/>
    <dgm:cxn modelId="{16AAD674-45E2-4AF9-BC6D-C3BB220EDA29}" type="presParOf" srcId="{CAAADD66-3B21-4247-9DBF-3BAD415314E4}" destId="{DE27F28C-CD8F-4B8D-95FD-4B4D0030B133}" srcOrd="1" destOrd="0" presId="urn:microsoft.com/office/officeart/2008/layout/LinedList"/>
    <dgm:cxn modelId="{AC2FCA51-B1D0-4EE6-B913-2F8BCF73E41D}" type="presParOf" srcId="{D72B80CB-EB86-49A6-B9B0-ACA913D61DA9}" destId="{4247363C-E0A9-4E40-9A33-4BC45E8F9D48}" srcOrd="2" destOrd="0" presId="urn:microsoft.com/office/officeart/2008/layout/LinedList"/>
    <dgm:cxn modelId="{B68E583F-A676-4C91-A047-D63DE0B38207}" type="presParOf" srcId="{D72B80CB-EB86-49A6-B9B0-ACA913D61DA9}" destId="{A8CEE482-6BAB-474B-818E-FD76AD9B8DEB}" srcOrd="3" destOrd="0" presId="urn:microsoft.com/office/officeart/2008/layout/LinedList"/>
    <dgm:cxn modelId="{59568F07-2458-4A5D-925C-E3856CE7D87C}" type="presParOf" srcId="{A8CEE482-6BAB-474B-818E-FD76AD9B8DEB}" destId="{4DC39971-524D-4F66-B8F9-BA6A0E79E104}" srcOrd="0" destOrd="0" presId="urn:microsoft.com/office/officeart/2008/layout/LinedList"/>
    <dgm:cxn modelId="{C59F5394-4E53-418A-ACBA-193C9979ADBD}" type="presParOf" srcId="{A8CEE482-6BAB-474B-818E-FD76AD9B8DEB}" destId="{46059B3C-774D-4447-8D2F-FECB4B5A56DA}" srcOrd="1" destOrd="0" presId="urn:microsoft.com/office/officeart/2008/layout/LinedList"/>
    <dgm:cxn modelId="{44C77DB2-E368-447F-B6AD-E7E20C87F845}" type="presParOf" srcId="{D72B80CB-EB86-49A6-B9B0-ACA913D61DA9}" destId="{1780E533-8D95-4468-84F5-2C62CDECAA9A}" srcOrd="4" destOrd="0" presId="urn:microsoft.com/office/officeart/2008/layout/LinedList"/>
    <dgm:cxn modelId="{FEBE3C10-5711-43B3-BCAD-13B438FE94B9}" type="presParOf" srcId="{D72B80CB-EB86-49A6-B9B0-ACA913D61DA9}" destId="{F04C7632-4E3B-4BA2-ADD9-9E70ADCDDE3A}" srcOrd="5" destOrd="0" presId="urn:microsoft.com/office/officeart/2008/layout/LinedList"/>
    <dgm:cxn modelId="{47CC7828-048C-4DD9-A49B-F22D9EEF87AC}" type="presParOf" srcId="{F04C7632-4E3B-4BA2-ADD9-9E70ADCDDE3A}" destId="{3C4884E5-5612-438F-8D8E-C4E5A6A6FD50}" srcOrd="0" destOrd="0" presId="urn:microsoft.com/office/officeart/2008/layout/LinedList"/>
    <dgm:cxn modelId="{C26CE65F-B5EB-4DB7-AB83-3E7F88C78CC6}" type="presParOf" srcId="{F04C7632-4E3B-4BA2-ADD9-9E70ADCDDE3A}" destId="{86D1ED00-C6E9-40FE-A410-9C284D2C799F}" srcOrd="1" destOrd="0" presId="urn:microsoft.com/office/officeart/2008/layout/LinedList"/>
    <dgm:cxn modelId="{6B6CBD52-DE8F-4173-A9AF-40CB4365589A}" type="presParOf" srcId="{D72B80CB-EB86-49A6-B9B0-ACA913D61DA9}" destId="{AE12B417-328B-41D9-B386-F41BC7901FF2}" srcOrd="6" destOrd="0" presId="urn:microsoft.com/office/officeart/2008/layout/LinedList"/>
    <dgm:cxn modelId="{29C59D14-B60F-4AE6-AB4C-AFF9ECA5FDF2}" type="presParOf" srcId="{D72B80CB-EB86-49A6-B9B0-ACA913D61DA9}" destId="{82EB5402-CF68-4CBB-8790-438508A85DF5}" srcOrd="7" destOrd="0" presId="urn:microsoft.com/office/officeart/2008/layout/LinedList"/>
    <dgm:cxn modelId="{093337D5-1E17-46DB-96A0-72A7C673EBFE}" type="presParOf" srcId="{82EB5402-CF68-4CBB-8790-438508A85DF5}" destId="{D5C9A067-FA70-4179-97D2-02745945F882}" srcOrd="0" destOrd="0" presId="urn:microsoft.com/office/officeart/2008/layout/LinedList"/>
    <dgm:cxn modelId="{D1D9497A-D14F-4A01-AF3C-FB9EAF952D9A}" type="presParOf" srcId="{82EB5402-CF68-4CBB-8790-438508A85DF5}" destId="{92AF9B33-4F4C-470A-8CC7-763B75336DEA}" srcOrd="1" destOrd="0" presId="urn:microsoft.com/office/officeart/2008/layout/LinedList"/>
    <dgm:cxn modelId="{F25047A5-60F3-4B7F-8831-DBB0A3621465}" type="presParOf" srcId="{D72B80CB-EB86-49A6-B9B0-ACA913D61DA9}" destId="{4B07B889-7679-49A0-B4BB-21AC84246348}" srcOrd="8" destOrd="0" presId="urn:microsoft.com/office/officeart/2008/layout/LinedList"/>
    <dgm:cxn modelId="{248FFD22-C571-4B37-81CD-2D94FB9D41E1}" type="presParOf" srcId="{D72B80CB-EB86-49A6-B9B0-ACA913D61DA9}" destId="{FCE374AB-F0B3-413E-A201-107C6D81E3FA}" srcOrd="9" destOrd="0" presId="urn:microsoft.com/office/officeart/2008/layout/LinedList"/>
    <dgm:cxn modelId="{162330B7-2155-4FBB-B7F8-5BAACA69388A}" type="presParOf" srcId="{FCE374AB-F0B3-413E-A201-107C6D81E3FA}" destId="{EF403E03-44FF-4022-A7AF-1A618B6B7B82}" srcOrd="0" destOrd="0" presId="urn:microsoft.com/office/officeart/2008/layout/LinedList"/>
    <dgm:cxn modelId="{4E5C8485-6EFB-4FA1-8C1C-AEC41C016D0C}" type="presParOf" srcId="{FCE374AB-F0B3-413E-A201-107C6D81E3FA}" destId="{6F90394D-F05D-4B3C-AA69-265113C0DEAF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3AE474-7774-42FA-8907-ABE1DAE28CCF}">
      <dsp:nvSpPr>
        <dsp:cNvPr id="0" name=""/>
        <dsp:cNvSpPr/>
      </dsp:nvSpPr>
      <dsp:spPr>
        <a:xfrm>
          <a:off x="3201" y="998291"/>
          <a:ext cx="2285879" cy="145153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83E4DA-C690-4A09-B8E8-8C01C0312B05}">
      <dsp:nvSpPr>
        <dsp:cNvPr id="0" name=""/>
        <dsp:cNvSpPr/>
      </dsp:nvSpPr>
      <dsp:spPr>
        <a:xfrm>
          <a:off x="257188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Titles</a:t>
          </a:r>
        </a:p>
      </dsp:txBody>
      <dsp:txXfrm>
        <a:off x="299702" y="1282093"/>
        <a:ext cx="2200851" cy="1366505"/>
      </dsp:txXfrm>
    </dsp:sp>
    <dsp:sp modelId="{F019BD88-168D-4E6D-BB6B-6ACDE035F3F6}">
      <dsp:nvSpPr>
        <dsp:cNvPr id="0" name=""/>
        <dsp:cNvSpPr/>
      </dsp:nvSpPr>
      <dsp:spPr>
        <a:xfrm>
          <a:off x="2797054" y="998291"/>
          <a:ext cx="2285879" cy="145153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3709E2-0CC3-4EB7-A2D5-4757223C4E8D}">
      <dsp:nvSpPr>
        <dsp:cNvPr id="0" name=""/>
        <dsp:cNvSpPr/>
      </dsp:nvSpPr>
      <dsp:spPr>
        <a:xfrm>
          <a:off x="3051041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Categories</a:t>
          </a:r>
        </a:p>
      </dsp:txBody>
      <dsp:txXfrm>
        <a:off x="3093555" y="1282093"/>
        <a:ext cx="2200851" cy="1366505"/>
      </dsp:txXfrm>
    </dsp:sp>
    <dsp:sp modelId="{E8A33EBF-7ABA-4FF2-8AA1-B167F38A01AD}">
      <dsp:nvSpPr>
        <dsp:cNvPr id="0" name=""/>
        <dsp:cNvSpPr/>
      </dsp:nvSpPr>
      <dsp:spPr>
        <a:xfrm>
          <a:off x="5590907" y="998291"/>
          <a:ext cx="2285879" cy="145153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A3B6FB-CFDF-411A-93E5-22C566C8748B}">
      <dsp:nvSpPr>
        <dsp:cNvPr id="0" name=""/>
        <dsp:cNvSpPr/>
      </dsp:nvSpPr>
      <dsp:spPr>
        <a:xfrm>
          <a:off x="5844894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Descriptions</a:t>
          </a:r>
        </a:p>
      </dsp:txBody>
      <dsp:txXfrm>
        <a:off x="5887408" y="1282093"/>
        <a:ext cx="2200851" cy="1366505"/>
      </dsp:txXfrm>
    </dsp:sp>
    <dsp:sp modelId="{CE5CFCA3-C778-4930-8DD8-02CDAB9E776E}">
      <dsp:nvSpPr>
        <dsp:cNvPr id="0" name=""/>
        <dsp:cNvSpPr/>
      </dsp:nvSpPr>
      <dsp:spPr>
        <a:xfrm>
          <a:off x="8384760" y="998291"/>
          <a:ext cx="2285879" cy="145153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79223A-B044-4BB2-A3D1-0C5F6DEB79DD}">
      <dsp:nvSpPr>
        <dsp:cNvPr id="0" name=""/>
        <dsp:cNvSpPr/>
      </dsp:nvSpPr>
      <dsp:spPr>
        <a:xfrm>
          <a:off x="8638747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Specifications</a:t>
          </a:r>
        </a:p>
      </dsp:txBody>
      <dsp:txXfrm>
        <a:off x="8681261" y="1282093"/>
        <a:ext cx="2200851" cy="136650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0C883C3-3A0E-406D-AD40-A0F150237132}">
      <dsp:nvSpPr>
        <dsp:cNvPr id="0" name=""/>
        <dsp:cNvSpPr/>
      </dsp:nvSpPr>
      <dsp:spPr>
        <a:xfrm>
          <a:off x="0" y="25748"/>
          <a:ext cx="10515600" cy="786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Relevance </a:t>
          </a:r>
        </a:p>
      </dsp:txBody>
      <dsp:txXfrm>
        <a:off x="38381" y="64129"/>
        <a:ext cx="10438838" cy="709478"/>
      </dsp:txXfrm>
    </dsp:sp>
    <dsp:sp modelId="{34AEE803-D72F-4071-AE18-44F0C3ED3B10}">
      <dsp:nvSpPr>
        <dsp:cNvPr id="0" name=""/>
        <dsp:cNvSpPr/>
      </dsp:nvSpPr>
      <dsp:spPr>
        <a:xfrm>
          <a:off x="0" y="904148"/>
          <a:ext cx="10515600" cy="786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Click Performance </a:t>
          </a:r>
        </a:p>
      </dsp:txBody>
      <dsp:txXfrm>
        <a:off x="38381" y="942529"/>
        <a:ext cx="10438838" cy="709478"/>
      </dsp:txXfrm>
    </dsp:sp>
    <dsp:sp modelId="{A2AC550D-922B-4865-9BC6-DDBCED0E0787}">
      <dsp:nvSpPr>
        <dsp:cNvPr id="0" name=""/>
        <dsp:cNvSpPr/>
      </dsp:nvSpPr>
      <dsp:spPr>
        <a:xfrm>
          <a:off x="0" y="1782549"/>
          <a:ext cx="10515600" cy="786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Conversion Performance </a:t>
          </a:r>
        </a:p>
      </dsp:txBody>
      <dsp:txXfrm>
        <a:off x="38381" y="1820930"/>
        <a:ext cx="10438838" cy="709478"/>
      </dsp:txXfrm>
    </dsp:sp>
    <dsp:sp modelId="{AD69B797-DE16-464F-83B7-AAAAEFB80885}">
      <dsp:nvSpPr>
        <dsp:cNvPr id="0" name=""/>
        <dsp:cNvSpPr/>
      </dsp:nvSpPr>
      <dsp:spPr>
        <a:xfrm>
          <a:off x="0" y="2660949"/>
          <a:ext cx="10515600" cy="786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Sales Velocity </a:t>
          </a:r>
        </a:p>
      </dsp:txBody>
      <dsp:txXfrm>
        <a:off x="38381" y="2699330"/>
        <a:ext cx="10438838" cy="709478"/>
      </dsp:txXfrm>
    </dsp:sp>
    <dsp:sp modelId="{8E7916A0-79BB-4B87-84CA-FDC414D5BEDE}">
      <dsp:nvSpPr>
        <dsp:cNvPr id="0" name=""/>
        <dsp:cNvSpPr/>
      </dsp:nvSpPr>
      <dsp:spPr>
        <a:xfrm>
          <a:off x="0" y="3539349"/>
          <a:ext cx="10515600" cy="786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Customer Experience Signals</a:t>
          </a:r>
        </a:p>
      </dsp:txBody>
      <dsp:txXfrm>
        <a:off x="38381" y="3577730"/>
        <a:ext cx="10438838" cy="70947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EDA655-344D-4496-A6BC-DB9835382CEA}">
      <dsp:nvSpPr>
        <dsp:cNvPr id="0" name=""/>
        <dsp:cNvSpPr/>
      </dsp:nvSpPr>
      <dsp:spPr>
        <a:xfrm>
          <a:off x="0" y="0"/>
          <a:ext cx="8938260" cy="130540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4000" kern="1200"/>
            <a:t>Cold start problem</a:t>
          </a:r>
        </a:p>
      </dsp:txBody>
      <dsp:txXfrm>
        <a:off x="38234" y="38234"/>
        <a:ext cx="7529629" cy="1228933"/>
      </dsp:txXfrm>
    </dsp:sp>
    <dsp:sp modelId="{081007C4-04D5-4874-9344-57942C63050C}">
      <dsp:nvSpPr>
        <dsp:cNvPr id="0" name=""/>
        <dsp:cNvSpPr/>
      </dsp:nvSpPr>
      <dsp:spPr>
        <a:xfrm>
          <a:off x="788669" y="1522968"/>
          <a:ext cx="8938260" cy="130540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4000" kern="1200"/>
            <a:t>Data sparsity</a:t>
          </a:r>
        </a:p>
      </dsp:txBody>
      <dsp:txXfrm>
        <a:off x="826903" y="1561202"/>
        <a:ext cx="7224611" cy="1228933"/>
      </dsp:txXfrm>
    </dsp:sp>
    <dsp:sp modelId="{A19B05DE-B4CD-44FE-95DB-26C569F632D4}">
      <dsp:nvSpPr>
        <dsp:cNvPr id="0" name=""/>
        <dsp:cNvSpPr/>
      </dsp:nvSpPr>
      <dsp:spPr>
        <a:xfrm>
          <a:off x="1577339" y="3045936"/>
          <a:ext cx="8938260" cy="1305401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4000" kern="1200"/>
            <a:t>Bias toward popular items</a:t>
          </a:r>
        </a:p>
      </dsp:txBody>
      <dsp:txXfrm>
        <a:off x="1615573" y="3084170"/>
        <a:ext cx="7224611" cy="1228933"/>
      </dsp:txXfrm>
    </dsp:sp>
    <dsp:sp modelId="{14A2D2AA-7658-43AA-A284-6DDD2A0D6FA1}">
      <dsp:nvSpPr>
        <dsp:cNvPr id="0" name=""/>
        <dsp:cNvSpPr/>
      </dsp:nvSpPr>
      <dsp:spPr>
        <a:xfrm>
          <a:off x="8089749" y="989929"/>
          <a:ext cx="848510" cy="848510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8280664" y="989929"/>
        <a:ext cx="466680" cy="638504"/>
      </dsp:txXfrm>
    </dsp:sp>
    <dsp:sp modelId="{BCDB5C52-3673-4F28-A485-C85685D1EA0C}">
      <dsp:nvSpPr>
        <dsp:cNvPr id="0" name=""/>
        <dsp:cNvSpPr/>
      </dsp:nvSpPr>
      <dsp:spPr>
        <a:xfrm>
          <a:off x="8878419" y="2504195"/>
          <a:ext cx="848510" cy="848510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9069334" y="2504195"/>
        <a:ext cx="466680" cy="63850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0835A80-BE28-489B-B215-C3F3F44262A7}">
      <dsp:nvSpPr>
        <dsp:cNvPr id="0" name=""/>
        <dsp:cNvSpPr/>
      </dsp:nvSpPr>
      <dsp:spPr>
        <a:xfrm>
          <a:off x="0" y="72008"/>
          <a:ext cx="10515600" cy="6388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McKinsey Study: 35% of sales</a:t>
          </a:r>
        </a:p>
      </dsp:txBody>
      <dsp:txXfrm>
        <a:off x="31185" y="103193"/>
        <a:ext cx="10453230" cy="576450"/>
      </dsp:txXfrm>
    </dsp:sp>
    <dsp:sp modelId="{6B4DBD3B-90A1-4D75-8E96-ECCADD406613}">
      <dsp:nvSpPr>
        <dsp:cNvPr id="0" name=""/>
        <dsp:cNvSpPr/>
      </dsp:nvSpPr>
      <dsp:spPr>
        <a:xfrm>
          <a:off x="0" y="785709"/>
          <a:ext cx="10515600" cy="6388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Enhanced customer experience</a:t>
          </a:r>
        </a:p>
      </dsp:txBody>
      <dsp:txXfrm>
        <a:off x="31185" y="816894"/>
        <a:ext cx="10453230" cy="576450"/>
      </dsp:txXfrm>
    </dsp:sp>
    <dsp:sp modelId="{E51D9A17-A079-4569-B857-1CCD9A5C18C5}">
      <dsp:nvSpPr>
        <dsp:cNvPr id="0" name=""/>
        <dsp:cNvSpPr/>
      </dsp:nvSpPr>
      <dsp:spPr>
        <a:xfrm>
          <a:off x="0" y="1499409"/>
          <a:ext cx="10515600" cy="6388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Product Discovery</a:t>
          </a:r>
        </a:p>
      </dsp:txBody>
      <dsp:txXfrm>
        <a:off x="31185" y="1530594"/>
        <a:ext cx="10453230" cy="576450"/>
      </dsp:txXfrm>
    </dsp:sp>
    <dsp:sp modelId="{F42AD785-0B27-48CD-9956-5F8805D8C109}">
      <dsp:nvSpPr>
        <dsp:cNvPr id="0" name=""/>
        <dsp:cNvSpPr/>
      </dsp:nvSpPr>
      <dsp:spPr>
        <a:xfrm>
          <a:off x="0" y="2213109"/>
          <a:ext cx="10515600" cy="6388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Higher conversion rates</a:t>
          </a:r>
        </a:p>
      </dsp:txBody>
      <dsp:txXfrm>
        <a:off x="31185" y="2244294"/>
        <a:ext cx="10453230" cy="576450"/>
      </dsp:txXfrm>
    </dsp:sp>
    <dsp:sp modelId="{04908F56-B0FF-49E6-B5D1-54D67F149EBE}">
      <dsp:nvSpPr>
        <dsp:cNvPr id="0" name=""/>
        <dsp:cNvSpPr/>
      </dsp:nvSpPr>
      <dsp:spPr>
        <a:xfrm>
          <a:off x="0" y="2926809"/>
          <a:ext cx="10515600" cy="6388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Efficient Inventory management</a:t>
          </a:r>
        </a:p>
      </dsp:txBody>
      <dsp:txXfrm>
        <a:off x="31185" y="2957994"/>
        <a:ext cx="10453230" cy="576450"/>
      </dsp:txXfrm>
    </dsp:sp>
    <dsp:sp modelId="{F50E26E5-62E4-437A-97E4-9FF10C2E56E9}">
      <dsp:nvSpPr>
        <dsp:cNvPr id="0" name=""/>
        <dsp:cNvSpPr/>
      </dsp:nvSpPr>
      <dsp:spPr>
        <a:xfrm>
          <a:off x="0" y="3640509"/>
          <a:ext cx="10515600" cy="6388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Data-Driven Insights – customer preferences and behaviors</a:t>
          </a:r>
        </a:p>
      </dsp:txBody>
      <dsp:txXfrm>
        <a:off x="31185" y="3671694"/>
        <a:ext cx="10453230" cy="57645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6B6EAE3-63B6-4FB4-88FD-0757161D6F3C}">
      <dsp:nvSpPr>
        <dsp:cNvPr id="0" name=""/>
        <dsp:cNvSpPr/>
      </dsp:nvSpPr>
      <dsp:spPr>
        <a:xfrm>
          <a:off x="0" y="345"/>
          <a:ext cx="827338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FFA396D-7B59-4939-904A-290DD35AF125}">
      <dsp:nvSpPr>
        <dsp:cNvPr id="0" name=""/>
        <dsp:cNvSpPr/>
      </dsp:nvSpPr>
      <dsp:spPr>
        <a:xfrm>
          <a:off x="0" y="345"/>
          <a:ext cx="8273380" cy="5656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https://www.shiprocket.in/blog/amazon-recommendation/ </a:t>
          </a:r>
        </a:p>
      </dsp:txBody>
      <dsp:txXfrm>
        <a:off x="0" y="345"/>
        <a:ext cx="8273380" cy="565646"/>
      </dsp:txXfrm>
    </dsp:sp>
    <dsp:sp modelId="{4247363C-E0A9-4E40-9A33-4BC45E8F9D48}">
      <dsp:nvSpPr>
        <dsp:cNvPr id="0" name=""/>
        <dsp:cNvSpPr/>
      </dsp:nvSpPr>
      <dsp:spPr>
        <a:xfrm>
          <a:off x="0" y="565992"/>
          <a:ext cx="827338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DC39971-524D-4F66-B8F9-BA6A0E79E104}">
      <dsp:nvSpPr>
        <dsp:cNvPr id="0" name=""/>
        <dsp:cNvSpPr/>
      </dsp:nvSpPr>
      <dsp:spPr>
        <a:xfrm>
          <a:off x="0" y="565992"/>
          <a:ext cx="8273380" cy="5656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https://stratoflow.com/amazon-recommendation-system/ </a:t>
          </a:r>
        </a:p>
      </dsp:txBody>
      <dsp:txXfrm>
        <a:off x="0" y="565992"/>
        <a:ext cx="8273380" cy="565646"/>
      </dsp:txXfrm>
    </dsp:sp>
    <dsp:sp modelId="{1780E533-8D95-4468-84F5-2C62CDECAA9A}">
      <dsp:nvSpPr>
        <dsp:cNvPr id="0" name=""/>
        <dsp:cNvSpPr/>
      </dsp:nvSpPr>
      <dsp:spPr>
        <a:xfrm>
          <a:off x="0" y="1131639"/>
          <a:ext cx="827338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C4884E5-5612-438F-8D8E-C4E5A6A6FD50}">
      <dsp:nvSpPr>
        <dsp:cNvPr id="0" name=""/>
        <dsp:cNvSpPr/>
      </dsp:nvSpPr>
      <dsp:spPr>
        <a:xfrm>
          <a:off x="0" y="1131639"/>
          <a:ext cx="8273380" cy="5656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>
              <a:hlinkClick xmlns:r="http://schemas.openxmlformats.org/officeDocument/2006/relationships" r:id="rId1"/>
            </a:rPr>
            <a:t>https://www.amazon.science/the-history-of-amazons-recommendation-algorithm</a:t>
          </a:r>
          <a:endParaRPr lang="en-US" sz="1800" kern="1200"/>
        </a:p>
      </dsp:txBody>
      <dsp:txXfrm>
        <a:off x="0" y="1131639"/>
        <a:ext cx="8273380" cy="565646"/>
      </dsp:txXfrm>
    </dsp:sp>
    <dsp:sp modelId="{AE12B417-328B-41D9-B386-F41BC7901FF2}">
      <dsp:nvSpPr>
        <dsp:cNvPr id="0" name=""/>
        <dsp:cNvSpPr/>
      </dsp:nvSpPr>
      <dsp:spPr>
        <a:xfrm>
          <a:off x="0" y="1697285"/>
          <a:ext cx="827338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C9A067-FA70-4179-97D2-02745945F882}">
      <dsp:nvSpPr>
        <dsp:cNvPr id="0" name=""/>
        <dsp:cNvSpPr/>
      </dsp:nvSpPr>
      <dsp:spPr>
        <a:xfrm>
          <a:off x="0" y="1697285"/>
          <a:ext cx="8273380" cy="5656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u="sng" kern="1200">
              <a:hlinkClick xmlns:r="http://schemas.openxmlformats.org/officeDocument/2006/relationships" r:id="rId2"/>
            </a:rPr>
            <a:t>https://www.baeldung.com/cs/amazon-recommendation-system</a:t>
          </a:r>
          <a:endParaRPr lang="en-US" sz="1800" kern="1200"/>
        </a:p>
      </dsp:txBody>
      <dsp:txXfrm>
        <a:off x="0" y="1697285"/>
        <a:ext cx="8273380" cy="565646"/>
      </dsp:txXfrm>
    </dsp:sp>
    <dsp:sp modelId="{4B07B889-7679-49A0-B4BB-21AC84246348}">
      <dsp:nvSpPr>
        <dsp:cNvPr id="0" name=""/>
        <dsp:cNvSpPr/>
      </dsp:nvSpPr>
      <dsp:spPr>
        <a:xfrm>
          <a:off x="0" y="2262932"/>
          <a:ext cx="827338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F403E03-44FF-4022-A7AF-1A618B6B7B82}">
      <dsp:nvSpPr>
        <dsp:cNvPr id="0" name=""/>
        <dsp:cNvSpPr/>
      </dsp:nvSpPr>
      <dsp:spPr>
        <a:xfrm>
          <a:off x="0" y="2262932"/>
          <a:ext cx="8273380" cy="5656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u="sng" kern="1200">
              <a:hlinkClick xmlns:r="http://schemas.openxmlformats.org/officeDocument/2006/relationships" r:id="rId3"/>
            </a:rPr>
            <a:t>How Amazon Algorithm Works (2026): A9 &amp; A10 Explained</a:t>
          </a:r>
          <a:endParaRPr lang="en-US" sz="1800" kern="1200"/>
        </a:p>
      </dsp:txBody>
      <dsp:txXfrm>
        <a:off x="0" y="2262932"/>
        <a:ext cx="8273380" cy="56564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20E68E-17C0-4AAD-92AD-0203C61C58C9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E9F17F-6845-4E10-8B81-738197297F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9341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E9F17F-6845-4E10-8B81-738197297F1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6495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E9F17F-6845-4E10-8B81-738197297F1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0267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Amazon’s recommendation systems. A9 being the older one and A10 being the newer 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E9F17F-6845-4E10-8B81-738197297F1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6801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Relevance – Determines whether the product appears in search results</a:t>
            </a:r>
          </a:p>
          <a:p>
            <a:r>
              <a:rPr lang="en-US" dirty="0"/>
              <a:t>Click Performance – Click Through Rate: A higher CTR signals relevance and increases its ranking. Neural Networks are used here.</a:t>
            </a:r>
          </a:p>
          <a:p>
            <a:r>
              <a:rPr lang="en-US" dirty="0"/>
              <a:t>Conversion Performance – Measures how many visitors convert into buyers. Higher rate, higher ranking</a:t>
            </a:r>
          </a:p>
          <a:p>
            <a:r>
              <a:rPr lang="en-US" dirty="0"/>
              <a:t>Sales Velocity – Products sells overtime. Focuses on product demand, customer satisfaction, and market relevance</a:t>
            </a:r>
          </a:p>
          <a:p>
            <a:r>
              <a:rPr lang="en-US" dirty="0"/>
              <a:t>Customer Experience Signals – checks return rate and feedback. Poor experience can negatively impact the ranking.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E9F17F-6845-4E10-8B81-738197297F1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6113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Cold Start – New users/products = no data</a:t>
            </a:r>
          </a:p>
          <a:p>
            <a:r>
              <a:rPr lang="en-US" dirty="0"/>
              <a:t>Data sparsity- happens when there is not enough interaction data between users and items. Most user only interact with a tiny part of all of the products.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E9F17F-6845-4E10-8B81-738197297F1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5976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8B3C4-3116-3EAD-B62A-4D5EBD0D60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87FDFC-83B4-4684-5811-5310026101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7880A1-6718-EE27-C976-A4257C762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E41AB-597E-4AD6-8576-48A0987DCF92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CFA832-0602-91CD-79E1-7A08A68FD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D84F9F-FDDF-B0C8-6B0A-A90123F43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5B05A-7881-4EC9-91FA-3122DBD46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807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2B4E0-E4AB-6C53-9BA0-A487AD004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FAF83-8949-D3C2-B5B3-3A711AD75B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BFDA23-13FF-F07D-CBE5-D9CBD798A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E41AB-597E-4AD6-8576-48A0987DCF92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78176-9D13-1382-4990-F5D6CDCC7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C25E26-8A59-2292-5533-0BD19340D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5B05A-7881-4EC9-91FA-3122DBD46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731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3C1AE-80D1-CB3E-95FF-75D274388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CEB972-0348-F31A-1B36-195F3658C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F6EB85-DA66-88A1-0C1C-E7754E009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E41AB-597E-4AD6-8576-48A0987DCF92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2EE631-B974-50CF-F111-C19B6633F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AD7F2-A53E-6257-7B6D-CE4FB09C1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5B05A-7881-4EC9-91FA-3122DBD46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945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E966C-EFB7-E2DE-3349-FE484D5EE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B7B6B8-B02E-C70A-5F9C-8380846E08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3FC4F6-A2EF-4188-ADDD-4E9B484B96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C6C783-A947-096F-21E2-355FCDAE15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E41AB-597E-4AD6-8576-48A0987DCF92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97BDC4-4670-8AAA-F0DF-21AE7C29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125992-04F4-9342-3646-DC13DABF4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5B05A-7881-4EC9-91FA-3122DBD46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896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9298B-0216-22E2-0A14-6FD1DCCA9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8E4C2E-3E9F-B10B-279E-352FBD8542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510304-0DA3-2A80-B86D-2022F55ECB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8EE5DE-2C05-F6A6-FCFD-E90A5F1ACC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638EDF-FB7F-B9EB-16DA-7306EA50A2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4AFAF0-F4CB-5D4E-08E8-534F6FF0E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E41AB-597E-4AD6-8576-48A0987DCF92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213874-C11E-0C82-40F5-A5CE9CE4D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FFE120-20CF-5619-F337-B3FA10442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5B05A-7881-4EC9-91FA-3122DBD46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79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BD2DF-BB68-515C-0F0B-076725BB2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E12C8A-A571-7E35-3020-7E7DEC98F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E41AB-597E-4AD6-8576-48A0987DCF92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D43385-F2DA-E18A-8C43-1718BBAC1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BB7C51-BC6A-95D3-CFC9-708FAD883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5B05A-7881-4EC9-91FA-3122DBD46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9249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67CF94-4B4B-4F72-EC90-F6C3365E1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E41AB-597E-4AD6-8576-48A0987DCF92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C93047-2CDB-A2E3-5A9F-AC0869BC7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EBEAF-2B8E-223B-B7DD-6FAA41A162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5B05A-7881-4EC9-91FA-3122DBD46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5183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AEA9D-BCEA-311C-887F-0C4F875FB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D898C1-0A9A-21F6-AAD9-72FF64ECE7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DC8659-8D74-5A10-A2A4-F30A7E114B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50C01C-33AD-CC7F-ADF5-B002CA3FD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E41AB-597E-4AD6-8576-48A0987DCF92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CD722C-55F9-755D-CDFD-282BB15B9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4853AC-9D3B-C269-5541-E6A2A3E80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5B05A-7881-4EC9-91FA-3122DBD46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5974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CEAF8-1A88-ECC0-38F6-1597B829C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64CE26-C7D3-7A8C-C35B-E8FCA917E9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F8C2C2-D442-5804-470E-653646834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F3B77D-FCC4-A7BF-F4A3-F88DE5A412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E41AB-597E-4AD6-8576-48A0987DCF92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574E95-DEF3-E87E-46B5-889742A44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4D437D-94FC-88CA-6866-FA8DF74C8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5B05A-7881-4EC9-91FA-3122DBD46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7531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D304E-E862-A3C0-034B-DC701F2F3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90F0B9-E52A-76D8-CC7F-E03920C791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9838CB-D950-DD21-C863-3D822A55E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E41AB-597E-4AD6-8576-48A0987DCF92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4B208C-DE39-A14D-7502-3A1AE8C5A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2AF2E2-8A2B-8B00-DBED-FE0B2C185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5B05A-7881-4EC9-91FA-3122DBD46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433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98BEF0F-9FC6-4964-99E2-9F9FA4DE76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B00DBC-C081-14BD-12A7-821A3873FF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890C45-0E87-6CE9-190D-7108B4703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E41AB-597E-4AD6-8576-48A0987DCF92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E8D76A-AFEF-A88A-DEE8-DA26DBBF8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5ABF21-4E8C-B006-BBA9-944FC8899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5B05A-7881-4EC9-91FA-3122DBD46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490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16F53C-6DB5-C980-3E42-8237B1B75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620BCA-F9A3-D3D1-6F71-AA886E646F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1EBD8B-2BB8-589C-6740-7F2A2E52AF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FE41AB-597E-4AD6-8576-48A0987DCF92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E3964E-541D-7FF4-8D3A-CC87C45FD1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A7080F-BD26-CF7A-D6B9-516D269D7B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95B05A-7881-4EC9-91FA-3122DBD46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6600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microsoft.com/office/2007/relationships/diagramDrawing" Target="../diagrams/drawing3.xml"/><Relationship Id="rId3" Type="http://schemas.openxmlformats.org/officeDocument/2006/relationships/image" Target="../media/image5.jpeg"/><Relationship Id="rId7" Type="http://schemas.openxmlformats.org/officeDocument/2006/relationships/diagramColors" Target="../diagrams/colors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3.xml"/><Relationship Id="rId5" Type="http://schemas.openxmlformats.org/officeDocument/2006/relationships/diagramLayout" Target="../diagrams/layout3.xml"/><Relationship Id="rId4" Type="http://schemas.openxmlformats.org/officeDocument/2006/relationships/diagramData" Target="../diagrams/data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8" name="Rectangle 1037">
            <a:extLst>
              <a:ext uri="{FF2B5EF4-FFF2-40B4-BE49-F238E27FC236}">
                <a16:creationId xmlns:a16="http://schemas.microsoft.com/office/drawing/2014/main" id="{5DCB5928-DC7D-4612-9922-441966E15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40" name="Freeform: Shape 1039">
            <a:extLst>
              <a:ext uri="{FF2B5EF4-FFF2-40B4-BE49-F238E27FC236}">
                <a16:creationId xmlns:a16="http://schemas.microsoft.com/office/drawing/2014/main" id="{682C1161-1736-45EC-99B7-33F3CAE9D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6E6E6"/>
            </a:solidFill>
          </a:ln>
          <a:effectLst>
            <a:outerShdw blurRad="762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42" name="Freeform: Shape 1041">
            <a:extLst>
              <a:ext uri="{FF2B5EF4-FFF2-40B4-BE49-F238E27FC236}">
                <a16:creationId xmlns:a16="http://schemas.microsoft.com/office/drawing/2014/main" id="{84D4DDB8-B68F-45B0-9F62-C4279996F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2B42AD-B515-0C22-FB32-2418871789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4100"/>
              <a:t>Amazon Recommendation System: How AI Predicts What You’ll Buy Next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F0767A-8E2B-F857-2ED5-FDABF90CE2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1" y="4872922"/>
            <a:ext cx="3933306" cy="1208141"/>
          </a:xfrm>
        </p:spPr>
        <p:txBody>
          <a:bodyPr>
            <a:normAutofit/>
          </a:bodyPr>
          <a:lstStyle/>
          <a:p>
            <a:pPr algn="l"/>
            <a:r>
              <a:rPr lang="en-US" sz="2000"/>
              <a:t>Leland Jones, Earl Garner, Robby Heisey</a:t>
            </a:r>
          </a:p>
        </p:txBody>
      </p:sp>
      <p:sp>
        <p:nvSpPr>
          <p:cNvPr id="1044" name="Rectangle 104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46" name="Rectangle 104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482F927-E879-92F2-3FC7-73850CCDA8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973100" y="625684"/>
            <a:ext cx="5291348" cy="54553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8344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53A6F2-C4C9-A3C3-5371-FA470D6D5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What is a Recommendation System?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2993EB3-29F0-F6A2-253E-3C2F6215F84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59350" y="1997839"/>
            <a:ext cx="5655523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AI/ML </a:t>
            </a:r>
            <a:r>
              <a:rPr lang="en-US" altLang="en-US" sz="1800">
                <a:latin typeface="Arial" panose="020B0604020202020204" pitchFamily="34" charset="0"/>
              </a:rPr>
              <a:t>algorithm 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that predicts user preferences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Uses past behavior to suggest items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Found in Amazon, Netflix, YouTube, and many more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80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Systems filter massive amounts of data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800">
                <a:latin typeface="Arial" panose="020B0604020202020204" pitchFamily="34" charset="0"/>
              </a:rPr>
              <a:t> They rely on patterns from user interactions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90922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F77D9F-1771-1876-3714-7B53EAF80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Why Amazon Needs 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6A742-0525-96B7-EC14-60BE002E6D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en-US" sz="2000"/>
              <a:t>Millions of products</a:t>
            </a:r>
          </a:p>
          <a:p>
            <a:r>
              <a:rPr lang="en-US" sz="2000"/>
              <a:t>Millions of users</a:t>
            </a:r>
          </a:p>
          <a:p>
            <a:r>
              <a:rPr lang="en-US" sz="2000"/>
              <a:t>Too much data to browse manually</a:t>
            </a:r>
          </a:p>
          <a:p>
            <a:r>
              <a:rPr lang="en-US" sz="2000"/>
              <a:t>Users would struggle to find products</a:t>
            </a:r>
          </a:p>
          <a:p>
            <a:r>
              <a:rPr lang="en-US" sz="2000"/>
              <a:t>Amazon uses AI/ machine learning to reduce decision overload</a:t>
            </a:r>
          </a:p>
          <a:p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14939400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03366C-57B8-6E39-159F-87628C944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A88A349-4A72-889C-E34E-D9EC462D73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5807097-71C7-937D-A256-7CB7F032D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5F0DDE-E8B6-81B8-31BB-F67FA9253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D0287C4-69D6-A181-113C-306EF12CF5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58B7C6-56AE-01F0-BCE9-CF90F53DD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D9F04A-6050-613D-493E-E5E36FFEA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High-Level System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B9910-8C80-CBBB-832A-E83CA520F0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350" y="2295263"/>
            <a:ext cx="9397650" cy="4132431"/>
          </a:xfrm>
        </p:spPr>
        <p:txBody>
          <a:bodyPr anchor="ctr">
            <a:normAutofit fontScale="70000" lnSpcReduction="20000"/>
          </a:bodyPr>
          <a:lstStyle/>
          <a:p>
            <a:pPr marL="0" indent="0">
              <a:buNone/>
            </a:pPr>
            <a:r>
              <a:rPr lang="en-US" sz="3100" dirty="0">
                <a:latin typeface="Arial" panose="020B0604020202020204" pitchFamily="34" charset="0"/>
                <a:cs typeface="Arial" panose="020B0604020202020204" pitchFamily="34" charset="0"/>
              </a:rPr>
              <a:t>Amazon tracks: </a:t>
            </a:r>
          </a:p>
          <a:p>
            <a:pPr lvl="1"/>
            <a:r>
              <a:rPr lang="en-US" sz="3100" dirty="0">
                <a:latin typeface="Arial" panose="020B0604020202020204" pitchFamily="34" charset="0"/>
                <a:cs typeface="Arial" panose="020B0604020202020204" pitchFamily="34" charset="0"/>
              </a:rPr>
              <a:t>User behavior</a:t>
            </a:r>
          </a:p>
          <a:p>
            <a:pPr lvl="1"/>
            <a:r>
              <a:rPr lang="en-US" sz="3100" dirty="0">
                <a:latin typeface="Arial" panose="020B0604020202020204" pitchFamily="34" charset="0"/>
                <a:cs typeface="Arial" panose="020B0604020202020204" pitchFamily="34" charset="0"/>
              </a:rPr>
              <a:t>Product attributes</a:t>
            </a:r>
          </a:p>
          <a:p>
            <a:pPr lvl="1"/>
            <a:r>
              <a:rPr lang="en-US" sz="3100" dirty="0">
                <a:latin typeface="Arial" panose="020B0604020202020204" pitchFamily="34" charset="0"/>
                <a:cs typeface="Arial" panose="020B0604020202020204" pitchFamily="34" charset="0"/>
              </a:rPr>
              <a:t>Products a user has saved and listed</a:t>
            </a:r>
          </a:p>
          <a:p>
            <a:pPr lvl="1"/>
            <a:r>
              <a:rPr lang="en-US" sz="3100" dirty="0">
                <a:latin typeface="Arial" panose="020B0604020202020204" pitchFamily="34" charset="0"/>
                <a:cs typeface="Arial" panose="020B0604020202020204" pitchFamily="34" charset="0"/>
              </a:rPr>
              <a:t>Products purchased and rates</a:t>
            </a:r>
          </a:p>
          <a:p>
            <a:pPr lvl="1"/>
            <a:r>
              <a:rPr lang="en-US" sz="3100" dirty="0">
                <a:latin typeface="Arial" panose="020B0604020202020204" pitchFamily="34" charset="0"/>
                <a:cs typeface="Arial" panose="020B0604020202020204" pitchFamily="34" charset="0"/>
              </a:rPr>
              <a:t>Trending products</a:t>
            </a:r>
          </a:p>
          <a:p>
            <a:pPr lvl="1"/>
            <a:r>
              <a:rPr lang="en-US" sz="3100" dirty="0">
                <a:latin typeface="Arial" panose="020B0604020202020204" pitchFamily="34" charset="0"/>
                <a:cs typeface="Arial" panose="020B0604020202020204" pitchFamily="34" charset="0"/>
              </a:rPr>
              <a:t>Location</a:t>
            </a:r>
          </a:p>
          <a:p>
            <a:pPr lvl="1"/>
            <a:r>
              <a:rPr lang="en-US" sz="3100" dirty="0">
                <a:latin typeface="Arial" panose="020B0604020202020204" pitchFamily="34" charset="0"/>
                <a:cs typeface="Arial" panose="020B0604020202020204" pitchFamily="34" charset="0"/>
              </a:rPr>
              <a:t>User reviews</a:t>
            </a:r>
          </a:p>
          <a:p>
            <a:pPr lvl="1"/>
            <a:endParaRPr lang="en-US" sz="3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3100" dirty="0">
                <a:latin typeface="Arial" panose="020B0604020202020204" pitchFamily="34" charset="0"/>
                <a:cs typeface="Arial" panose="020B0604020202020204" pitchFamily="34" charset="0"/>
              </a:rPr>
              <a:t>Recommendations are generated in real time based on users’ real-time activity</a:t>
            </a:r>
          </a:p>
          <a:p>
            <a:r>
              <a:rPr lang="en-US" sz="3100" dirty="0">
                <a:latin typeface="Arial" panose="020B0604020202020204" pitchFamily="34" charset="0"/>
                <a:cs typeface="Arial" panose="020B0604020202020204" pitchFamily="34" charset="0"/>
              </a:rPr>
              <a:t>They are everywhere (home page, product pages, &amp; checkout pages)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000" dirty="0"/>
          </a:p>
          <a:p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1822B2-166F-02A6-885B-63FDDD02A8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004" y="1590741"/>
            <a:ext cx="2334992" cy="5048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60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DC5FB7E8-B636-40FA-BE8D-48145C0F5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"/>
            <a:ext cx="12192000" cy="2295238"/>
          </a:xfrm>
          <a:custGeom>
            <a:avLst/>
            <a:gdLst>
              <a:gd name="connsiteX0" fmla="*/ 12160143 w 12192000"/>
              <a:gd name="connsiteY0" fmla="*/ 831692 h 2079137"/>
              <a:gd name="connsiteX1" fmla="*/ 12159112 w 12192000"/>
              <a:gd name="connsiteY1" fmla="*/ 833361 h 2079137"/>
              <a:gd name="connsiteX2" fmla="*/ 12158912 w 12192000"/>
              <a:gd name="connsiteY2" fmla="*/ 832430 h 2079137"/>
              <a:gd name="connsiteX3" fmla="*/ 0 w 12192000"/>
              <a:gd name="connsiteY3" fmla="*/ 0 h 2079137"/>
              <a:gd name="connsiteX4" fmla="*/ 12192000 w 12192000"/>
              <a:gd name="connsiteY4" fmla="*/ 0 h 2079137"/>
              <a:gd name="connsiteX5" fmla="*/ 12192000 w 12192000"/>
              <a:gd name="connsiteY5" fmla="*/ 558063 h 2079137"/>
              <a:gd name="connsiteX6" fmla="*/ 12189259 w 12192000"/>
              <a:gd name="connsiteY6" fmla="*/ 810508 h 2079137"/>
              <a:gd name="connsiteX7" fmla="*/ 12170847 w 12192000"/>
              <a:gd name="connsiteY7" fmla="*/ 825280 h 2079137"/>
              <a:gd name="connsiteX8" fmla="*/ 12160143 w 12192000"/>
              <a:gd name="connsiteY8" fmla="*/ 831692 h 2079137"/>
              <a:gd name="connsiteX9" fmla="*/ 12163806 w 12192000"/>
              <a:gd name="connsiteY9" fmla="*/ 825759 h 2079137"/>
              <a:gd name="connsiteX10" fmla="*/ 12056557 w 12192000"/>
              <a:gd name="connsiteY10" fmla="*/ 810176 h 2079137"/>
              <a:gd name="connsiteX11" fmla="*/ 11900316 w 12192000"/>
              <a:gd name="connsiteY11" fmla="*/ 789618 h 2079137"/>
              <a:gd name="connsiteX12" fmla="*/ 11791206 w 12192000"/>
              <a:gd name="connsiteY12" fmla="*/ 824176 h 2079137"/>
              <a:gd name="connsiteX13" fmla="*/ 11659257 w 12192000"/>
              <a:gd name="connsiteY13" fmla="*/ 800841 h 2079137"/>
              <a:gd name="connsiteX14" fmla="*/ 11569789 w 12192000"/>
              <a:gd name="connsiteY14" fmla="*/ 797135 h 2079137"/>
              <a:gd name="connsiteX15" fmla="*/ 11367885 w 12192000"/>
              <a:gd name="connsiteY15" fmla="*/ 791985 h 2079137"/>
              <a:gd name="connsiteX16" fmla="*/ 11174663 w 12192000"/>
              <a:gd name="connsiteY16" fmla="*/ 788721 h 2079137"/>
              <a:gd name="connsiteX17" fmla="*/ 11068220 w 12192000"/>
              <a:gd name="connsiteY17" fmla="*/ 786994 h 2079137"/>
              <a:gd name="connsiteX18" fmla="*/ 10893266 w 12192000"/>
              <a:gd name="connsiteY18" fmla="*/ 794013 h 2079137"/>
              <a:gd name="connsiteX19" fmla="*/ 10844025 w 12192000"/>
              <a:gd name="connsiteY19" fmla="*/ 789857 h 2079137"/>
              <a:gd name="connsiteX20" fmla="*/ 10814353 w 12192000"/>
              <a:gd name="connsiteY20" fmla="*/ 789010 h 2079137"/>
              <a:gd name="connsiteX21" fmla="*/ 10748393 w 12192000"/>
              <a:gd name="connsiteY21" fmla="*/ 806738 h 2079137"/>
              <a:gd name="connsiteX22" fmla="*/ 10468256 w 12192000"/>
              <a:gd name="connsiteY22" fmla="*/ 778733 h 2079137"/>
              <a:gd name="connsiteX23" fmla="*/ 10256131 w 12192000"/>
              <a:gd name="connsiteY23" fmla="*/ 788332 h 2079137"/>
              <a:gd name="connsiteX24" fmla="*/ 10177442 w 12192000"/>
              <a:gd name="connsiteY24" fmla="*/ 777371 h 2079137"/>
              <a:gd name="connsiteX25" fmla="*/ 10006086 w 12192000"/>
              <a:gd name="connsiteY25" fmla="*/ 792651 h 2079137"/>
              <a:gd name="connsiteX26" fmla="*/ 9952382 w 12192000"/>
              <a:gd name="connsiteY26" fmla="*/ 815411 h 2079137"/>
              <a:gd name="connsiteX27" fmla="*/ 9926457 w 12192000"/>
              <a:gd name="connsiteY27" fmla="*/ 827295 h 2079137"/>
              <a:gd name="connsiteX28" fmla="*/ 9843405 w 12192000"/>
              <a:gd name="connsiteY28" fmla="*/ 867046 h 2079137"/>
              <a:gd name="connsiteX29" fmla="*/ 9830866 w 12192000"/>
              <a:gd name="connsiteY29" fmla="*/ 875047 h 2079137"/>
              <a:gd name="connsiteX30" fmla="*/ 9801807 w 12192000"/>
              <a:gd name="connsiteY30" fmla="*/ 872272 h 2079137"/>
              <a:gd name="connsiteX31" fmla="*/ 9785653 w 12192000"/>
              <a:gd name="connsiteY31" fmla="*/ 861743 h 2079137"/>
              <a:gd name="connsiteX32" fmla="*/ 9781177 w 12192000"/>
              <a:gd name="connsiteY32" fmla="*/ 864820 h 2079137"/>
              <a:gd name="connsiteX33" fmla="*/ 9768640 w 12192000"/>
              <a:gd name="connsiteY33" fmla="*/ 869379 h 2079137"/>
              <a:gd name="connsiteX34" fmla="*/ 9712211 w 12192000"/>
              <a:gd name="connsiteY34" fmla="*/ 900283 h 2079137"/>
              <a:gd name="connsiteX35" fmla="*/ 9689465 w 12192000"/>
              <a:gd name="connsiteY35" fmla="*/ 899268 h 2079137"/>
              <a:gd name="connsiteX36" fmla="*/ 9600339 w 12192000"/>
              <a:gd name="connsiteY36" fmla="*/ 922112 h 2079137"/>
              <a:gd name="connsiteX37" fmla="*/ 9582850 w 12192000"/>
              <a:gd name="connsiteY37" fmla="*/ 925510 h 2079137"/>
              <a:gd name="connsiteX38" fmla="*/ 9549638 w 12192000"/>
              <a:gd name="connsiteY38" fmla="*/ 940845 h 2079137"/>
              <a:gd name="connsiteX39" fmla="*/ 9539471 w 12192000"/>
              <a:gd name="connsiteY39" fmla="*/ 941799 h 2079137"/>
              <a:gd name="connsiteX40" fmla="*/ 9505592 w 12192000"/>
              <a:gd name="connsiteY40" fmla="*/ 955533 h 2079137"/>
              <a:gd name="connsiteX41" fmla="*/ 9432569 w 12192000"/>
              <a:gd name="connsiteY41" fmla="*/ 985377 h 2079137"/>
              <a:gd name="connsiteX42" fmla="*/ 9414216 w 12192000"/>
              <a:gd name="connsiteY42" fmla="*/ 992655 h 2079137"/>
              <a:gd name="connsiteX43" fmla="*/ 9397106 w 12192000"/>
              <a:gd name="connsiteY43" fmla="*/ 992980 h 2079137"/>
              <a:gd name="connsiteX44" fmla="*/ 9305108 w 12192000"/>
              <a:gd name="connsiteY44" fmla="*/ 1007767 h 2079137"/>
              <a:gd name="connsiteX45" fmla="*/ 9282434 w 12192000"/>
              <a:gd name="connsiteY45" fmla="*/ 1007523 h 2079137"/>
              <a:gd name="connsiteX46" fmla="*/ 9271941 w 12192000"/>
              <a:gd name="connsiteY46" fmla="*/ 1002839 h 2079137"/>
              <a:gd name="connsiteX47" fmla="*/ 9238227 w 12192000"/>
              <a:gd name="connsiteY47" fmla="*/ 1017668 h 2079137"/>
              <a:gd name="connsiteX48" fmla="*/ 9184265 w 12192000"/>
              <a:gd name="connsiteY48" fmla="*/ 1031275 h 2079137"/>
              <a:gd name="connsiteX49" fmla="*/ 9159000 w 12192000"/>
              <a:gd name="connsiteY49" fmla="*/ 1039569 h 2079137"/>
              <a:gd name="connsiteX50" fmla="*/ 9137031 w 12192000"/>
              <a:gd name="connsiteY50" fmla="*/ 1038699 h 2079137"/>
              <a:gd name="connsiteX51" fmla="*/ 9015702 w 12192000"/>
              <a:gd name="connsiteY51" fmla="*/ 1051400 h 2079137"/>
              <a:gd name="connsiteX52" fmla="*/ 8971403 w 12192000"/>
              <a:gd name="connsiteY52" fmla="*/ 1040542 h 2079137"/>
              <a:gd name="connsiteX53" fmla="*/ 8961826 w 12192000"/>
              <a:gd name="connsiteY53" fmla="*/ 1045364 h 2079137"/>
              <a:gd name="connsiteX54" fmla="*/ 8888623 w 12192000"/>
              <a:gd name="connsiteY54" fmla="*/ 1053908 h 2079137"/>
              <a:gd name="connsiteX55" fmla="*/ 8841066 w 12192000"/>
              <a:gd name="connsiteY55" fmla="*/ 1060421 h 2079137"/>
              <a:gd name="connsiteX56" fmla="*/ 8752342 w 12192000"/>
              <a:gd name="connsiteY56" fmla="*/ 1080646 h 2079137"/>
              <a:gd name="connsiteX57" fmla="*/ 8699139 w 12192000"/>
              <a:gd name="connsiteY57" fmla="*/ 1087885 h 2079137"/>
              <a:gd name="connsiteX58" fmla="*/ 8667273 w 12192000"/>
              <a:gd name="connsiteY58" fmla="*/ 1092062 h 2079137"/>
              <a:gd name="connsiteX59" fmla="*/ 8586064 w 12192000"/>
              <a:gd name="connsiteY59" fmla="*/ 1114603 h 2079137"/>
              <a:gd name="connsiteX60" fmla="*/ 8460312 w 12192000"/>
              <a:gd name="connsiteY60" fmla="*/ 1179878 h 2079137"/>
              <a:gd name="connsiteX61" fmla="*/ 8419023 w 12192000"/>
              <a:gd name="connsiteY61" fmla="*/ 1191748 h 2079137"/>
              <a:gd name="connsiteX62" fmla="*/ 8410939 w 12192000"/>
              <a:gd name="connsiteY62" fmla="*/ 1189696 h 2079137"/>
              <a:gd name="connsiteX63" fmla="*/ 8362040 w 12192000"/>
              <a:gd name="connsiteY63" fmla="*/ 1220820 h 2079137"/>
              <a:gd name="connsiteX64" fmla="*/ 8273677 w 12192000"/>
              <a:gd name="connsiteY64" fmla="*/ 1236495 h 2079137"/>
              <a:gd name="connsiteX65" fmla="*/ 8204283 w 12192000"/>
              <a:gd name="connsiteY65" fmla="*/ 1243537 h 2079137"/>
              <a:gd name="connsiteX66" fmla="*/ 8166550 w 12192000"/>
              <a:gd name="connsiteY66" fmla="*/ 1249551 h 2079137"/>
              <a:gd name="connsiteX67" fmla="*/ 8137785 w 12192000"/>
              <a:gd name="connsiteY67" fmla="*/ 1251636 h 2079137"/>
              <a:gd name="connsiteX68" fmla="*/ 8071596 w 12192000"/>
              <a:gd name="connsiteY68" fmla="*/ 1269274 h 2079137"/>
              <a:gd name="connsiteX69" fmla="*/ 7964816 w 12192000"/>
              <a:gd name="connsiteY69" fmla="*/ 1303668 h 2079137"/>
              <a:gd name="connsiteX70" fmla="*/ 7941495 w 12192000"/>
              <a:gd name="connsiteY70" fmla="*/ 1309821 h 2079137"/>
              <a:gd name="connsiteX71" fmla="*/ 7919123 w 12192000"/>
              <a:gd name="connsiteY71" fmla="*/ 1310466 h 2079137"/>
              <a:gd name="connsiteX72" fmla="*/ 7911902 w 12192000"/>
              <a:gd name="connsiteY72" fmla="*/ 1306569 h 2079137"/>
              <a:gd name="connsiteX73" fmla="*/ 7898703 w 12192000"/>
              <a:gd name="connsiteY73" fmla="*/ 1309208 h 2079137"/>
              <a:gd name="connsiteX74" fmla="*/ 7894703 w 12192000"/>
              <a:gd name="connsiteY74" fmla="*/ 1308939 h 2079137"/>
              <a:gd name="connsiteX75" fmla="*/ 7872267 w 12192000"/>
              <a:gd name="connsiteY75" fmla="*/ 1308370 h 2079137"/>
              <a:gd name="connsiteX76" fmla="*/ 7836454 w 12192000"/>
              <a:gd name="connsiteY76" fmla="*/ 1331265 h 2079137"/>
              <a:gd name="connsiteX77" fmla="*/ 7782451 w 12192000"/>
              <a:gd name="connsiteY77" fmla="*/ 1339601 h 2079137"/>
              <a:gd name="connsiteX78" fmla="*/ 7542969 w 12192000"/>
              <a:gd name="connsiteY78" fmla="*/ 1372495 h 2079137"/>
              <a:gd name="connsiteX79" fmla="*/ 7476832 w 12192000"/>
              <a:gd name="connsiteY79" fmla="*/ 1431655 h 2079137"/>
              <a:gd name="connsiteX80" fmla="*/ 7370237 w 12192000"/>
              <a:gd name="connsiteY80" fmla="*/ 1474339 h 2079137"/>
              <a:gd name="connsiteX81" fmla="*/ 7222223 w 12192000"/>
              <a:gd name="connsiteY81" fmla="*/ 1510199 h 2079137"/>
              <a:gd name="connsiteX82" fmla="*/ 7215703 w 12192000"/>
              <a:gd name="connsiteY82" fmla="*/ 1520424 h 2079137"/>
              <a:gd name="connsiteX83" fmla="*/ 7204548 w 12192000"/>
              <a:gd name="connsiteY83" fmla="*/ 1528145 h 2079137"/>
              <a:gd name="connsiteX84" fmla="*/ 7202038 w 12192000"/>
              <a:gd name="connsiteY84" fmla="*/ 1527954 h 2079137"/>
              <a:gd name="connsiteX85" fmla="*/ 7173860 w 12192000"/>
              <a:gd name="connsiteY85" fmla="*/ 1541605 h 2079137"/>
              <a:gd name="connsiteX86" fmla="*/ 7155079 w 12192000"/>
              <a:gd name="connsiteY86" fmla="*/ 1552495 h 2079137"/>
              <a:gd name="connsiteX87" fmla="*/ 7149757 w 12192000"/>
              <a:gd name="connsiteY87" fmla="*/ 1552732 h 2079137"/>
              <a:gd name="connsiteX88" fmla="*/ 7104804 w 12192000"/>
              <a:gd name="connsiteY88" fmla="*/ 1565792 h 2079137"/>
              <a:gd name="connsiteX89" fmla="*/ 7082824 w 12192000"/>
              <a:gd name="connsiteY89" fmla="*/ 1567947 h 2079137"/>
              <a:gd name="connsiteX90" fmla="*/ 7021520 w 12192000"/>
              <a:gd name="connsiteY90" fmla="*/ 1562334 h 2079137"/>
              <a:gd name="connsiteX91" fmla="*/ 6988956 w 12192000"/>
              <a:gd name="connsiteY91" fmla="*/ 1576442 h 2079137"/>
              <a:gd name="connsiteX92" fmla="*/ 6981922 w 12192000"/>
              <a:gd name="connsiteY92" fmla="*/ 1578821 h 2079137"/>
              <a:gd name="connsiteX93" fmla="*/ 6981583 w 12192000"/>
              <a:gd name="connsiteY93" fmla="*/ 1578678 h 2079137"/>
              <a:gd name="connsiteX94" fmla="*/ 6973762 w 12192000"/>
              <a:gd name="connsiteY94" fmla="*/ 1580811 h 2079137"/>
              <a:gd name="connsiteX95" fmla="*/ 6969093 w 12192000"/>
              <a:gd name="connsiteY95" fmla="*/ 1583157 h 2079137"/>
              <a:gd name="connsiteX96" fmla="*/ 6890037 w 12192000"/>
              <a:gd name="connsiteY96" fmla="*/ 1575825 h 2079137"/>
              <a:gd name="connsiteX97" fmla="*/ 6785054 w 12192000"/>
              <a:gd name="connsiteY97" fmla="*/ 1582200 h 2079137"/>
              <a:gd name="connsiteX98" fmla="*/ 6681692 w 12192000"/>
              <a:gd name="connsiteY98" fmla="*/ 1591296 h 2079137"/>
              <a:gd name="connsiteX99" fmla="*/ 6644556 w 12192000"/>
              <a:gd name="connsiteY99" fmla="*/ 1595940 h 2079137"/>
              <a:gd name="connsiteX100" fmla="*/ 6577106 w 12192000"/>
              <a:gd name="connsiteY100" fmla="*/ 1598261 h 2079137"/>
              <a:gd name="connsiteX101" fmla="*/ 6544183 w 12192000"/>
              <a:gd name="connsiteY101" fmla="*/ 1596149 h 2079137"/>
              <a:gd name="connsiteX102" fmla="*/ 6540921 w 12192000"/>
              <a:gd name="connsiteY102" fmla="*/ 1593857 h 2079137"/>
              <a:gd name="connsiteX103" fmla="*/ 6535046 w 12192000"/>
              <a:gd name="connsiteY103" fmla="*/ 1593283 h 2079137"/>
              <a:gd name="connsiteX104" fmla="*/ 6519853 w 12192000"/>
              <a:gd name="connsiteY104" fmla="*/ 1595771 h 2079137"/>
              <a:gd name="connsiteX105" fmla="*/ 6514280 w 12192000"/>
              <a:gd name="connsiteY105" fmla="*/ 1597376 h 2079137"/>
              <a:gd name="connsiteX106" fmla="*/ 6505824 w 12192000"/>
              <a:gd name="connsiteY106" fmla="*/ 1598298 h 2079137"/>
              <a:gd name="connsiteX107" fmla="*/ 6505573 w 12192000"/>
              <a:gd name="connsiteY107" fmla="*/ 1598109 h 2079137"/>
              <a:gd name="connsiteX108" fmla="*/ 6497741 w 12192000"/>
              <a:gd name="connsiteY108" fmla="*/ 1599392 h 2079137"/>
              <a:gd name="connsiteX109" fmla="*/ 6459992 w 12192000"/>
              <a:gd name="connsiteY109" fmla="*/ 1608358 h 2079137"/>
              <a:gd name="connsiteX110" fmla="*/ 6404572 w 12192000"/>
              <a:gd name="connsiteY110" fmla="*/ 1593771 h 2079137"/>
              <a:gd name="connsiteX111" fmla="*/ 6382671 w 12192000"/>
              <a:gd name="connsiteY111" fmla="*/ 1592612 h 2079137"/>
              <a:gd name="connsiteX112" fmla="*/ 6369843 w 12192000"/>
              <a:gd name="connsiteY112" fmla="*/ 1590015 h 2079137"/>
              <a:gd name="connsiteX113" fmla="*/ 6269740 w 12192000"/>
              <a:gd name="connsiteY113" fmla="*/ 1614633 h 2079137"/>
              <a:gd name="connsiteX114" fmla="*/ 6255405 w 12192000"/>
              <a:gd name="connsiteY114" fmla="*/ 1620529 h 2079137"/>
              <a:gd name="connsiteX115" fmla="*/ 6244248 w 12192000"/>
              <a:gd name="connsiteY115" fmla="*/ 1629561 h 2079137"/>
              <a:gd name="connsiteX116" fmla="*/ 6086396 w 12192000"/>
              <a:gd name="connsiteY116" fmla="*/ 1642666 h 2079137"/>
              <a:gd name="connsiteX117" fmla="*/ 5867429 w 12192000"/>
              <a:gd name="connsiteY117" fmla="*/ 1695554 h 2079137"/>
              <a:gd name="connsiteX118" fmla="*/ 5772864 w 12192000"/>
              <a:gd name="connsiteY118" fmla="*/ 1689002 h 2079137"/>
              <a:gd name="connsiteX119" fmla="*/ 5629833 w 12192000"/>
              <a:gd name="connsiteY119" fmla="*/ 1713273 h 2079137"/>
              <a:gd name="connsiteX120" fmla="*/ 5504771 w 12192000"/>
              <a:gd name="connsiteY120" fmla="*/ 1725744 h 2079137"/>
              <a:gd name="connsiteX121" fmla="*/ 5490967 w 12192000"/>
              <a:gd name="connsiteY121" fmla="*/ 1726367 h 2079137"/>
              <a:gd name="connsiteX122" fmla="*/ 5486015 w 12192000"/>
              <a:gd name="connsiteY122" fmla="*/ 1721481 h 2079137"/>
              <a:gd name="connsiteX123" fmla="*/ 5439364 w 12192000"/>
              <a:gd name="connsiteY123" fmla="*/ 1721349 h 2079137"/>
              <a:gd name="connsiteX124" fmla="*/ 5350025 w 12192000"/>
              <a:gd name="connsiteY124" fmla="*/ 1729885 h 2079137"/>
              <a:gd name="connsiteX125" fmla="*/ 5336104 w 12192000"/>
              <a:gd name="connsiteY125" fmla="*/ 1734377 h 2079137"/>
              <a:gd name="connsiteX126" fmla="*/ 5245234 w 12192000"/>
              <a:gd name="connsiteY126" fmla="*/ 1738520 h 2079137"/>
              <a:gd name="connsiteX127" fmla="*/ 5182955 w 12192000"/>
              <a:gd name="connsiteY127" fmla="*/ 1744622 h 2079137"/>
              <a:gd name="connsiteX128" fmla="*/ 5169506 w 12192000"/>
              <a:gd name="connsiteY128" fmla="*/ 1748993 h 2079137"/>
              <a:gd name="connsiteX129" fmla="*/ 5154299 w 12192000"/>
              <a:gd name="connsiteY129" fmla="*/ 1744080 h 2079137"/>
              <a:gd name="connsiteX130" fmla="*/ 5149917 w 12192000"/>
              <a:gd name="connsiteY130" fmla="*/ 1739727 h 2079137"/>
              <a:gd name="connsiteX131" fmla="*/ 5100319 w 12192000"/>
              <a:gd name="connsiteY131" fmla="*/ 1745797 h 2079137"/>
              <a:gd name="connsiteX132" fmla="*/ 5094361 w 12192000"/>
              <a:gd name="connsiteY132" fmla="*/ 1745767 h 2079137"/>
              <a:gd name="connsiteX133" fmla="*/ 5053410 w 12192000"/>
              <a:gd name="connsiteY133" fmla="*/ 1742790 h 2079137"/>
              <a:gd name="connsiteX134" fmla="*/ 4992711 w 12192000"/>
              <a:gd name="connsiteY134" fmla="*/ 1734075 h 2079137"/>
              <a:gd name="connsiteX135" fmla="*/ 4930098 w 12192000"/>
              <a:gd name="connsiteY135" fmla="*/ 1717312 h 2079137"/>
              <a:gd name="connsiteX136" fmla="*/ 4893834 w 12192000"/>
              <a:gd name="connsiteY136" fmla="*/ 1710028 h 2079137"/>
              <a:gd name="connsiteX137" fmla="*/ 4868730 w 12192000"/>
              <a:gd name="connsiteY137" fmla="*/ 1702384 h 2079137"/>
              <a:gd name="connsiteX138" fmla="*/ 4797925 w 12192000"/>
              <a:gd name="connsiteY138" fmla="*/ 1695535 h 2079137"/>
              <a:gd name="connsiteX139" fmla="*/ 4677670 w 12192000"/>
              <a:gd name="connsiteY139" fmla="*/ 1689453 h 2079137"/>
              <a:gd name="connsiteX140" fmla="*/ 4634248 w 12192000"/>
              <a:gd name="connsiteY140" fmla="*/ 1680227 h 2079137"/>
              <a:gd name="connsiteX141" fmla="*/ 4632434 w 12192000"/>
              <a:gd name="connsiteY141" fmla="*/ 1674607 h 2079137"/>
              <a:gd name="connsiteX142" fmla="*/ 4619204 w 12192000"/>
              <a:gd name="connsiteY142" fmla="*/ 1672507 h 2079137"/>
              <a:gd name="connsiteX143" fmla="*/ 4616283 w 12192000"/>
              <a:gd name="connsiteY143" fmla="*/ 1670977 h 2079137"/>
              <a:gd name="connsiteX144" fmla="*/ 4598926 w 12192000"/>
              <a:gd name="connsiteY144" fmla="*/ 1663178 h 2079137"/>
              <a:gd name="connsiteX145" fmla="*/ 4547069 w 12192000"/>
              <a:gd name="connsiteY145" fmla="*/ 1670642 h 2079137"/>
              <a:gd name="connsiteX146" fmla="*/ 4523516 w 12192000"/>
              <a:gd name="connsiteY146" fmla="*/ 1669785 h 2079137"/>
              <a:gd name="connsiteX147" fmla="*/ 4500586 w 12192000"/>
              <a:gd name="connsiteY147" fmla="*/ 1675912 h 2079137"/>
              <a:gd name="connsiteX148" fmla="*/ 4488196 w 12192000"/>
              <a:gd name="connsiteY148" fmla="*/ 1683463 h 2079137"/>
              <a:gd name="connsiteX149" fmla="*/ 4445463 w 12192000"/>
              <a:gd name="connsiteY149" fmla="*/ 1695634 h 2079137"/>
              <a:gd name="connsiteX150" fmla="*/ 4446550 w 12192000"/>
              <a:gd name="connsiteY150" fmla="*/ 1680538 h 2079137"/>
              <a:gd name="connsiteX151" fmla="*/ 4365375 w 12192000"/>
              <a:gd name="connsiteY151" fmla="*/ 1697935 h 2079137"/>
              <a:gd name="connsiteX152" fmla="*/ 4305123 w 12192000"/>
              <a:gd name="connsiteY152" fmla="*/ 1714185 h 2079137"/>
              <a:gd name="connsiteX153" fmla="*/ 4292665 w 12192000"/>
              <a:gd name="connsiteY153" fmla="*/ 1720703 h 2079137"/>
              <a:gd name="connsiteX154" fmla="*/ 4276789 w 12192000"/>
              <a:gd name="connsiteY154" fmla="*/ 1718367 h 2079137"/>
              <a:gd name="connsiteX155" fmla="*/ 4271683 w 12192000"/>
              <a:gd name="connsiteY155" fmla="*/ 1714801 h 2079137"/>
              <a:gd name="connsiteX156" fmla="*/ 4223918 w 12192000"/>
              <a:gd name="connsiteY156" fmla="*/ 1728936 h 2079137"/>
              <a:gd name="connsiteX157" fmla="*/ 4218039 w 12192000"/>
              <a:gd name="connsiteY157" fmla="*/ 1729885 h 2079137"/>
              <a:gd name="connsiteX158" fmla="*/ 4177153 w 12192000"/>
              <a:gd name="connsiteY158" fmla="*/ 1733691 h 2079137"/>
              <a:gd name="connsiteX159" fmla="*/ 4051032 w 12192000"/>
              <a:gd name="connsiteY159" fmla="*/ 1728886 h 2079137"/>
              <a:gd name="connsiteX160" fmla="*/ 4013978 w 12192000"/>
              <a:gd name="connsiteY160" fmla="*/ 1727679 h 2079137"/>
              <a:gd name="connsiteX161" fmla="*/ 3987857 w 12192000"/>
              <a:gd name="connsiteY161" fmla="*/ 1724282 h 2079137"/>
              <a:gd name="connsiteX162" fmla="*/ 3916852 w 12192000"/>
              <a:gd name="connsiteY162" fmla="*/ 1729184 h 2079137"/>
              <a:gd name="connsiteX163" fmla="*/ 3797263 w 12192000"/>
              <a:gd name="connsiteY163" fmla="*/ 1742976 h 2079137"/>
              <a:gd name="connsiteX164" fmla="*/ 3752806 w 12192000"/>
              <a:gd name="connsiteY164" fmla="*/ 1741033 h 2079137"/>
              <a:gd name="connsiteX165" fmla="*/ 3749997 w 12192000"/>
              <a:gd name="connsiteY165" fmla="*/ 1735799 h 2079137"/>
              <a:gd name="connsiteX166" fmla="*/ 3736582 w 12192000"/>
              <a:gd name="connsiteY166" fmla="*/ 1735907 h 2079137"/>
              <a:gd name="connsiteX167" fmla="*/ 3733428 w 12192000"/>
              <a:gd name="connsiteY167" fmla="*/ 1734881 h 2079137"/>
              <a:gd name="connsiteX168" fmla="*/ 3714911 w 12192000"/>
              <a:gd name="connsiteY168" fmla="*/ 1730056 h 2079137"/>
              <a:gd name="connsiteX169" fmla="*/ 3665172 w 12192000"/>
              <a:gd name="connsiteY169" fmla="*/ 1745936 h 2079137"/>
              <a:gd name="connsiteX170" fmla="*/ 3552006 w 12192000"/>
              <a:gd name="connsiteY170" fmla="*/ 1755220 h 2079137"/>
              <a:gd name="connsiteX171" fmla="*/ 3390301 w 12192000"/>
              <a:gd name="connsiteY171" fmla="*/ 1762546 h 2079137"/>
              <a:gd name="connsiteX172" fmla="*/ 3264312 w 12192000"/>
              <a:gd name="connsiteY172" fmla="*/ 1774620 h 2079137"/>
              <a:gd name="connsiteX173" fmla="*/ 3106901 w 12192000"/>
              <a:gd name="connsiteY173" fmla="*/ 1804264 h 2079137"/>
              <a:gd name="connsiteX174" fmla="*/ 2993303 w 12192000"/>
              <a:gd name="connsiteY174" fmla="*/ 1806542 h 2079137"/>
              <a:gd name="connsiteX175" fmla="*/ 2979115 w 12192000"/>
              <a:gd name="connsiteY175" fmla="*/ 1815432 h 2079137"/>
              <a:gd name="connsiteX176" fmla="*/ 2963118 w 12192000"/>
              <a:gd name="connsiteY176" fmla="*/ 1820962 h 2079137"/>
              <a:gd name="connsiteX177" fmla="*/ 2961156 w 12192000"/>
              <a:gd name="connsiteY177" fmla="*/ 1820297 h 2079137"/>
              <a:gd name="connsiteX178" fmla="*/ 2925719 w 12192000"/>
              <a:gd name="connsiteY178" fmla="*/ 1828468 h 2079137"/>
              <a:gd name="connsiteX179" fmla="*/ 2857951 w 12192000"/>
              <a:gd name="connsiteY179" fmla="*/ 1842496 h 2079137"/>
              <a:gd name="connsiteX180" fmla="*/ 2857427 w 12192000"/>
              <a:gd name="connsiteY180" fmla="*/ 1841591 h 2079137"/>
              <a:gd name="connsiteX181" fmla="*/ 2846731 w 12192000"/>
              <a:gd name="connsiteY181" fmla="*/ 1839316 h 2079137"/>
              <a:gd name="connsiteX182" fmla="*/ 2826290 w 12192000"/>
              <a:gd name="connsiteY182" fmla="*/ 1837274 h 2079137"/>
              <a:gd name="connsiteX183" fmla="*/ 2779146 w 12192000"/>
              <a:gd name="connsiteY183" fmla="*/ 1820071 h 2079137"/>
              <a:gd name="connsiteX184" fmla="*/ 2739608 w 12192000"/>
              <a:gd name="connsiteY184" fmla="*/ 1827861 h 2079137"/>
              <a:gd name="connsiteX185" fmla="*/ 2731631 w 12192000"/>
              <a:gd name="connsiteY185" fmla="*/ 1828881 h 2079137"/>
              <a:gd name="connsiteX186" fmla="*/ 2731464 w 12192000"/>
              <a:gd name="connsiteY186" fmla="*/ 1828677 h 2079137"/>
              <a:gd name="connsiteX187" fmla="*/ 2723037 w 12192000"/>
              <a:gd name="connsiteY187" fmla="*/ 1829303 h 2079137"/>
              <a:gd name="connsiteX188" fmla="*/ 2701616 w 12192000"/>
              <a:gd name="connsiteY188" fmla="*/ 1832725 h 2079137"/>
              <a:gd name="connsiteX189" fmla="*/ 2696239 w 12192000"/>
              <a:gd name="connsiteY189" fmla="*/ 1831904 h 2079137"/>
              <a:gd name="connsiteX190" fmla="*/ 2663445 w 12192000"/>
              <a:gd name="connsiteY190" fmla="*/ 1825958 h 2079137"/>
              <a:gd name="connsiteX191" fmla="*/ 2560925 w 12192000"/>
              <a:gd name="connsiteY191" fmla="*/ 1829094 h 2079137"/>
              <a:gd name="connsiteX192" fmla="*/ 2458739 w 12192000"/>
              <a:gd name="connsiteY192" fmla="*/ 1834479 h 2079137"/>
              <a:gd name="connsiteX193" fmla="*/ 2356074 w 12192000"/>
              <a:gd name="connsiteY193" fmla="*/ 1836991 h 2079137"/>
              <a:gd name="connsiteX194" fmla="*/ 2304241 w 12192000"/>
              <a:gd name="connsiteY194" fmla="*/ 1822021 h 2079137"/>
              <a:gd name="connsiteX195" fmla="*/ 2298362 w 12192000"/>
              <a:gd name="connsiteY195" fmla="*/ 1822125 h 2079137"/>
              <a:gd name="connsiteX196" fmla="*/ 2283527 w 12192000"/>
              <a:gd name="connsiteY196" fmla="*/ 1826361 h 2079137"/>
              <a:gd name="connsiteX197" fmla="*/ 2278150 w 12192000"/>
              <a:gd name="connsiteY197" fmla="*/ 1828604 h 2079137"/>
              <a:gd name="connsiteX198" fmla="*/ 2269853 w 12192000"/>
              <a:gd name="connsiteY198" fmla="*/ 1830502 h 2079137"/>
              <a:gd name="connsiteX199" fmla="*/ 2269585 w 12192000"/>
              <a:gd name="connsiteY199" fmla="*/ 1830341 h 2079137"/>
              <a:gd name="connsiteX200" fmla="*/ 2225332 w 12192000"/>
              <a:gd name="connsiteY200" fmla="*/ 1845825 h 2079137"/>
              <a:gd name="connsiteX201" fmla="*/ 2169048 w 12192000"/>
              <a:gd name="connsiteY201" fmla="*/ 1837658 h 2079137"/>
              <a:gd name="connsiteX202" fmla="*/ 2147231 w 12192000"/>
              <a:gd name="connsiteY202" fmla="*/ 1839027 h 2079137"/>
              <a:gd name="connsiteX203" fmla="*/ 2135241 w 12192000"/>
              <a:gd name="connsiteY203" fmla="*/ 1838652 h 2079137"/>
              <a:gd name="connsiteX204" fmla="*/ 2099215 w 12192000"/>
              <a:gd name="connsiteY204" fmla="*/ 1850768 h 2079137"/>
              <a:gd name="connsiteX205" fmla="*/ 2094046 w 12192000"/>
              <a:gd name="connsiteY205" fmla="*/ 1850806 h 2079137"/>
              <a:gd name="connsiteX206" fmla="*/ 2071850 w 12192000"/>
              <a:gd name="connsiteY206" fmla="*/ 1861319 h 2079137"/>
              <a:gd name="connsiteX207" fmla="*/ 2039607 w 12192000"/>
              <a:gd name="connsiteY207" fmla="*/ 1874318 h 2079137"/>
              <a:gd name="connsiteX208" fmla="*/ 2037289 w 12192000"/>
              <a:gd name="connsiteY208" fmla="*/ 1874025 h 2079137"/>
              <a:gd name="connsiteX209" fmla="*/ 2023615 w 12192000"/>
              <a:gd name="connsiteY209" fmla="*/ 1881562 h 2079137"/>
              <a:gd name="connsiteX210" fmla="*/ 1957176 w 12192000"/>
              <a:gd name="connsiteY210" fmla="*/ 1898709 h 2079137"/>
              <a:gd name="connsiteX211" fmla="*/ 1858081 w 12192000"/>
              <a:gd name="connsiteY211" fmla="*/ 1923144 h 2079137"/>
              <a:gd name="connsiteX212" fmla="*/ 1738865 w 12192000"/>
              <a:gd name="connsiteY212" fmla="*/ 1944965 h 2079137"/>
              <a:gd name="connsiteX213" fmla="*/ 1616692 w 12192000"/>
              <a:gd name="connsiteY213" fmla="*/ 1989107 h 2079137"/>
              <a:gd name="connsiteX214" fmla="*/ 1411898 w 12192000"/>
              <a:gd name="connsiteY214" fmla="*/ 2046254 h 2079137"/>
              <a:gd name="connsiteX215" fmla="*/ 1375780 w 12192000"/>
              <a:gd name="connsiteY215" fmla="*/ 2047961 h 2079137"/>
              <a:gd name="connsiteX216" fmla="*/ 1375707 w 12192000"/>
              <a:gd name="connsiteY216" fmla="*/ 2047981 h 2079137"/>
              <a:gd name="connsiteX217" fmla="*/ 1285585 w 12192000"/>
              <a:gd name="connsiteY217" fmla="*/ 2047113 h 2079137"/>
              <a:gd name="connsiteX218" fmla="*/ 1263658 w 12192000"/>
              <a:gd name="connsiteY218" fmla="*/ 2041397 h 2079137"/>
              <a:gd name="connsiteX219" fmla="*/ 1170403 w 12192000"/>
              <a:gd name="connsiteY219" fmla="*/ 2033399 h 2079137"/>
              <a:gd name="connsiteX220" fmla="*/ 1153718 w 12192000"/>
              <a:gd name="connsiteY220" fmla="*/ 2029576 h 2079137"/>
              <a:gd name="connsiteX221" fmla="*/ 1133937 w 12192000"/>
              <a:gd name="connsiteY221" fmla="*/ 2032149 h 2079137"/>
              <a:gd name="connsiteX222" fmla="*/ 1054999 w 12192000"/>
              <a:gd name="connsiteY222" fmla="*/ 2043242 h 2079137"/>
              <a:gd name="connsiteX223" fmla="*/ 1018405 w 12192000"/>
              <a:gd name="connsiteY223" fmla="*/ 2048281 h 2079137"/>
              <a:gd name="connsiteX224" fmla="*/ 1016563 w 12192000"/>
              <a:gd name="connsiteY224" fmla="*/ 2051718 h 2079137"/>
              <a:gd name="connsiteX225" fmla="*/ 1008284 w 12192000"/>
              <a:gd name="connsiteY225" fmla="*/ 2046742 h 2079137"/>
              <a:gd name="connsiteX226" fmla="*/ 981974 w 12192000"/>
              <a:gd name="connsiteY226" fmla="*/ 2048363 h 2079137"/>
              <a:gd name="connsiteX227" fmla="*/ 971903 w 12192000"/>
              <a:gd name="connsiteY227" fmla="*/ 2053484 h 2079137"/>
              <a:gd name="connsiteX228" fmla="*/ 954015 w 12192000"/>
              <a:gd name="connsiteY228" fmla="*/ 2052529 h 2079137"/>
              <a:gd name="connsiteX229" fmla="*/ 839571 w 12192000"/>
              <a:gd name="connsiteY229" fmla="*/ 2046509 h 2079137"/>
              <a:gd name="connsiteX230" fmla="*/ 823321 w 12192000"/>
              <a:gd name="connsiteY230" fmla="*/ 2054296 h 2079137"/>
              <a:gd name="connsiteX231" fmla="*/ 800990 w 12192000"/>
              <a:gd name="connsiteY231" fmla="*/ 2051523 h 2079137"/>
              <a:gd name="connsiteX232" fmla="*/ 776439 w 12192000"/>
              <a:gd name="connsiteY232" fmla="*/ 2062634 h 2079137"/>
              <a:gd name="connsiteX233" fmla="*/ 763041 w 12192000"/>
              <a:gd name="connsiteY233" fmla="*/ 2063995 h 2079137"/>
              <a:gd name="connsiteX234" fmla="*/ 757863 w 12192000"/>
              <a:gd name="connsiteY234" fmla="*/ 2065877 h 2079137"/>
              <a:gd name="connsiteX235" fmla="*/ 745053 w 12192000"/>
              <a:gd name="connsiteY235" fmla="*/ 2051831 h 2079137"/>
              <a:gd name="connsiteX236" fmla="*/ 722609 w 12192000"/>
              <a:gd name="connsiteY236" fmla="*/ 2049504 h 2079137"/>
              <a:gd name="connsiteX237" fmla="*/ 717618 w 12192000"/>
              <a:gd name="connsiteY237" fmla="*/ 2042131 h 2079137"/>
              <a:gd name="connsiteX238" fmla="*/ 703285 w 12192000"/>
              <a:gd name="connsiteY238" fmla="*/ 2046808 h 2079137"/>
              <a:gd name="connsiteX239" fmla="*/ 680199 w 12192000"/>
              <a:gd name="connsiteY239" fmla="*/ 2051947 h 2079137"/>
              <a:gd name="connsiteX240" fmla="*/ 667351 w 12192000"/>
              <a:gd name="connsiteY240" fmla="*/ 2054469 h 2079137"/>
              <a:gd name="connsiteX241" fmla="*/ 660961 w 12192000"/>
              <a:gd name="connsiteY241" fmla="*/ 2049404 h 2079137"/>
              <a:gd name="connsiteX242" fmla="*/ 638282 w 12192000"/>
              <a:gd name="connsiteY242" fmla="*/ 2060093 h 2079137"/>
              <a:gd name="connsiteX243" fmla="*/ 583551 w 12192000"/>
              <a:gd name="connsiteY243" fmla="*/ 2070197 h 2079137"/>
              <a:gd name="connsiteX244" fmla="*/ 525274 w 12192000"/>
              <a:gd name="connsiteY244" fmla="*/ 2079137 h 2079137"/>
              <a:gd name="connsiteX245" fmla="*/ 405635 w 12192000"/>
              <a:gd name="connsiteY245" fmla="*/ 2059339 h 2079137"/>
              <a:gd name="connsiteX246" fmla="*/ 281555 w 12192000"/>
              <a:gd name="connsiteY246" fmla="*/ 2022847 h 2079137"/>
              <a:gd name="connsiteX247" fmla="*/ 98513 w 12192000"/>
              <a:gd name="connsiteY247" fmla="*/ 1969504 h 2079137"/>
              <a:gd name="connsiteX248" fmla="*/ 56191 w 12192000"/>
              <a:gd name="connsiteY248" fmla="*/ 1950709 h 2079137"/>
              <a:gd name="connsiteX249" fmla="*/ 0 w 12192000"/>
              <a:gd name="connsiteY249" fmla="*/ 1935789 h 207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</a:cxnLst>
            <a:rect l="l" t="t" r="r" b="b"/>
            <a:pathLst>
              <a:path w="12192000" h="2079137">
                <a:moveTo>
                  <a:pt x="12160143" y="831692"/>
                </a:moveTo>
                <a:lnTo>
                  <a:pt x="12159112" y="833361"/>
                </a:lnTo>
                <a:cubicBezTo>
                  <a:pt x="12157915" y="833832"/>
                  <a:pt x="12157402" y="833649"/>
                  <a:pt x="12158912" y="832430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558063"/>
                </a:lnTo>
                <a:lnTo>
                  <a:pt x="12189259" y="810508"/>
                </a:lnTo>
                <a:lnTo>
                  <a:pt x="12170847" y="825280"/>
                </a:lnTo>
                <a:lnTo>
                  <a:pt x="12160143" y="831692"/>
                </a:lnTo>
                <a:lnTo>
                  <a:pt x="12163806" y="825759"/>
                </a:lnTo>
                <a:cubicBezTo>
                  <a:pt x="12125449" y="821525"/>
                  <a:pt x="12082203" y="824698"/>
                  <a:pt x="12056557" y="810176"/>
                </a:cubicBezTo>
                <a:cubicBezTo>
                  <a:pt x="12050902" y="790976"/>
                  <a:pt x="11923731" y="799312"/>
                  <a:pt x="11900316" y="789618"/>
                </a:cubicBezTo>
                <a:cubicBezTo>
                  <a:pt x="11841702" y="803374"/>
                  <a:pt x="11823963" y="832645"/>
                  <a:pt x="11791206" y="824176"/>
                </a:cubicBezTo>
                <a:cubicBezTo>
                  <a:pt x="11768977" y="817380"/>
                  <a:pt x="11683857" y="828947"/>
                  <a:pt x="11659257" y="800841"/>
                </a:cubicBezTo>
                <a:cubicBezTo>
                  <a:pt x="11617173" y="818107"/>
                  <a:pt x="11602556" y="790694"/>
                  <a:pt x="11569789" y="797135"/>
                </a:cubicBezTo>
                <a:cubicBezTo>
                  <a:pt x="11498310" y="795094"/>
                  <a:pt x="11458472" y="819882"/>
                  <a:pt x="11367885" y="791985"/>
                </a:cubicBezTo>
                <a:cubicBezTo>
                  <a:pt x="11325508" y="798158"/>
                  <a:pt x="11266580" y="755023"/>
                  <a:pt x="11174663" y="788721"/>
                </a:cubicBezTo>
                <a:cubicBezTo>
                  <a:pt x="11122703" y="792192"/>
                  <a:pt x="11150009" y="775410"/>
                  <a:pt x="11068220" y="786994"/>
                </a:cubicBezTo>
                <a:cubicBezTo>
                  <a:pt x="11046931" y="759861"/>
                  <a:pt x="10919185" y="793102"/>
                  <a:pt x="10893266" y="794013"/>
                </a:cubicBezTo>
                <a:cubicBezTo>
                  <a:pt x="10874184" y="776189"/>
                  <a:pt x="10862860" y="788743"/>
                  <a:pt x="10844025" y="789857"/>
                </a:cubicBezTo>
                <a:cubicBezTo>
                  <a:pt x="10836453" y="779294"/>
                  <a:pt x="10820690" y="778184"/>
                  <a:pt x="10814353" y="789010"/>
                </a:cubicBezTo>
                <a:cubicBezTo>
                  <a:pt x="10819669" y="816016"/>
                  <a:pt x="10754019" y="789067"/>
                  <a:pt x="10748393" y="806738"/>
                </a:cubicBezTo>
                <a:cubicBezTo>
                  <a:pt x="10687156" y="807873"/>
                  <a:pt x="10550299" y="781800"/>
                  <a:pt x="10468256" y="778733"/>
                </a:cubicBezTo>
                <a:cubicBezTo>
                  <a:pt x="10436666" y="770025"/>
                  <a:pt x="10371995" y="797252"/>
                  <a:pt x="10256131" y="788332"/>
                </a:cubicBezTo>
                <a:cubicBezTo>
                  <a:pt x="10240995" y="781626"/>
                  <a:pt x="10182664" y="765742"/>
                  <a:pt x="10177442" y="777371"/>
                </a:cubicBezTo>
                <a:cubicBezTo>
                  <a:pt x="10141447" y="775683"/>
                  <a:pt x="10030323" y="810071"/>
                  <a:pt x="10006086" y="792651"/>
                </a:cubicBezTo>
                <a:cubicBezTo>
                  <a:pt x="10009448" y="818833"/>
                  <a:pt x="9960389" y="791426"/>
                  <a:pt x="9952382" y="815411"/>
                </a:cubicBezTo>
                <a:lnTo>
                  <a:pt x="9926457" y="827295"/>
                </a:lnTo>
                <a:lnTo>
                  <a:pt x="9843405" y="867046"/>
                </a:lnTo>
                <a:lnTo>
                  <a:pt x="9830866" y="875047"/>
                </a:lnTo>
                <a:lnTo>
                  <a:pt x="9801807" y="872272"/>
                </a:lnTo>
                <a:lnTo>
                  <a:pt x="9785653" y="861743"/>
                </a:lnTo>
                <a:lnTo>
                  <a:pt x="9781177" y="864820"/>
                </a:lnTo>
                <a:cubicBezTo>
                  <a:pt x="9776153" y="871003"/>
                  <a:pt x="9773556" y="874842"/>
                  <a:pt x="9768640" y="869379"/>
                </a:cubicBezTo>
                <a:lnTo>
                  <a:pt x="9712211" y="900283"/>
                </a:lnTo>
                <a:cubicBezTo>
                  <a:pt x="9706243" y="902750"/>
                  <a:pt x="9698952" y="902954"/>
                  <a:pt x="9689465" y="899268"/>
                </a:cubicBezTo>
                <a:cubicBezTo>
                  <a:pt x="9670819" y="902906"/>
                  <a:pt x="9618108" y="917739"/>
                  <a:pt x="9600339" y="922112"/>
                </a:cubicBezTo>
                <a:lnTo>
                  <a:pt x="9582850" y="925510"/>
                </a:lnTo>
                <a:cubicBezTo>
                  <a:pt x="9574400" y="928631"/>
                  <a:pt x="9556868" y="938130"/>
                  <a:pt x="9549638" y="940845"/>
                </a:cubicBezTo>
                <a:cubicBezTo>
                  <a:pt x="9543792" y="942327"/>
                  <a:pt x="9546812" y="939351"/>
                  <a:pt x="9539471" y="941799"/>
                </a:cubicBezTo>
                <a:cubicBezTo>
                  <a:pt x="9538994" y="947702"/>
                  <a:pt x="9536009" y="953248"/>
                  <a:pt x="9505592" y="955533"/>
                </a:cubicBezTo>
                <a:cubicBezTo>
                  <a:pt x="9486013" y="968563"/>
                  <a:pt x="9460860" y="978842"/>
                  <a:pt x="9432569" y="985377"/>
                </a:cubicBezTo>
                <a:cubicBezTo>
                  <a:pt x="9426990" y="980335"/>
                  <a:pt x="9418918" y="990185"/>
                  <a:pt x="9414216" y="992655"/>
                </a:cubicBezTo>
                <a:cubicBezTo>
                  <a:pt x="9412644" y="989014"/>
                  <a:pt x="9400057" y="989255"/>
                  <a:pt x="9397106" y="992980"/>
                </a:cubicBezTo>
                <a:cubicBezTo>
                  <a:pt x="9314093" y="1020862"/>
                  <a:pt x="9349678" y="978420"/>
                  <a:pt x="9305108" y="1007767"/>
                </a:cubicBezTo>
                <a:cubicBezTo>
                  <a:pt x="9296670" y="1010324"/>
                  <a:pt x="9289251" y="1009612"/>
                  <a:pt x="9282434" y="1007523"/>
                </a:cubicBezTo>
                <a:lnTo>
                  <a:pt x="9271941" y="1002839"/>
                </a:lnTo>
                <a:lnTo>
                  <a:pt x="9238227" y="1017668"/>
                </a:lnTo>
                <a:cubicBezTo>
                  <a:pt x="9221294" y="1023415"/>
                  <a:pt x="9203166" y="1027997"/>
                  <a:pt x="9184265" y="1031275"/>
                </a:cubicBezTo>
                <a:cubicBezTo>
                  <a:pt x="9178371" y="1024135"/>
                  <a:pt x="9165618" y="1036637"/>
                  <a:pt x="9159000" y="1039569"/>
                </a:cubicBezTo>
                <a:cubicBezTo>
                  <a:pt x="9157881" y="1034602"/>
                  <a:pt x="9141725" y="1033964"/>
                  <a:pt x="9137031" y="1038699"/>
                </a:cubicBezTo>
                <a:cubicBezTo>
                  <a:pt x="9023973" y="1069523"/>
                  <a:pt x="9079946" y="1015706"/>
                  <a:pt x="9015702" y="1051400"/>
                </a:cubicBezTo>
                <a:lnTo>
                  <a:pt x="8971403" y="1040542"/>
                </a:lnTo>
                <a:lnTo>
                  <a:pt x="8961826" y="1045364"/>
                </a:lnTo>
                <a:cubicBezTo>
                  <a:pt x="8922837" y="1050010"/>
                  <a:pt x="8909116" y="1040754"/>
                  <a:pt x="8888623" y="1053908"/>
                </a:cubicBezTo>
                <a:cubicBezTo>
                  <a:pt x="8850424" y="1035587"/>
                  <a:pt x="8865892" y="1054194"/>
                  <a:pt x="8841066" y="1060421"/>
                </a:cubicBezTo>
                <a:cubicBezTo>
                  <a:pt x="8818353" y="1064878"/>
                  <a:pt x="8775995" y="1076068"/>
                  <a:pt x="8752342" y="1080646"/>
                </a:cubicBezTo>
                <a:cubicBezTo>
                  <a:pt x="8736966" y="1099406"/>
                  <a:pt x="8723186" y="1079948"/>
                  <a:pt x="8699139" y="1087885"/>
                </a:cubicBezTo>
                <a:cubicBezTo>
                  <a:pt x="8688630" y="1095506"/>
                  <a:pt x="8680324" y="1097539"/>
                  <a:pt x="8667273" y="1092062"/>
                </a:cubicBezTo>
                <a:cubicBezTo>
                  <a:pt x="8619205" y="1128818"/>
                  <a:pt x="8634590" y="1097116"/>
                  <a:pt x="8586064" y="1114603"/>
                </a:cubicBezTo>
                <a:cubicBezTo>
                  <a:pt x="8544721" y="1131913"/>
                  <a:pt x="8496602" y="1145520"/>
                  <a:pt x="8460312" y="1179878"/>
                </a:cubicBezTo>
                <a:cubicBezTo>
                  <a:pt x="8454266" y="1189140"/>
                  <a:pt x="8435781" y="1194455"/>
                  <a:pt x="8419023" y="1191748"/>
                </a:cubicBezTo>
                <a:cubicBezTo>
                  <a:pt x="8416138" y="1191283"/>
                  <a:pt x="8413416" y="1190591"/>
                  <a:pt x="8410939" y="1189696"/>
                </a:cubicBezTo>
                <a:cubicBezTo>
                  <a:pt x="8390077" y="1213458"/>
                  <a:pt x="8370324" y="1205397"/>
                  <a:pt x="8362040" y="1220820"/>
                </a:cubicBezTo>
                <a:cubicBezTo>
                  <a:pt x="8320616" y="1231942"/>
                  <a:pt x="8281663" y="1222882"/>
                  <a:pt x="8273677" y="1236495"/>
                </a:cubicBezTo>
                <a:cubicBezTo>
                  <a:pt x="8251358" y="1238573"/>
                  <a:pt x="8216738" y="1228341"/>
                  <a:pt x="8204283" y="1243537"/>
                </a:cubicBezTo>
                <a:cubicBezTo>
                  <a:pt x="8198634" y="1233135"/>
                  <a:pt x="8181550" y="1254947"/>
                  <a:pt x="8166550" y="1249551"/>
                </a:cubicBezTo>
                <a:cubicBezTo>
                  <a:pt x="8155570" y="1244572"/>
                  <a:pt x="8147825" y="1250027"/>
                  <a:pt x="8137785" y="1251636"/>
                </a:cubicBezTo>
                <a:cubicBezTo>
                  <a:pt x="8123427" y="1248361"/>
                  <a:pt x="8081662" y="1261833"/>
                  <a:pt x="8071596" y="1269274"/>
                </a:cubicBezTo>
                <a:cubicBezTo>
                  <a:pt x="8048949" y="1293759"/>
                  <a:pt x="7983924" y="1284712"/>
                  <a:pt x="7964816" y="1303668"/>
                </a:cubicBezTo>
                <a:cubicBezTo>
                  <a:pt x="7957137" y="1306992"/>
                  <a:pt x="7949335" y="1308861"/>
                  <a:pt x="7941495" y="1309821"/>
                </a:cubicBezTo>
                <a:lnTo>
                  <a:pt x="7919123" y="1310466"/>
                </a:lnTo>
                <a:lnTo>
                  <a:pt x="7911902" y="1306569"/>
                </a:lnTo>
                <a:lnTo>
                  <a:pt x="7898703" y="1309208"/>
                </a:lnTo>
                <a:lnTo>
                  <a:pt x="7894703" y="1308939"/>
                </a:lnTo>
                <a:lnTo>
                  <a:pt x="7872267" y="1308370"/>
                </a:lnTo>
                <a:cubicBezTo>
                  <a:pt x="7886550" y="1330359"/>
                  <a:pt x="7812648" y="1314851"/>
                  <a:pt x="7836454" y="1331265"/>
                </a:cubicBezTo>
                <a:cubicBezTo>
                  <a:pt x="7798907" y="1336933"/>
                  <a:pt x="7831419" y="1351068"/>
                  <a:pt x="7782451" y="1339601"/>
                </a:cubicBezTo>
                <a:cubicBezTo>
                  <a:pt x="7727636" y="1365002"/>
                  <a:pt x="7583002" y="1338768"/>
                  <a:pt x="7542969" y="1372495"/>
                </a:cubicBezTo>
                <a:cubicBezTo>
                  <a:pt x="7546396" y="1360942"/>
                  <a:pt x="7492851" y="1424323"/>
                  <a:pt x="7476832" y="1431655"/>
                </a:cubicBezTo>
                <a:cubicBezTo>
                  <a:pt x="7439619" y="1443703"/>
                  <a:pt x="7425596" y="1454661"/>
                  <a:pt x="7370237" y="1474339"/>
                </a:cubicBezTo>
                <a:cubicBezTo>
                  <a:pt x="7316246" y="1485928"/>
                  <a:pt x="7281903" y="1512712"/>
                  <a:pt x="7222223" y="1510199"/>
                </a:cubicBezTo>
                <a:cubicBezTo>
                  <a:pt x="7221190" y="1514030"/>
                  <a:pt x="7218885" y="1517398"/>
                  <a:pt x="7215703" y="1520424"/>
                </a:cubicBezTo>
                <a:lnTo>
                  <a:pt x="7204548" y="1528145"/>
                </a:lnTo>
                <a:lnTo>
                  <a:pt x="7202038" y="1527954"/>
                </a:lnTo>
                <a:lnTo>
                  <a:pt x="7173860" y="1541605"/>
                </a:lnTo>
                <a:lnTo>
                  <a:pt x="7155079" y="1552495"/>
                </a:lnTo>
                <a:lnTo>
                  <a:pt x="7149757" y="1552732"/>
                </a:lnTo>
                <a:cubicBezTo>
                  <a:pt x="7141378" y="1554948"/>
                  <a:pt x="7115959" y="1563256"/>
                  <a:pt x="7104804" y="1565792"/>
                </a:cubicBezTo>
                <a:cubicBezTo>
                  <a:pt x="7099811" y="1550850"/>
                  <a:pt x="7096935" y="1561973"/>
                  <a:pt x="7082824" y="1567947"/>
                </a:cubicBezTo>
                <a:cubicBezTo>
                  <a:pt x="7071919" y="1546070"/>
                  <a:pt x="7039417" y="1570606"/>
                  <a:pt x="7021520" y="1562334"/>
                </a:cubicBezTo>
                <a:cubicBezTo>
                  <a:pt x="7011400" y="1567217"/>
                  <a:pt x="7000495" y="1571981"/>
                  <a:pt x="6988956" y="1576442"/>
                </a:cubicBezTo>
                <a:lnTo>
                  <a:pt x="6981922" y="1578821"/>
                </a:lnTo>
                <a:lnTo>
                  <a:pt x="6981583" y="1578678"/>
                </a:lnTo>
                <a:cubicBezTo>
                  <a:pt x="6979627" y="1578791"/>
                  <a:pt x="6977153" y="1579421"/>
                  <a:pt x="6973762" y="1580811"/>
                </a:cubicBezTo>
                <a:lnTo>
                  <a:pt x="6969093" y="1583157"/>
                </a:lnTo>
                <a:lnTo>
                  <a:pt x="6890037" y="1575825"/>
                </a:lnTo>
                <a:cubicBezTo>
                  <a:pt x="6849459" y="1579997"/>
                  <a:pt x="6820022" y="1566922"/>
                  <a:pt x="6785054" y="1582200"/>
                </a:cubicBezTo>
                <a:cubicBezTo>
                  <a:pt x="6747047" y="1586037"/>
                  <a:pt x="6712794" y="1582954"/>
                  <a:pt x="6681692" y="1591296"/>
                </a:cubicBezTo>
                <a:cubicBezTo>
                  <a:pt x="6667557" y="1587501"/>
                  <a:pt x="6654822" y="1586753"/>
                  <a:pt x="6644556" y="1595940"/>
                </a:cubicBezTo>
                <a:cubicBezTo>
                  <a:pt x="6608615" y="1597269"/>
                  <a:pt x="6597697" y="1587005"/>
                  <a:pt x="6577106" y="1598261"/>
                </a:cubicBezTo>
                <a:lnTo>
                  <a:pt x="6544183" y="1596149"/>
                </a:lnTo>
                <a:lnTo>
                  <a:pt x="6540921" y="1593857"/>
                </a:lnTo>
                <a:lnTo>
                  <a:pt x="6535046" y="1593283"/>
                </a:lnTo>
                <a:lnTo>
                  <a:pt x="6519853" y="1595771"/>
                </a:lnTo>
                <a:lnTo>
                  <a:pt x="6514280" y="1597376"/>
                </a:lnTo>
                <a:cubicBezTo>
                  <a:pt x="6510385" y="1598232"/>
                  <a:pt x="6507735" y="1598481"/>
                  <a:pt x="6505824" y="1598298"/>
                </a:cubicBezTo>
                <a:lnTo>
                  <a:pt x="6505573" y="1598109"/>
                </a:lnTo>
                <a:lnTo>
                  <a:pt x="6497741" y="1599392"/>
                </a:lnTo>
                <a:cubicBezTo>
                  <a:pt x="6484628" y="1602044"/>
                  <a:pt x="6471968" y="1605085"/>
                  <a:pt x="6459992" y="1608358"/>
                </a:cubicBezTo>
                <a:cubicBezTo>
                  <a:pt x="6447037" y="1597612"/>
                  <a:pt x="6404274" y="1616787"/>
                  <a:pt x="6404572" y="1593771"/>
                </a:cubicBezTo>
                <a:cubicBezTo>
                  <a:pt x="6388277" y="1597519"/>
                  <a:pt x="6380141" y="1607970"/>
                  <a:pt x="6382671" y="1592612"/>
                </a:cubicBezTo>
                <a:lnTo>
                  <a:pt x="6369843" y="1590015"/>
                </a:lnTo>
                <a:lnTo>
                  <a:pt x="6269740" y="1614633"/>
                </a:lnTo>
                <a:lnTo>
                  <a:pt x="6255405" y="1620529"/>
                </a:lnTo>
                <a:cubicBezTo>
                  <a:pt x="6250911" y="1623016"/>
                  <a:pt x="6247090" y="1625968"/>
                  <a:pt x="6244248" y="1629561"/>
                </a:cubicBezTo>
                <a:cubicBezTo>
                  <a:pt x="6188859" y="1618246"/>
                  <a:pt x="6143250" y="1639346"/>
                  <a:pt x="6086396" y="1642666"/>
                </a:cubicBezTo>
                <a:cubicBezTo>
                  <a:pt x="6024311" y="1653696"/>
                  <a:pt x="5889522" y="1686499"/>
                  <a:pt x="5867429" y="1695554"/>
                </a:cubicBezTo>
                <a:cubicBezTo>
                  <a:pt x="5848669" y="1700350"/>
                  <a:pt x="5763994" y="1699795"/>
                  <a:pt x="5772864" y="1689002"/>
                </a:cubicBezTo>
                <a:cubicBezTo>
                  <a:pt x="5718480" y="1716048"/>
                  <a:pt x="5694188" y="1696562"/>
                  <a:pt x="5629833" y="1713273"/>
                </a:cubicBezTo>
                <a:lnTo>
                  <a:pt x="5504771" y="1725744"/>
                </a:lnTo>
                <a:lnTo>
                  <a:pt x="5490967" y="1726367"/>
                </a:lnTo>
                <a:lnTo>
                  <a:pt x="5486015" y="1721481"/>
                </a:lnTo>
                <a:lnTo>
                  <a:pt x="5439364" y="1721349"/>
                </a:lnTo>
                <a:cubicBezTo>
                  <a:pt x="5418850" y="1733129"/>
                  <a:pt x="5381503" y="1725668"/>
                  <a:pt x="5350025" y="1729885"/>
                </a:cubicBezTo>
                <a:lnTo>
                  <a:pt x="5336104" y="1734377"/>
                </a:lnTo>
                <a:lnTo>
                  <a:pt x="5245234" y="1738520"/>
                </a:lnTo>
                <a:lnTo>
                  <a:pt x="5182955" y="1744622"/>
                </a:lnTo>
                <a:lnTo>
                  <a:pt x="5169506" y="1748993"/>
                </a:lnTo>
                <a:lnTo>
                  <a:pt x="5154299" y="1744080"/>
                </a:lnTo>
                <a:cubicBezTo>
                  <a:pt x="5152463" y="1742751"/>
                  <a:pt x="5150989" y="1741283"/>
                  <a:pt x="5149917" y="1739727"/>
                </a:cubicBezTo>
                <a:lnTo>
                  <a:pt x="5100319" y="1745797"/>
                </a:lnTo>
                <a:lnTo>
                  <a:pt x="5094361" y="1745767"/>
                </a:lnTo>
                <a:lnTo>
                  <a:pt x="5053410" y="1742790"/>
                </a:lnTo>
                <a:lnTo>
                  <a:pt x="4992711" y="1734075"/>
                </a:lnTo>
                <a:cubicBezTo>
                  <a:pt x="4972764" y="1728527"/>
                  <a:pt x="4955480" y="1708667"/>
                  <a:pt x="4930098" y="1717312"/>
                </a:cubicBezTo>
                <a:cubicBezTo>
                  <a:pt x="4936142" y="1706767"/>
                  <a:pt x="4900350" y="1719438"/>
                  <a:pt x="4893834" y="1710028"/>
                </a:cubicBezTo>
                <a:cubicBezTo>
                  <a:pt x="4890113" y="1702277"/>
                  <a:pt x="4878389" y="1704314"/>
                  <a:pt x="4868730" y="1702384"/>
                </a:cubicBezTo>
                <a:cubicBezTo>
                  <a:pt x="4860577" y="1694955"/>
                  <a:pt x="4813519" y="1692594"/>
                  <a:pt x="4797925" y="1695535"/>
                </a:cubicBezTo>
                <a:cubicBezTo>
                  <a:pt x="4754973" y="1708626"/>
                  <a:pt x="4712186" y="1679830"/>
                  <a:pt x="4677670" y="1689453"/>
                </a:cubicBezTo>
                <a:cubicBezTo>
                  <a:pt x="4650390" y="1686902"/>
                  <a:pt x="4641786" y="1682702"/>
                  <a:pt x="4634248" y="1680227"/>
                </a:cubicBezTo>
                <a:lnTo>
                  <a:pt x="4632434" y="1674607"/>
                </a:lnTo>
                <a:lnTo>
                  <a:pt x="4619204" y="1672507"/>
                </a:lnTo>
                <a:lnTo>
                  <a:pt x="4616283" y="1670977"/>
                </a:lnTo>
                <a:cubicBezTo>
                  <a:pt x="4610716" y="1668036"/>
                  <a:pt x="4605090" y="1665277"/>
                  <a:pt x="4598926" y="1663178"/>
                </a:cubicBezTo>
                <a:cubicBezTo>
                  <a:pt x="4588025" y="1686237"/>
                  <a:pt x="4544698" y="1649138"/>
                  <a:pt x="4547069" y="1670642"/>
                </a:cubicBezTo>
                <a:lnTo>
                  <a:pt x="4523516" y="1669785"/>
                </a:lnTo>
                <a:lnTo>
                  <a:pt x="4500586" y="1675912"/>
                </a:lnTo>
                <a:lnTo>
                  <a:pt x="4488196" y="1683463"/>
                </a:lnTo>
                <a:lnTo>
                  <a:pt x="4445463" y="1695634"/>
                </a:lnTo>
                <a:lnTo>
                  <a:pt x="4446550" y="1680538"/>
                </a:lnTo>
                <a:lnTo>
                  <a:pt x="4365375" y="1697935"/>
                </a:lnTo>
                <a:lnTo>
                  <a:pt x="4305123" y="1714185"/>
                </a:lnTo>
                <a:lnTo>
                  <a:pt x="4292665" y="1720703"/>
                </a:lnTo>
                <a:lnTo>
                  <a:pt x="4276789" y="1718367"/>
                </a:lnTo>
                <a:cubicBezTo>
                  <a:pt x="4274740" y="1717359"/>
                  <a:pt x="4273021" y="1716157"/>
                  <a:pt x="4271683" y="1714801"/>
                </a:cubicBezTo>
                <a:lnTo>
                  <a:pt x="4223918" y="1728936"/>
                </a:lnTo>
                <a:lnTo>
                  <a:pt x="4218039" y="1729885"/>
                </a:lnTo>
                <a:lnTo>
                  <a:pt x="4177153" y="1733691"/>
                </a:lnTo>
                <a:lnTo>
                  <a:pt x="4051032" y="1728886"/>
                </a:lnTo>
                <a:cubicBezTo>
                  <a:pt x="4055072" y="1717510"/>
                  <a:pt x="4022108" y="1735873"/>
                  <a:pt x="4013978" y="1727679"/>
                </a:cubicBezTo>
                <a:cubicBezTo>
                  <a:pt x="4008905" y="1720660"/>
                  <a:pt x="3997723" y="1724594"/>
                  <a:pt x="3987857" y="1724282"/>
                </a:cubicBezTo>
                <a:cubicBezTo>
                  <a:pt x="3978476" y="1718309"/>
                  <a:pt x="3931683" y="1723723"/>
                  <a:pt x="3916852" y="1729184"/>
                </a:cubicBezTo>
                <a:cubicBezTo>
                  <a:pt x="3876910" y="1749138"/>
                  <a:pt x="3829523" y="1727824"/>
                  <a:pt x="3797263" y="1742976"/>
                </a:cubicBezTo>
                <a:cubicBezTo>
                  <a:pt x="3769922" y="1744951"/>
                  <a:pt x="3760682" y="1742230"/>
                  <a:pt x="3752806" y="1741033"/>
                </a:cubicBezTo>
                <a:lnTo>
                  <a:pt x="3749997" y="1735799"/>
                </a:lnTo>
                <a:lnTo>
                  <a:pt x="3736582" y="1735907"/>
                </a:lnTo>
                <a:lnTo>
                  <a:pt x="3733428" y="1734881"/>
                </a:lnTo>
                <a:cubicBezTo>
                  <a:pt x="3727408" y="1732899"/>
                  <a:pt x="3721365" y="1731108"/>
                  <a:pt x="3714911" y="1730056"/>
                </a:cubicBezTo>
                <a:cubicBezTo>
                  <a:pt x="3708355" y="1754554"/>
                  <a:pt x="3658933" y="1725152"/>
                  <a:pt x="3665172" y="1745936"/>
                </a:cubicBezTo>
                <a:cubicBezTo>
                  <a:pt x="3628569" y="1744420"/>
                  <a:pt x="3583742" y="1775884"/>
                  <a:pt x="3552006" y="1755220"/>
                </a:cubicBezTo>
                <a:cubicBezTo>
                  <a:pt x="3497522" y="1758390"/>
                  <a:pt x="3448310" y="1757433"/>
                  <a:pt x="3390301" y="1762546"/>
                </a:cubicBezTo>
                <a:cubicBezTo>
                  <a:pt x="3345266" y="1774524"/>
                  <a:pt x="3297039" y="1758531"/>
                  <a:pt x="3264312" y="1774620"/>
                </a:cubicBezTo>
                <a:cubicBezTo>
                  <a:pt x="3212634" y="1771139"/>
                  <a:pt x="3147905" y="1780248"/>
                  <a:pt x="3106901" y="1804264"/>
                </a:cubicBezTo>
                <a:cubicBezTo>
                  <a:pt x="3051355" y="1805490"/>
                  <a:pt x="3041708" y="1820368"/>
                  <a:pt x="2993303" y="1806542"/>
                </a:cubicBezTo>
                <a:cubicBezTo>
                  <a:pt x="2989182" y="1810139"/>
                  <a:pt x="2984377" y="1813039"/>
                  <a:pt x="2979115" y="1815432"/>
                </a:cubicBezTo>
                <a:lnTo>
                  <a:pt x="2963118" y="1820962"/>
                </a:lnTo>
                <a:lnTo>
                  <a:pt x="2961156" y="1820297"/>
                </a:lnTo>
                <a:lnTo>
                  <a:pt x="2925719" y="1828468"/>
                </a:lnTo>
                <a:lnTo>
                  <a:pt x="2857951" y="1842496"/>
                </a:lnTo>
                <a:lnTo>
                  <a:pt x="2857427" y="1841591"/>
                </a:lnTo>
                <a:cubicBezTo>
                  <a:pt x="2855386" y="1839734"/>
                  <a:pt x="2852250" y="1838690"/>
                  <a:pt x="2846731" y="1839316"/>
                </a:cubicBezTo>
                <a:cubicBezTo>
                  <a:pt x="2855175" y="1823564"/>
                  <a:pt x="2843311" y="1834035"/>
                  <a:pt x="2826290" y="1837274"/>
                </a:cubicBezTo>
                <a:cubicBezTo>
                  <a:pt x="2835609" y="1813530"/>
                  <a:pt x="2787284" y="1831665"/>
                  <a:pt x="2779146" y="1820071"/>
                </a:cubicBezTo>
                <a:cubicBezTo>
                  <a:pt x="2766432" y="1822985"/>
                  <a:pt x="2753158" y="1825635"/>
                  <a:pt x="2739608" y="1827861"/>
                </a:cubicBezTo>
                <a:lnTo>
                  <a:pt x="2731631" y="1828881"/>
                </a:lnTo>
                <a:cubicBezTo>
                  <a:pt x="2731575" y="1828813"/>
                  <a:pt x="2731521" y="1828744"/>
                  <a:pt x="2731464" y="1828677"/>
                </a:cubicBezTo>
                <a:cubicBezTo>
                  <a:pt x="2729715" y="1828415"/>
                  <a:pt x="2727085" y="1828569"/>
                  <a:pt x="2723037" y="1829303"/>
                </a:cubicBezTo>
                <a:lnTo>
                  <a:pt x="2701616" y="1832725"/>
                </a:lnTo>
                <a:lnTo>
                  <a:pt x="2696239" y="1831904"/>
                </a:lnTo>
                <a:lnTo>
                  <a:pt x="2663445" y="1825958"/>
                </a:lnTo>
                <a:cubicBezTo>
                  <a:pt x="2641260" y="1825904"/>
                  <a:pt x="2595040" y="1827674"/>
                  <a:pt x="2560925" y="1829094"/>
                </a:cubicBezTo>
                <a:cubicBezTo>
                  <a:pt x="2527977" y="1836499"/>
                  <a:pt x="2496507" y="1831991"/>
                  <a:pt x="2458739" y="1834479"/>
                </a:cubicBezTo>
                <a:cubicBezTo>
                  <a:pt x="2419379" y="1848893"/>
                  <a:pt x="2396428" y="1834257"/>
                  <a:pt x="2356074" y="1836991"/>
                </a:cubicBezTo>
                <a:cubicBezTo>
                  <a:pt x="2323435" y="1857644"/>
                  <a:pt x="2325610" y="1826053"/>
                  <a:pt x="2304241" y="1822021"/>
                </a:cubicBezTo>
                <a:lnTo>
                  <a:pt x="2298362" y="1822125"/>
                </a:lnTo>
                <a:lnTo>
                  <a:pt x="2283527" y="1826361"/>
                </a:lnTo>
                <a:lnTo>
                  <a:pt x="2278150" y="1828604"/>
                </a:lnTo>
                <a:cubicBezTo>
                  <a:pt x="2274371" y="1829907"/>
                  <a:pt x="2271762" y="1830461"/>
                  <a:pt x="2269853" y="1830502"/>
                </a:cubicBezTo>
                <a:lnTo>
                  <a:pt x="2269585" y="1830341"/>
                </a:lnTo>
                <a:lnTo>
                  <a:pt x="2225332" y="1845825"/>
                </a:lnTo>
                <a:cubicBezTo>
                  <a:pt x="2211505" y="1836594"/>
                  <a:pt x="2170867" y="1860661"/>
                  <a:pt x="2169048" y="1837658"/>
                </a:cubicBezTo>
                <a:cubicBezTo>
                  <a:pt x="2153238" y="1843278"/>
                  <a:pt x="2146132" y="1854645"/>
                  <a:pt x="2147231" y="1839027"/>
                </a:cubicBezTo>
                <a:cubicBezTo>
                  <a:pt x="2141901" y="1840465"/>
                  <a:pt x="2138205" y="1840014"/>
                  <a:pt x="2135241" y="1838652"/>
                </a:cubicBezTo>
                <a:lnTo>
                  <a:pt x="2099215" y="1850768"/>
                </a:lnTo>
                <a:lnTo>
                  <a:pt x="2094046" y="1850806"/>
                </a:lnTo>
                <a:lnTo>
                  <a:pt x="2071850" y="1861319"/>
                </a:lnTo>
                <a:lnTo>
                  <a:pt x="2039607" y="1874318"/>
                </a:lnTo>
                <a:lnTo>
                  <a:pt x="2037289" y="1874025"/>
                </a:lnTo>
                <a:lnTo>
                  <a:pt x="2023615" y="1881562"/>
                </a:lnTo>
                <a:cubicBezTo>
                  <a:pt x="2019390" y="1884562"/>
                  <a:pt x="1959668" y="1894795"/>
                  <a:pt x="1957176" y="1898709"/>
                </a:cubicBezTo>
                <a:cubicBezTo>
                  <a:pt x="1901224" y="1893805"/>
                  <a:pt x="1914145" y="1913274"/>
                  <a:pt x="1858081" y="1923144"/>
                </a:cubicBezTo>
                <a:cubicBezTo>
                  <a:pt x="1819487" y="1923227"/>
                  <a:pt x="1798952" y="1929741"/>
                  <a:pt x="1738865" y="1944965"/>
                </a:cubicBezTo>
                <a:cubicBezTo>
                  <a:pt x="1698633" y="1955957"/>
                  <a:pt x="1670491" y="1978862"/>
                  <a:pt x="1616692" y="1989107"/>
                </a:cubicBezTo>
                <a:cubicBezTo>
                  <a:pt x="1565257" y="2022368"/>
                  <a:pt x="1474172" y="2022156"/>
                  <a:pt x="1411898" y="2046254"/>
                </a:cubicBezTo>
                <a:cubicBezTo>
                  <a:pt x="1380237" y="2035952"/>
                  <a:pt x="1386648" y="2042292"/>
                  <a:pt x="1375780" y="2047961"/>
                </a:cubicBezTo>
                <a:cubicBezTo>
                  <a:pt x="1375756" y="2047968"/>
                  <a:pt x="1375731" y="2047974"/>
                  <a:pt x="1375707" y="2047981"/>
                </a:cubicBezTo>
                <a:lnTo>
                  <a:pt x="1285585" y="2047113"/>
                </a:lnTo>
                <a:cubicBezTo>
                  <a:pt x="1279541" y="2043453"/>
                  <a:pt x="1272537" y="2040974"/>
                  <a:pt x="1263658" y="2041397"/>
                </a:cubicBezTo>
                <a:cubicBezTo>
                  <a:pt x="1212454" y="2058890"/>
                  <a:pt x="1258499" y="2026611"/>
                  <a:pt x="1170403" y="2033399"/>
                </a:cubicBezTo>
                <a:cubicBezTo>
                  <a:pt x="1166530" y="2036274"/>
                  <a:pt x="1154254" y="2033463"/>
                  <a:pt x="1153718" y="2029576"/>
                </a:cubicBezTo>
                <a:cubicBezTo>
                  <a:pt x="1148486" y="2030819"/>
                  <a:pt x="1137980" y="2038354"/>
                  <a:pt x="1133937" y="2032149"/>
                </a:cubicBezTo>
                <a:cubicBezTo>
                  <a:pt x="1104720" y="2031606"/>
                  <a:pt x="1077532" y="2035424"/>
                  <a:pt x="1054999" y="2043242"/>
                </a:cubicBezTo>
                <a:cubicBezTo>
                  <a:pt x="1024875" y="2038090"/>
                  <a:pt x="1020473" y="2042711"/>
                  <a:pt x="1018405" y="2048281"/>
                </a:cubicBezTo>
                <a:lnTo>
                  <a:pt x="1016563" y="2051718"/>
                </a:lnTo>
                <a:lnTo>
                  <a:pt x="1008284" y="2046742"/>
                </a:lnTo>
                <a:cubicBezTo>
                  <a:pt x="999244" y="2043620"/>
                  <a:pt x="990505" y="2044937"/>
                  <a:pt x="981974" y="2048363"/>
                </a:cubicBezTo>
                <a:lnTo>
                  <a:pt x="971903" y="2053484"/>
                </a:lnTo>
                <a:lnTo>
                  <a:pt x="954015" y="2052529"/>
                </a:lnTo>
                <a:cubicBezTo>
                  <a:pt x="931960" y="2051365"/>
                  <a:pt x="861352" y="2046214"/>
                  <a:pt x="839571" y="2046509"/>
                </a:cubicBezTo>
                <a:lnTo>
                  <a:pt x="823321" y="2054296"/>
                </a:lnTo>
                <a:lnTo>
                  <a:pt x="800990" y="2051523"/>
                </a:lnTo>
                <a:cubicBezTo>
                  <a:pt x="790723" y="2052171"/>
                  <a:pt x="782268" y="2055403"/>
                  <a:pt x="776439" y="2062634"/>
                </a:cubicBezTo>
                <a:cubicBezTo>
                  <a:pt x="773155" y="2056184"/>
                  <a:pt x="769593" y="2059253"/>
                  <a:pt x="763041" y="2063995"/>
                </a:cubicBezTo>
                <a:lnTo>
                  <a:pt x="757863" y="2065877"/>
                </a:lnTo>
                <a:lnTo>
                  <a:pt x="745053" y="2051831"/>
                </a:lnTo>
                <a:lnTo>
                  <a:pt x="722609" y="2049504"/>
                </a:lnTo>
                <a:lnTo>
                  <a:pt x="717618" y="2042131"/>
                </a:lnTo>
                <a:lnTo>
                  <a:pt x="703285" y="2046808"/>
                </a:lnTo>
                <a:cubicBezTo>
                  <a:pt x="698219" y="2048137"/>
                  <a:pt x="690058" y="2049926"/>
                  <a:pt x="680199" y="2051947"/>
                </a:cubicBezTo>
                <a:lnTo>
                  <a:pt x="667351" y="2054469"/>
                </a:lnTo>
                <a:lnTo>
                  <a:pt x="660961" y="2049404"/>
                </a:lnTo>
                <a:lnTo>
                  <a:pt x="638282" y="2060093"/>
                </a:lnTo>
                <a:lnTo>
                  <a:pt x="583551" y="2070197"/>
                </a:lnTo>
                <a:cubicBezTo>
                  <a:pt x="569268" y="2091365"/>
                  <a:pt x="529124" y="2053106"/>
                  <a:pt x="525274" y="2079137"/>
                </a:cubicBezTo>
                <a:cubicBezTo>
                  <a:pt x="506495" y="2056498"/>
                  <a:pt x="440091" y="2069666"/>
                  <a:pt x="405635" y="2059339"/>
                </a:cubicBezTo>
                <a:cubicBezTo>
                  <a:pt x="397410" y="2069278"/>
                  <a:pt x="294416" y="2032966"/>
                  <a:pt x="281555" y="2022847"/>
                </a:cubicBezTo>
                <a:cubicBezTo>
                  <a:pt x="171589" y="1986245"/>
                  <a:pt x="126791" y="1985528"/>
                  <a:pt x="98513" y="1969504"/>
                </a:cubicBezTo>
                <a:cubicBezTo>
                  <a:pt x="85544" y="1965247"/>
                  <a:pt x="73324" y="1958000"/>
                  <a:pt x="56191" y="1950709"/>
                </a:cubicBezTo>
                <a:lnTo>
                  <a:pt x="0" y="19357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43DD4E-5CB6-4342-D724-B133CFDF9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6" y="548640"/>
            <a:ext cx="9543405" cy="1188720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Collaborative Filtering</a:t>
            </a:r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AD80DB4A-3D18-340F-535D-6DBB475EEF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7987" y="2431765"/>
            <a:ext cx="8276026" cy="3320031"/>
          </a:xfrm>
        </p:spPr>
        <p:txBody>
          <a:bodyPr anchor="ctr">
            <a:normAutofit/>
          </a:bodyPr>
          <a:lstStyle/>
          <a:p>
            <a:r>
              <a:rPr lang="en-US" sz="2400">
                <a:solidFill>
                  <a:schemeClr val="tx1">
                    <a:lumMod val="85000"/>
                    <a:lumOff val="15000"/>
                  </a:schemeClr>
                </a:solidFill>
              </a:rPr>
              <a:t>Goal is to find patterns and similarities in the data among users</a:t>
            </a:r>
          </a:p>
          <a:p>
            <a:r>
              <a:rPr lang="en-US" sz="2400">
                <a:solidFill>
                  <a:schemeClr val="tx1">
                    <a:lumMod val="85000"/>
                    <a:lumOff val="15000"/>
                  </a:schemeClr>
                </a:solidFill>
              </a:rPr>
              <a:t>Connects users with similar preferences and recommends items</a:t>
            </a:r>
          </a:p>
          <a:p>
            <a:r>
              <a:rPr lang="en-US" sz="2400">
                <a:solidFill>
                  <a:schemeClr val="tx1">
                    <a:lumMod val="85000"/>
                    <a:lumOff val="15000"/>
                  </a:schemeClr>
                </a:solidFill>
              </a:rPr>
              <a:t>Predicts preferences using data from many users</a:t>
            </a:r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42DCE2C-2863-46FA-9BE7-24365A24D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24586" y="5970896"/>
            <a:ext cx="9967416" cy="887104"/>
          </a:xfrm>
          <a:custGeom>
            <a:avLst/>
            <a:gdLst>
              <a:gd name="connsiteX0" fmla="*/ 4686423 w 9517857"/>
              <a:gd name="connsiteY0" fmla="*/ 247919 h 918356"/>
              <a:gd name="connsiteX1" fmla="*/ 4689051 w 9517857"/>
              <a:gd name="connsiteY1" fmla="*/ 250968 h 918356"/>
              <a:gd name="connsiteX2" fmla="*/ 4687244 w 9517857"/>
              <a:gd name="connsiteY2" fmla="*/ 251298 h 918356"/>
              <a:gd name="connsiteX3" fmla="*/ 4685225 w 9517857"/>
              <a:gd name="connsiteY3" fmla="*/ 246530 h 918356"/>
              <a:gd name="connsiteX4" fmla="*/ 4686133 w 9517857"/>
              <a:gd name="connsiteY4" fmla="*/ 246727 h 918356"/>
              <a:gd name="connsiteX5" fmla="*/ 4686423 w 9517857"/>
              <a:gd name="connsiteY5" fmla="*/ 247919 h 918356"/>
              <a:gd name="connsiteX6" fmla="*/ 9517856 w 9517857"/>
              <a:gd name="connsiteY6" fmla="*/ 0 h 918356"/>
              <a:gd name="connsiteX7" fmla="*/ 9517857 w 9517857"/>
              <a:gd name="connsiteY7" fmla="*/ 12 h 918356"/>
              <a:gd name="connsiteX8" fmla="*/ 9517857 w 9517857"/>
              <a:gd name="connsiteY8" fmla="*/ 918356 h 918356"/>
              <a:gd name="connsiteX9" fmla="*/ 14604 w 9517857"/>
              <a:gd name="connsiteY9" fmla="*/ 918356 h 918356"/>
              <a:gd name="connsiteX10" fmla="*/ 12841 w 9517857"/>
              <a:gd name="connsiteY10" fmla="*/ 917763 h 918356"/>
              <a:gd name="connsiteX11" fmla="*/ 93 w 9517857"/>
              <a:gd name="connsiteY11" fmla="*/ 912471 h 918356"/>
              <a:gd name="connsiteX12" fmla="*/ 58674 w 9517857"/>
              <a:gd name="connsiteY12" fmla="*/ 890322 h 918356"/>
              <a:gd name="connsiteX13" fmla="*/ 275005 w 9517857"/>
              <a:gd name="connsiteY13" fmla="*/ 807229 h 918356"/>
              <a:gd name="connsiteX14" fmla="*/ 587824 w 9517857"/>
              <a:gd name="connsiteY14" fmla="*/ 798195 h 918356"/>
              <a:gd name="connsiteX15" fmla="*/ 651826 w 9517857"/>
              <a:gd name="connsiteY15" fmla="*/ 738338 h 918356"/>
              <a:gd name="connsiteX16" fmla="*/ 727985 w 9517857"/>
              <a:gd name="connsiteY16" fmla="*/ 719826 h 918356"/>
              <a:gd name="connsiteX17" fmla="*/ 778982 w 9517857"/>
              <a:gd name="connsiteY17" fmla="*/ 710142 h 918356"/>
              <a:gd name="connsiteX18" fmla="*/ 849944 w 9517857"/>
              <a:gd name="connsiteY18" fmla="*/ 717987 h 918356"/>
              <a:gd name="connsiteX19" fmla="*/ 921659 w 9517857"/>
              <a:gd name="connsiteY19" fmla="*/ 712695 h 918356"/>
              <a:gd name="connsiteX20" fmla="*/ 930946 w 9517857"/>
              <a:gd name="connsiteY20" fmla="*/ 734046 h 918356"/>
              <a:gd name="connsiteX21" fmla="*/ 986250 w 9517857"/>
              <a:gd name="connsiteY21" fmla="*/ 713530 h 918356"/>
              <a:gd name="connsiteX22" fmla="*/ 1013752 w 9517857"/>
              <a:gd name="connsiteY22" fmla="*/ 713361 h 918356"/>
              <a:gd name="connsiteX23" fmla="*/ 1023734 w 9517857"/>
              <a:gd name="connsiteY23" fmla="*/ 718571 h 918356"/>
              <a:gd name="connsiteX24" fmla="*/ 1063207 w 9517857"/>
              <a:gd name="connsiteY24" fmla="*/ 715651 h 918356"/>
              <a:gd name="connsiteX25" fmla="*/ 1081980 w 9517857"/>
              <a:gd name="connsiteY25" fmla="*/ 738455 h 918356"/>
              <a:gd name="connsiteX26" fmla="*/ 1218120 w 9517857"/>
              <a:gd name="connsiteY26" fmla="*/ 713280 h 918356"/>
              <a:gd name="connsiteX27" fmla="*/ 1397459 w 9517857"/>
              <a:gd name="connsiteY27" fmla="*/ 691190 h 918356"/>
              <a:gd name="connsiteX28" fmla="*/ 1580688 w 9517857"/>
              <a:gd name="connsiteY28" fmla="*/ 693697 h 918356"/>
              <a:gd name="connsiteX29" fmla="*/ 1772334 w 9517857"/>
              <a:gd name="connsiteY29" fmla="*/ 710640 h 918356"/>
              <a:gd name="connsiteX30" fmla="*/ 2002561 w 9517857"/>
              <a:gd name="connsiteY30" fmla="*/ 659917 h 918356"/>
              <a:gd name="connsiteX31" fmla="*/ 2135144 w 9517857"/>
              <a:gd name="connsiteY31" fmla="*/ 636501 h 918356"/>
              <a:gd name="connsiteX32" fmla="*/ 2440292 w 9517857"/>
              <a:gd name="connsiteY32" fmla="*/ 593862 h 918356"/>
              <a:gd name="connsiteX33" fmla="*/ 2547829 w 9517857"/>
              <a:gd name="connsiteY33" fmla="*/ 566150 h 918356"/>
              <a:gd name="connsiteX34" fmla="*/ 2658055 w 9517857"/>
              <a:gd name="connsiteY34" fmla="*/ 578727 h 918356"/>
              <a:gd name="connsiteX35" fmla="*/ 2693698 w 9517857"/>
              <a:gd name="connsiteY35" fmla="*/ 560029 h 918356"/>
              <a:gd name="connsiteX36" fmla="*/ 2699673 w 9517857"/>
              <a:gd name="connsiteY36" fmla="*/ 556400 h 918356"/>
              <a:gd name="connsiteX37" fmla="*/ 2727306 w 9517857"/>
              <a:gd name="connsiteY37" fmla="*/ 550698 h 918356"/>
              <a:gd name="connsiteX38" fmla="*/ 2730451 w 9517857"/>
              <a:gd name="connsiteY38" fmla="*/ 538058 h 918356"/>
              <a:gd name="connsiteX39" fmla="*/ 2768713 w 9517857"/>
              <a:gd name="connsiteY39" fmla="*/ 521575 h 918356"/>
              <a:gd name="connsiteX40" fmla="*/ 2820868 w 9517857"/>
              <a:gd name="connsiteY40" fmla="*/ 514160 h 918356"/>
              <a:gd name="connsiteX41" fmla="*/ 3073635 w 9517857"/>
              <a:gd name="connsiteY41" fmla="*/ 491294 h 918356"/>
              <a:gd name="connsiteX42" fmla="*/ 3222071 w 9517857"/>
              <a:gd name="connsiteY42" fmla="*/ 470559 h 918356"/>
              <a:gd name="connsiteX43" fmla="*/ 3274069 w 9517857"/>
              <a:gd name="connsiteY43" fmla="*/ 451605 h 918356"/>
              <a:gd name="connsiteX44" fmla="*/ 3349632 w 9517857"/>
              <a:gd name="connsiteY44" fmla="*/ 432583 h 918356"/>
              <a:gd name="connsiteX45" fmla="*/ 3479593 w 9517857"/>
              <a:gd name="connsiteY45" fmla="*/ 390437 h 918356"/>
              <a:gd name="connsiteX46" fmla="*/ 3660110 w 9517857"/>
              <a:gd name="connsiteY46" fmla="*/ 348726 h 918356"/>
              <a:gd name="connsiteX47" fmla="*/ 3750023 w 9517857"/>
              <a:gd name="connsiteY47" fmla="*/ 370678 h 918356"/>
              <a:gd name="connsiteX48" fmla="*/ 3844133 w 9517857"/>
              <a:gd name="connsiteY48" fmla="*/ 360648 h 918356"/>
              <a:gd name="connsiteX49" fmla="*/ 3913545 w 9517857"/>
              <a:gd name="connsiteY49" fmla="*/ 344235 h 918356"/>
              <a:gd name="connsiteX50" fmla="*/ 4266740 w 9517857"/>
              <a:gd name="connsiteY50" fmla="*/ 361454 h 918356"/>
              <a:gd name="connsiteX51" fmla="*/ 4430770 w 9517857"/>
              <a:gd name="connsiteY51" fmla="*/ 342643 h 918356"/>
              <a:gd name="connsiteX52" fmla="*/ 4512664 w 9517857"/>
              <a:gd name="connsiteY52" fmla="*/ 319948 h 918356"/>
              <a:gd name="connsiteX53" fmla="*/ 4616423 w 9517857"/>
              <a:gd name="connsiteY53" fmla="*/ 290914 h 918356"/>
              <a:gd name="connsiteX54" fmla="*/ 4691675 w 9517857"/>
              <a:gd name="connsiteY54" fmla="*/ 254011 h 918356"/>
              <a:gd name="connsiteX55" fmla="*/ 4689051 w 9517857"/>
              <a:gd name="connsiteY55" fmla="*/ 250968 h 918356"/>
              <a:gd name="connsiteX56" fmla="*/ 4719994 w 9517857"/>
              <a:gd name="connsiteY56" fmla="*/ 245307 h 918356"/>
              <a:gd name="connsiteX57" fmla="*/ 4752894 w 9517857"/>
              <a:gd name="connsiteY57" fmla="*/ 239875 h 918356"/>
              <a:gd name="connsiteX58" fmla="*/ 4769329 w 9517857"/>
              <a:gd name="connsiteY58" fmla="*/ 233585 h 918356"/>
              <a:gd name="connsiteX59" fmla="*/ 4775634 w 9517857"/>
              <a:gd name="connsiteY59" fmla="*/ 234063 h 918356"/>
              <a:gd name="connsiteX60" fmla="*/ 4790452 w 9517857"/>
              <a:gd name="connsiteY60" fmla="*/ 233572 h 918356"/>
              <a:gd name="connsiteX61" fmla="*/ 4789062 w 9517857"/>
              <a:gd name="connsiteY61" fmla="*/ 241924 h 918356"/>
              <a:gd name="connsiteX62" fmla="*/ 4827826 w 9517857"/>
              <a:gd name="connsiteY62" fmla="*/ 246977 h 918356"/>
              <a:gd name="connsiteX63" fmla="*/ 4892569 w 9517857"/>
              <a:gd name="connsiteY63" fmla="*/ 249933 h 918356"/>
              <a:gd name="connsiteX64" fmla="*/ 4896611 w 9517857"/>
              <a:gd name="connsiteY64" fmla="*/ 240448 h 918356"/>
              <a:gd name="connsiteX65" fmla="*/ 4917286 w 9517857"/>
              <a:gd name="connsiteY65" fmla="*/ 243659 h 918356"/>
              <a:gd name="connsiteX66" fmla="*/ 4981173 w 9517857"/>
              <a:gd name="connsiteY66" fmla="*/ 247103 h 918356"/>
              <a:gd name="connsiteX67" fmla="*/ 5060397 w 9517857"/>
              <a:gd name="connsiteY67" fmla="*/ 263688 h 918356"/>
              <a:gd name="connsiteX68" fmla="*/ 5252996 w 9517857"/>
              <a:gd name="connsiteY68" fmla="*/ 270655 h 918356"/>
              <a:gd name="connsiteX69" fmla="*/ 5358056 w 9517857"/>
              <a:gd name="connsiteY69" fmla="*/ 247248 h 918356"/>
              <a:gd name="connsiteX70" fmla="*/ 5426496 w 9517857"/>
              <a:gd name="connsiteY70" fmla="*/ 235142 h 918356"/>
              <a:gd name="connsiteX71" fmla="*/ 5497161 w 9517857"/>
              <a:gd name="connsiteY71" fmla="*/ 228808 h 918356"/>
              <a:gd name="connsiteX72" fmla="*/ 5826043 w 9517857"/>
              <a:gd name="connsiteY72" fmla="*/ 148073 h 918356"/>
              <a:gd name="connsiteX73" fmla="*/ 6013415 w 9517857"/>
              <a:gd name="connsiteY73" fmla="*/ 137316 h 918356"/>
              <a:gd name="connsiteX74" fmla="*/ 6080994 w 9517857"/>
              <a:gd name="connsiteY74" fmla="*/ 142938 h 918356"/>
              <a:gd name="connsiteX75" fmla="*/ 6194152 w 9517857"/>
              <a:gd name="connsiteY75" fmla="*/ 151772 h 918356"/>
              <a:gd name="connsiteX76" fmla="*/ 6281379 w 9517857"/>
              <a:gd name="connsiteY76" fmla="*/ 181626 h 918356"/>
              <a:gd name="connsiteX77" fmla="*/ 6374947 w 9517857"/>
              <a:gd name="connsiteY77" fmla="*/ 179799 h 918356"/>
              <a:gd name="connsiteX78" fmla="*/ 6448518 w 9517857"/>
              <a:gd name="connsiteY78" fmla="*/ 164378 h 918356"/>
              <a:gd name="connsiteX79" fmla="*/ 6544700 w 9517857"/>
              <a:gd name="connsiteY79" fmla="*/ 167161 h 918356"/>
              <a:gd name="connsiteX80" fmla="*/ 6648353 w 9517857"/>
              <a:gd name="connsiteY80" fmla="*/ 172250 h 918356"/>
              <a:gd name="connsiteX81" fmla="*/ 6736227 w 9517857"/>
              <a:gd name="connsiteY81" fmla="*/ 173216 h 918356"/>
              <a:gd name="connsiteX82" fmla="*/ 6977218 w 9517857"/>
              <a:gd name="connsiteY82" fmla="*/ 184289 h 918356"/>
              <a:gd name="connsiteX83" fmla="*/ 7065221 w 9517857"/>
              <a:gd name="connsiteY83" fmla="*/ 227531 h 918356"/>
              <a:gd name="connsiteX84" fmla="*/ 7366876 w 9517857"/>
              <a:gd name="connsiteY84" fmla="*/ 248468 h 918356"/>
              <a:gd name="connsiteX85" fmla="*/ 7565449 w 9517857"/>
              <a:gd name="connsiteY85" fmla="*/ 258950 h 918356"/>
              <a:gd name="connsiteX86" fmla="*/ 7599285 w 9517857"/>
              <a:gd name="connsiteY86" fmla="*/ 266021 h 918356"/>
              <a:gd name="connsiteX87" fmla="*/ 7644411 w 9517857"/>
              <a:gd name="connsiteY87" fmla="*/ 258986 h 918356"/>
              <a:gd name="connsiteX88" fmla="*/ 7825110 w 9517857"/>
              <a:gd name="connsiteY88" fmla="*/ 229109 h 918356"/>
              <a:gd name="connsiteX89" fmla="*/ 7965804 w 9517857"/>
              <a:gd name="connsiteY89" fmla="*/ 190545 h 918356"/>
              <a:gd name="connsiteX90" fmla="*/ 8147401 w 9517857"/>
              <a:gd name="connsiteY90" fmla="*/ 205617 h 918356"/>
              <a:gd name="connsiteX91" fmla="*/ 8256033 w 9517857"/>
              <a:gd name="connsiteY91" fmla="*/ 193713 h 918356"/>
              <a:gd name="connsiteX92" fmla="*/ 8410677 w 9517857"/>
              <a:gd name="connsiteY92" fmla="*/ 172167 h 918356"/>
              <a:gd name="connsiteX93" fmla="*/ 8617841 w 9517857"/>
              <a:gd name="connsiteY93" fmla="*/ 155167 h 918356"/>
              <a:gd name="connsiteX94" fmla="*/ 8715976 w 9517857"/>
              <a:gd name="connsiteY94" fmla="*/ 178374 h 918356"/>
              <a:gd name="connsiteX95" fmla="*/ 8778827 w 9517857"/>
              <a:gd name="connsiteY95" fmla="*/ 172936 h 918356"/>
              <a:gd name="connsiteX96" fmla="*/ 8840778 w 9517857"/>
              <a:gd name="connsiteY96" fmla="*/ 143149 h 918356"/>
              <a:gd name="connsiteX97" fmla="*/ 9010380 w 9517857"/>
              <a:gd name="connsiteY97" fmla="*/ 91891 h 918356"/>
              <a:gd name="connsiteX98" fmla="*/ 9110856 w 9517857"/>
              <a:gd name="connsiteY98" fmla="*/ 70997 h 918356"/>
              <a:gd name="connsiteX99" fmla="*/ 9268817 w 9517857"/>
              <a:gd name="connsiteY99" fmla="*/ 53082 h 918356"/>
              <a:gd name="connsiteX100" fmla="*/ 9316667 w 9517857"/>
              <a:gd name="connsiteY100" fmla="*/ 45047 h 918356"/>
              <a:gd name="connsiteX101" fmla="*/ 9428209 w 9517857"/>
              <a:gd name="connsiteY101" fmla="*/ 29923 h 9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9517857" h="918356">
                <a:moveTo>
                  <a:pt x="4686423" y="247919"/>
                </a:moveTo>
                <a:lnTo>
                  <a:pt x="4689051" y="250968"/>
                </a:lnTo>
                <a:lnTo>
                  <a:pt x="4687244" y="251298"/>
                </a:lnTo>
                <a:close/>
                <a:moveTo>
                  <a:pt x="4685225" y="246530"/>
                </a:moveTo>
                <a:cubicBezTo>
                  <a:pt x="4688837" y="243198"/>
                  <a:pt x="4687468" y="244598"/>
                  <a:pt x="4686133" y="246727"/>
                </a:cubicBezTo>
                <a:lnTo>
                  <a:pt x="4686423" y="247919"/>
                </a:lnTo>
                <a:close/>
                <a:moveTo>
                  <a:pt x="9517856" y="0"/>
                </a:moveTo>
                <a:lnTo>
                  <a:pt x="9517857" y="12"/>
                </a:lnTo>
                <a:lnTo>
                  <a:pt x="9517857" y="918356"/>
                </a:lnTo>
                <a:lnTo>
                  <a:pt x="14604" y="918356"/>
                </a:lnTo>
                <a:lnTo>
                  <a:pt x="12841" y="917763"/>
                </a:lnTo>
                <a:cubicBezTo>
                  <a:pt x="4532" y="914864"/>
                  <a:pt x="-773" y="912807"/>
                  <a:pt x="93" y="912471"/>
                </a:cubicBezTo>
                <a:cubicBezTo>
                  <a:pt x="172" y="912298"/>
                  <a:pt x="58594" y="890495"/>
                  <a:pt x="58674" y="890322"/>
                </a:cubicBezTo>
                <a:cubicBezTo>
                  <a:pt x="127436" y="929614"/>
                  <a:pt x="206243" y="828226"/>
                  <a:pt x="275005" y="807229"/>
                </a:cubicBezTo>
                <a:cubicBezTo>
                  <a:pt x="303983" y="806087"/>
                  <a:pt x="504960" y="777375"/>
                  <a:pt x="587824" y="798195"/>
                </a:cubicBezTo>
                <a:cubicBezTo>
                  <a:pt x="598733" y="769348"/>
                  <a:pt x="682904" y="785924"/>
                  <a:pt x="651826" y="738338"/>
                </a:cubicBezTo>
                <a:cubicBezTo>
                  <a:pt x="688440" y="737862"/>
                  <a:pt x="753255" y="750396"/>
                  <a:pt x="727985" y="719826"/>
                </a:cubicBezTo>
                <a:cubicBezTo>
                  <a:pt x="739648" y="718749"/>
                  <a:pt x="775717" y="715087"/>
                  <a:pt x="778982" y="710142"/>
                </a:cubicBezTo>
                <a:cubicBezTo>
                  <a:pt x="779189" y="709407"/>
                  <a:pt x="849736" y="718721"/>
                  <a:pt x="849944" y="717987"/>
                </a:cubicBezTo>
                <a:lnTo>
                  <a:pt x="921659" y="712695"/>
                </a:lnTo>
                <a:lnTo>
                  <a:pt x="930946" y="734046"/>
                </a:lnTo>
                <a:lnTo>
                  <a:pt x="986250" y="713530"/>
                </a:lnTo>
                <a:lnTo>
                  <a:pt x="1013752" y="713361"/>
                </a:lnTo>
                <a:lnTo>
                  <a:pt x="1023734" y="718571"/>
                </a:lnTo>
                <a:cubicBezTo>
                  <a:pt x="1033291" y="721276"/>
                  <a:pt x="1045398" y="721394"/>
                  <a:pt x="1063207" y="715651"/>
                </a:cubicBezTo>
                <a:lnTo>
                  <a:pt x="1081980" y="738455"/>
                </a:lnTo>
                <a:lnTo>
                  <a:pt x="1218120" y="713280"/>
                </a:lnTo>
                <a:cubicBezTo>
                  <a:pt x="1230137" y="716162"/>
                  <a:pt x="1387179" y="685179"/>
                  <a:pt x="1397459" y="691190"/>
                </a:cubicBezTo>
                <a:cubicBezTo>
                  <a:pt x="1490025" y="704984"/>
                  <a:pt x="1465878" y="715604"/>
                  <a:pt x="1580688" y="693697"/>
                </a:cubicBezTo>
                <a:cubicBezTo>
                  <a:pt x="1607067" y="704379"/>
                  <a:pt x="1719477" y="658239"/>
                  <a:pt x="1772334" y="710640"/>
                </a:cubicBezTo>
                <a:cubicBezTo>
                  <a:pt x="1745536" y="644824"/>
                  <a:pt x="1976078" y="716436"/>
                  <a:pt x="2002561" y="659917"/>
                </a:cubicBezTo>
                <a:cubicBezTo>
                  <a:pt x="2045346" y="660357"/>
                  <a:pt x="2166676" y="654391"/>
                  <a:pt x="2135144" y="636501"/>
                </a:cubicBezTo>
                <a:cubicBezTo>
                  <a:pt x="2276591" y="665055"/>
                  <a:pt x="2293173" y="591792"/>
                  <a:pt x="2440292" y="593862"/>
                </a:cubicBezTo>
                <a:cubicBezTo>
                  <a:pt x="2495160" y="534824"/>
                  <a:pt x="2473343" y="585644"/>
                  <a:pt x="2547829" y="566150"/>
                </a:cubicBezTo>
                <a:cubicBezTo>
                  <a:pt x="2545438" y="614169"/>
                  <a:pt x="2632278" y="528280"/>
                  <a:pt x="2658055" y="578727"/>
                </a:cubicBezTo>
                <a:cubicBezTo>
                  <a:pt x="2670795" y="573581"/>
                  <a:pt x="2682322" y="567005"/>
                  <a:pt x="2693698" y="560029"/>
                </a:cubicBezTo>
                <a:lnTo>
                  <a:pt x="2699673" y="556400"/>
                </a:lnTo>
                <a:lnTo>
                  <a:pt x="2727306" y="550698"/>
                </a:lnTo>
                <a:lnTo>
                  <a:pt x="2730451" y="538058"/>
                </a:lnTo>
                <a:lnTo>
                  <a:pt x="2768713" y="521575"/>
                </a:lnTo>
                <a:cubicBezTo>
                  <a:pt x="2783756" y="517104"/>
                  <a:pt x="2800788" y="514291"/>
                  <a:pt x="2820868" y="514160"/>
                </a:cubicBezTo>
                <a:cubicBezTo>
                  <a:pt x="2894791" y="532885"/>
                  <a:pt x="2981506" y="465507"/>
                  <a:pt x="3073635" y="491294"/>
                </a:cubicBezTo>
                <a:cubicBezTo>
                  <a:pt x="3106872" y="496624"/>
                  <a:pt x="3205785" y="487718"/>
                  <a:pt x="3222071" y="470559"/>
                </a:cubicBezTo>
                <a:cubicBezTo>
                  <a:pt x="3242193" y="465514"/>
                  <a:pt x="3267163" y="469136"/>
                  <a:pt x="3274069" y="451605"/>
                </a:cubicBezTo>
                <a:cubicBezTo>
                  <a:pt x="3286659" y="430165"/>
                  <a:pt x="3363648" y="455571"/>
                  <a:pt x="3349632" y="432583"/>
                </a:cubicBezTo>
                <a:cubicBezTo>
                  <a:pt x="3404182" y="449847"/>
                  <a:pt x="3438210" y="404323"/>
                  <a:pt x="3479593" y="390437"/>
                </a:cubicBezTo>
                <a:cubicBezTo>
                  <a:pt x="3523240" y="408403"/>
                  <a:pt x="3567027" y="361554"/>
                  <a:pt x="3660110" y="348726"/>
                </a:cubicBezTo>
                <a:cubicBezTo>
                  <a:pt x="3708299" y="369683"/>
                  <a:pt x="3662447" y="344775"/>
                  <a:pt x="3750023" y="370678"/>
                </a:cubicBezTo>
                <a:cubicBezTo>
                  <a:pt x="3752092" y="367132"/>
                  <a:pt x="3816880" y="365055"/>
                  <a:pt x="3844133" y="360648"/>
                </a:cubicBezTo>
                <a:cubicBezTo>
                  <a:pt x="3871386" y="356240"/>
                  <a:pt x="3882848" y="332490"/>
                  <a:pt x="3913545" y="344235"/>
                </a:cubicBezTo>
                <a:cubicBezTo>
                  <a:pt x="4050255" y="376864"/>
                  <a:pt x="4159924" y="363190"/>
                  <a:pt x="4266740" y="361454"/>
                </a:cubicBezTo>
                <a:cubicBezTo>
                  <a:pt x="4385770" y="354374"/>
                  <a:pt x="4314535" y="340143"/>
                  <a:pt x="4430770" y="342643"/>
                </a:cubicBezTo>
                <a:cubicBezTo>
                  <a:pt x="4439969" y="322594"/>
                  <a:pt x="4478290" y="314645"/>
                  <a:pt x="4512664" y="319948"/>
                </a:cubicBezTo>
                <a:cubicBezTo>
                  <a:pt x="4570011" y="315138"/>
                  <a:pt x="4549085" y="269599"/>
                  <a:pt x="4616423" y="290914"/>
                </a:cubicBezTo>
                <a:cubicBezTo>
                  <a:pt x="4599641" y="270277"/>
                  <a:pt x="4692085" y="269216"/>
                  <a:pt x="4691675" y="254011"/>
                </a:cubicBezTo>
                <a:lnTo>
                  <a:pt x="4689051" y="250968"/>
                </a:lnTo>
                <a:lnTo>
                  <a:pt x="4719994" y="245307"/>
                </a:lnTo>
                <a:cubicBezTo>
                  <a:pt x="4732635" y="242775"/>
                  <a:pt x="4745300" y="240335"/>
                  <a:pt x="4752894" y="239875"/>
                </a:cubicBezTo>
                <a:lnTo>
                  <a:pt x="4769329" y="233585"/>
                </a:lnTo>
                <a:lnTo>
                  <a:pt x="4775634" y="234063"/>
                </a:lnTo>
                <a:lnTo>
                  <a:pt x="4790452" y="233572"/>
                </a:lnTo>
                <a:cubicBezTo>
                  <a:pt x="4789989" y="236356"/>
                  <a:pt x="4789525" y="239141"/>
                  <a:pt x="4789062" y="241924"/>
                </a:cubicBezTo>
                <a:cubicBezTo>
                  <a:pt x="4786342" y="249932"/>
                  <a:pt x="4804560" y="248631"/>
                  <a:pt x="4827826" y="246977"/>
                </a:cubicBezTo>
                <a:cubicBezTo>
                  <a:pt x="4875782" y="239569"/>
                  <a:pt x="4874112" y="283413"/>
                  <a:pt x="4892569" y="249933"/>
                </a:cubicBezTo>
                <a:lnTo>
                  <a:pt x="4896611" y="240448"/>
                </a:lnTo>
                <a:lnTo>
                  <a:pt x="4917286" y="243659"/>
                </a:lnTo>
                <a:cubicBezTo>
                  <a:pt x="4923060" y="243799"/>
                  <a:pt x="4981729" y="240979"/>
                  <a:pt x="4981173" y="247103"/>
                </a:cubicBezTo>
                <a:cubicBezTo>
                  <a:pt x="5024880" y="220690"/>
                  <a:pt x="5014146" y="257963"/>
                  <a:pt x="5060397" y="263688"/>
                </a:cubicBezTo>
                <a:cubicBezTo>
                  <a:pt x="5093356" y="238589"/>
                  <a:pt x="5157892" y="275351"/>
                  <a:pt x="5252996" y="270655"/>
                </a:cubicBezTo>
                <a:cubicBezTo>
                  <a:pt x="5288840" y="241872"/>
                  <a:pt x="5287005" y="287921"/>
                  <a:pt x="5358056" y="247248"/>
                </a:cubicBezTo>
                <a:cubicBezTo>
                  <a:pt x="5361752" y="250257"/>
                  <a:pt x="5403312" y="238215"/>
                  <a:pt x="5426496" y="235142"/>
                </a:cubicBezTo>
                <a:cubicBezTo>
                  <a:pt x="5449679" y="232069"/>
                  <a:pt x="5473549" y="245611"/>
                  <a:pt x="5497161" y="228808"/>
                </a:cubicBezTo>
                <a:cubicBezTo>
                  <a:pt x="5611861" y="172767"/>
                  <a:pt x="5723211" y="165860"/>
                  <a:pt x="5826043" y="148073"/>
                </a:cubicBezTo>
                <a:cubicBezTo>
                  <a:pt x="5943127" y="133166"/>
                  <a:pt x="5872659" y="193078"/>
                  <a:pt x="6013415" y="137316"/>
                </a:cubicBezTo>
                <a:cubicBezTo>
                  <a:pt x="6031924" y="154783"/>
                  <a:pt x="6050745" y="154258"/>
                  <a:pt x="6080994" y="142938"/>
                </a:cubicBezTo>
                <a:cubicBezTo>
                  <a:pt x="6138083" y="137090"/>
                  <a:pt x="6140195" y="184383"/>
                  <a:pt x="6194152" y="151772"/>
                </a:cubicBezTo>
                <a:cubicBezTo>
                  <a:pt x="6187280" y="177783"/>
                  <a:pt x="6304222" y="153410"/>
                  <a:pt x="6281379" y="181626"/>
                </a:cubicBezTo>
                <a:cubicBezTo>
                  <a:pt x="6321899" y="201819"/>
                  <a:pt x="6335111" y="162590"/>
                  <a:pt x="6374947" y="179799"/>
                </a:cubicBezTo>
                <a:cubicBezTo>
                  <a:pt x="6417404" y="181336"/>
                  <a:pt x="6402484" y="169694"/>
                  <a:pt x="6448518" y="164378"/>
                </a:cubicBezTo>
                <a:cubicBezTo>
                  <a:pt x="6504958" y="162488"/>
                  <a:pt x="6493438" y="111203"/>
                  <a:pt x="6544700" y="167161"/>
                </a:cubicBezTo>
                <a:cubicBezTo>
                  <a:pt x="6601507" y="148697"/>
                  <a:pt x="6566269" y="164386"/>
                  <a:pt x="6648353" y="172250"/>
                </a:cubicBezTo>
                <a:cubicBezTo>
                  <a:pt x="6680008" y="155223"/>
                  <a:pt x="6707960" y="160673"/>
                  <a:pt x="6736227" y="173216"/>
                </a:cubicBezTo>
                <a:cubicBezTo>
                  <a:pt x="6813963" y="164284"/>
                  <a:pt x="6888143" y="181296"/>
                  <a:pt x="6977218" y="184289"/>
                </a:cubicBezTo>
                <a:cubicBezTo>
                  <a:pt x="7040424" y="188318"/>
                  <a:pt x="7000278" y="216835"/>
                  <a:pt x="7065221" y="227531"/>
                </a:cubicBezTo>
                <a:cubicBezTo>
                  <a:pt x="7130163" y="238228"/>
                  <a:pt x="7291878" y="238208"/>
                  <a:pt x="7366876" y="248468"/>
                </a:cubicBezTo>
                <a:cubicBezTo>
                  <a:pt x="7491356" y="206752"/>
                  <a:pt x="7367734" y="280166"/>
                  <a:pt x="7565449" y="258950"/>
                </a:cubicBezTo>
                <a:cubicBezTo>
                  <a:pt x="7575959" y="252432"/>
                  <a:pt x="7600854" y="257628"/>
                  <a:pt x="7599285" y="266021"/>
                </a:cubicBezTo>
                <a:cubicBezTo>
                  <a:pt x="7611616" y="262940"/>
                  <a:pt x="7639946" y="245819"/>
                  <a:pt x="7644411" y="258986"/>
                </a:cubicBezTo>
                <a:cubicBezTo>
                  <a:pt x="7708015" y="258012"/>
                  <a:pt x="7770249" y="247724"/>
                  <a:pt x="7825110" y="229109"/>
                </a:cubicBezTo>
                <a:cubicBezTo>
                  <a:pt x="7949762" y="247028"/>
                  <a:pt x="7921956" y="197757"/>
                  <a:pt x="7965804" y="190545"/>
                </a:cubicBezTo>
                <a:cubicBezTo>
                  <a:pt x="8039439" y="213878"/>
                  <a:pt x="8063651" y="191475"/>
                  <a:pt x="8147401" y="205617"/>
                </a:cubicBezTo>
                <a:cubicBezTo>
                  <a:pt x="8166453" y="196610"/>
                  <a:pt x="8225048" y="207099"/>
                  <a:pt x="8256033" y="193713"/>
                </a:cubicBezTo>
                <a:cubicBezTo>
                  <a:pt x="8311388" y="242017"/>
                  <a:pt x="8350376" y="178592"/>
                  <a:pt x="8410677" y="172167"/>
                </a:cubicBezTo>
                <a:cubicBezTo>
                  <a:pt x="8470978" y="165743"/>
                  <a:pt x="8572470" y="206385"/>
                  <a:pt x="8617841" y="155167"/>
                </a:cubicBezTo>
                <a:cubicBezTo>
                  <a:pt x="8646050" y="160448"/>
                  <a:pt x="8664949" y="183631"/>
                  <a:pt x="8715976" y="178374"/>
                </a:cubicBezTo>
                <a:cubicBezTo>
                  <a:pt x="8737194" y="188216"/>
                  <a:pt x="8738009" y="189511"/>
                  <a:pt x="8778827" y="172936"/>
                </a:cubicBezTo>
                <a:cubicBezTo>
                  <a:pt x="8725277" y="146372"/>
                  <a:pt x="8850819" y="175612"/>
                  <a:pt x="8840778" y="143149"/>
                </a:cubicBezTo>
                <a:cubicBezTo>
                  <a:pt x="8903519" y="121096"/>
                  <a:pt x="9021861" y="150359"/>
                  <a:pt x="9010380" y="91891"/>
                </a:cubicBezTo>
                <a:cubicBezTo>
                  <a:pt x="9027103" y="56852"/>
                  <a:pt x="9112524" y="108357"/>
                  <a:pt x="9110856" y="70997"/>
                </a:cubicBezTo>
                <a:cubicBezTo>
                  <a:pt x="9148189" y="94250"/>
                  <a:pt x="9209809" y="53285"/>
                  <a:pt x="9268817" y="53082"/>
                </a:cubicBezTo>
                <a:cubicBezTo>
                  <a:pt x="9279135" y="35997"/>
                  <a:pt x="9292736" y="36520"/>
                  <a:pt x="9316667" y="45047"/>
                </a:cubicBezTo>
                <a:cubicBezTo>
                  <a:pt x="9352186" y="45862"/>
                  <a:pt x="9390008" y="39799"/>
                  <a:pt x="9428209" y="29923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605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14EDE4-40E0-D888-DCD1-1D156F4A2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ADEDE8-8935-77C0-4563-2404A065C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Content-Based Filtering</a:t>
            </a:r>
          </a:p>
        </p:txBody>
      </p:sp>
      <p:graphicFrame>
        <p:nvGraphicFramePr>
          <p:cNvPr id="58" name="Content Placeholder 2">
            <a:extLst>
              <a:ext uri="{FF2B5EF4-FFF2-40B4-BE49-F238E27FC236}">
                <a16:creationId xmlns:a16="http://schemas.microsoft.com/office/drawing/2014/main" id="{EC59B626-0E75-5FF3-49C4-949659E5B19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7226507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326429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DDBB197-D710-4A4F-A9CA-FD2177498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5D1CFA-2CDB-4B64-BD9F-85744E8DA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FF65FC-12D8-E661-643B-9E7D34D9A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802955"/>
            <a:ext cx="4977976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A9/A10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7D624C05-9DA8-5561-D286-5778959B68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066" y="2721840"/>
            <a:ext cx="6633828" cy="3639289"/>
          </a:xfrm>
        </p:spPr>
        <p:txBody>
          <a:bodyPr anchor="ctr">
            <a:normAutofit/>
          </a:bodyPr>
          <a:lstStyle/>
          <a:p>
            <a:r>
              <a:rPr lang="en-US" sz="2400" dirty="0">
                <a:solidFill>
                  <a:schemeClr val="tx2"/>
                </a:solidFill>
              </a:rPr>
              <a:t>A9 - Focused on keyword matching and conversion rates</a:t>
            </a:r>
          </a:p>
          <a:p>
            <a:r>
              <a:rPr lang="en-US" sz="2400" dirty="0">
                <a:solidFill>
                  <a:schemeClr val="tx2"/>
                </a:solidFill>
              </a:rPr>
              <a:t>A10 – Focused on organic sales, external traffic, brand authority, customer satisfaction signals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EE5136-01F1-466C-962D-BA9B4C675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369897" y="0"/>
            <a:ext cx="5822103" cy="6685267"/>
            <a:chOff x="6357228" y="0"/>
            <a:chExt cx="5822103" cy="6685267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E11D3AD4-AF9B-4EB5-8C7B-C45D173B4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57228" y="0"/>
              <a:ext cx="5822102" cy="6685267"/>
            </a:xfrm>
            <a:custGeom>
              <a:avLst/>
              <a:gdLst>
                <a:gd name="connsiteX0" fmla="*/ 2605444 w 5822102"/>
                <a:gd name="connsiteY0" fmla="*/ 0 h 6685267"/>
                <a:gd name="connsiteX1" fmla="*/ 4757391 w 5822102"/>
                <a:gd name="connsiteY1" fmla="*/ 0 h 6685267"/>
                <a:gd name="connsiteX2" fmla="*/ 4913680 w 5822102"/>
                <a:gd name="connsiteY2" fmla="*/ 56274 h 6685267"/>
                <a:gd name="connsiteX3" fmla="*/ 5376238 w 5822102"/>
                <a:gd name="connsiteY3" fmla="*/ 282027 h 6685267"/>
                <a:gd name="connsiteX4" fmla="*/ 5658024 w 5822102"/>
                <a:gd name="connsiteY4" fmla="*/ 471014 h 6685267"/>
                <a:gd name="connsiteX5" fmla="*/ 5822102 w 5822102"/>
                <a:gd name="connsiteY5" fmla="*/ 609109 h 6685267"/>
                <a:gd name="connsiteX6" fmla="*/ 5822102 w 5822102"/>
                <a:gd name="connsiteY6" fmla="*/ 760697 h 6685267"/>
                <a:gd name="connsiteX7" fmla="*/ 5707785 w 5822102"/>
                <a:gd name="connsiteY7" fmla="*/ 666601 h 6685267"/>
                <a:gd name="connsiteX8" fmla="*/ 5577306 w 5822102"/>
                <a:gd name="connsiteY8" fmla="*/ 571666 h 6685267"/>
                <a:gd name="connsiteX9" fmla="*/ 5298630 w 5822102"/>
                <a:gd name="connsiteY9" fmla="*/ 407449 h 6685267"/>
                <a:gd name="connsiteX10" fmla="*/ 4690768 w 5822102"/>
                <a:gd name="connsiteY10" fmla="*/ 184979 h 6685267"/>
                <a:gd name="connsiteX11" fmla="*/ 4048577 w 5822102"/>
                <a:gd name="connsiteY11" fmla="*/ 99280 h 6685267"/>
                <a:gd name="connsiteX12" fmla="*/ 3405404 w 5822102"/>
                <a:gd name="connsiteY12" fmla="*/ 131937 h 6685267"/>
                <a:gd name="connsiteX13" fmla="*/ 3089702 w 5822102"/>
                <a:gd name="connsiteY13" fmla="*/ 190190 h 6685267"/>
                <a:gd name="connsiteX14" fmla="*/ 2780132 w 5822102"/>
                <a:gd name="connsiteY14" fmla="*/ 273457 h 6685267"/>
                <a:gd name="connsiteX15" fmla="*/ 2478040 w 5822102"/>
                <a:gd name="connsiteY15" fmla="*/ 379654 h 6685267"/>
                <a:gd name="connsiteX16" fmla="*/ 2184897 w 5822102"/>
                <a:gd name="connsiteY16" fmla="*/ 507972 h 6685267"/>
                <a:gd name="connsiteX17" fmla="*/ 1629141 w 5822102"/>
                <a:gd name="connsiteY17" fmla="*/ 823205 h 6685267"/>
                <a:gd name="connsiteX18" fmla="*/ 1497711 w 5822102"/>
                <a:gd name="connsiteY18" fmla="*/ 914000 h 6685267"/>
                <a:gd name="connsiteX19" fmla="*/ 1433099 w 5822102"/>
                <a:gd name="connsiteY19" fmla="*/ 960903 h 6685267"/>
                <a:gd name="connsiteX20" fmla="*/ 1369346 w 5822102"/>
                <a:gd name="connsiteY20" fmla="*/ 1008963 h 6685267"/>
                <a:gd name="connsiteX21" fmla="*/ 1123406 w 5822102"/>
                <a:gd name="connsiteY21" fmla="*/ 1212905 h 6685267"/>
                <a:gd name="connsiteX22" fmla="*/ 684367 w 5822102"/>
                <a:gd name="connsiteY22" fmla="*/ 1675564 h 6685267"/>
                <a:gd name="connsiteX23" fmla="*/ 497153 w 5822102"/>
                <a:gd name="connsiteY23" fmla="*/ 1933588 h 6685267"/>
                <a:gd name="connsiteX24" fmla="*/ 337770 w 5822102"/>
                <a:gd name="connsiteY24" fmla="*/ 2208983 h 6685267"/>
                <a:gd name="connsiteX25" fmla="*/ 302461 w 5822102"/>
                <a:gd name="connsiteY25" fmla="*/ 2280207 h 6685267"/>
                <a:gd name="connsiteX26" fmla="*/ 285296 w 5822102"/>
                <a:gd name="connsiteY26" fmla="*/ 2316107 h 6685267"/>
                <a:gd name="connsiteX27" fmla="*/ 268991 w 5822102"/>
                <a:gd name="connsiteY27" fmla="*/ 2352355 h 6685267"/>
                <a:gd name="connsiteX28" fmla="*/ 237849 w 5822102"/>
                <a:gd name="connsiteY28" fmla="*/ 2425432 h 6685267"/>
                <a:gd name="connsiteX29" fmla="*/ 208670 w 5822102"/>
                <a:gd name="connsiteY29" fmla="*/ 2499319 h 6685267"/>
                <a:gd name="connsiteX30" fmla="*/ 113775 w 5822102"/>
                <a:gd name="connsiteY30" fmla="*/ 2801929 h 6685267"/>
                <a:gd name="connsiteX31" fmla="*/ 36781 w 5822102"/>
                <a:gd name="connsiteY31" fmla="*/ 3428922 h 6685267"/>
                <a:gd name="connsiteX32" fmla="*/ 69148 w 5822102"/>
                <a:gd name="connsiteY32" fmla="*/ 3741955 h 6685267"/>
                <a:gd name="connsiteX33" fmla="*/ 167966 w 5822102"/>
                <a:gd name="connsiteY33" fmla="*/ 4041323 h 6685267"/>
                <a:gd name="connsiteX34" fmla="*/ 202049 w 5822102"/>
                <a:gd name="connsiteY34" fmla="*/ 4112894 h 6685267"/>
                <a:gd name="connsiteX35" fmla="*/ 239933 w 5822102"/>
                <a:gd name="connsiteY35" fmla="*/ 4182843 h 6685267"/>
                <a:gd name="connsiteX36" fmla="*/ 323916 w 5822102"/>
                <a:gd name="connsiteY36" fmla="*/ 4318456 h 6685267"/>
                <a:gd name="connsiteX37" fmla="*/ 416604 w 5822102"/>
                <a:gd name="connsiteY37" fmla="*/ 4449436 h 6685267"/>
                <a:gd name="connsiteX38" fmla="*/ 515911 w 5822102"/>
                <a:gd name="connsiteY38" fmla="*/ 4576711 h 6685267"/>
                <a:gd name="connsiteX39" fmla="*/ 722619 w 5822102"/>
                <a:gd name="connsiteY39" fmla="*/ 4828482 h 6685267"/>
                <a:gd name="connsiteX40" fmla="*/ 825972 w 5822102"/>
                <a:gd name="connsiteY40" fmla="*/ 4956104 h 6685267"/>
                <a:gd name="connsiteX41" fmla="*/ 926506 w 5822102"/>
                <a:gd name="connsiteY41" fmla="*/ 5085347 h 6685267"/>
                <a:gd name="connsiteX42" fmla="*/ 1027040 w 5822102"/>
                <a:gd name="connsiteY42" fmla="*/ 5210191 h 6685267"/>
                <a:gd name="connsiteX43" fmla="*/ 1132110 w 5822102"/>
                <a:gd name="connsiteY43" fmla="*/ 5330748 h 6685267"/>
                <a:gd name="connsiteX44" fmla="*/ 1354880 w 5822102"/>
                <a:gd name="connsiteY44" fmla="*/ 5558083 h 6685267"/>
                <a:gd name="connsiteX45" fmla="*/ 1855220 w 5822102"/>
                <a:gd name="connsiteY45" fmla="*/ 5937591 h 6685267"/>
                <a:gd name="connsiteX46" fmla="*/ 2131810 w 5822102"/>
                <a:gd name="connsiteY46" fmla="*/ 6080268 h 6685267"/>
                <a:gd name="connsiteX47" fmla="*/ 2423726 w 5822102"/>
                <a:gd name="connsiteY47" fmla="*/ 6188087 h 6685267"/>
                <a:gd name="connsiteX48" fmla="*/ 2727780 w 5822102"/>
                <a:gd name="connsiteY48" fmla="*/ 6262552 h 6685267"/>
                <a:gd name="connsiteX49" fmla="*/ 3041276 w 5822102"/>
                <a:gd name="connsiteY49" fmla="*/ 6304245 h 6685267"/>
                <a:gd name="connsiteX50" fmla="*/ 3360532 w 5822102"/>
                <a:gd name="connsiteY50" fmla="*/ 6317331 h 6685267"/>
                <a:gd name="connsiteX51" fmla="*/ 3439855 w 5822102"/>
                <a:gd name="connsiteY51" fmla="*/ 6316751 h 6685267"/>
                <a:gd name="connsiteX52" fmla="*/ 3478721 w 5822102"/>
                <a:gd name="connsiteY52" fmla="*/ 6315826 h 6685267"/>
                <a:gd name="connsiteX53" fmla="*/ 3517463 w 5822102"/>
                <a:gd name="connsiteY53" fmla="*/ 6313971 h 6685267"/>
                <a:gd name="connsiteX54" fmla="*/ 3671452 w 5822102"/>
                <a:gd name="connsiteY54" fmla="*/ 6301233 h 6685267"/>
                <a:gd name="connsiteX55" fmla="*/ 4265460 w 5822102"/>
                <a:gd name="connsiteY55" fmla="*/ 6149638 h 6685267"/>
                <a:gd name="connsiteX56" fmla="*/ 4546587 w 5822102"/>
                <a:gd name="connsiteY56" fmla="*/ 6018079 h 6685267"/>
                <a:gd name="connsiteX57" fmla="*/ 4818030 w 5822102"/>
                <a:gd name="connsiteY57" fmla="*/ 5858029 h 6685267"/>
                <a:gd name="connsiteX58" fmla="*/ 5081870 w 5822102"/>
                <a:gd name="connsiteY58" fmla="*/ 5676903 h 6685267"/>
                <a:gd name="connsiteX59" fmla="*/ 5212073 w 5822102"/>
                <a:gd name="connsiteY59" fmla="*/ 5581013 h 6685267"/>
                <a:gd name="connsiteX60" fmla="*/ 5343625 w 5822102"/>
                <a:gd name="connsiteY60" fmla="*/ 5481533 h 6685267"/>
                <a:gd name="connsiteX61" fmla="*/ 5610378 w 5822102"/>
                <a:gd name="connsiteY61" fmla="*/ 5284425 h 6685267"/>
                <a:gd name="connsiteX62" fmla="*/ 5822102 w 5822102"/>
                <a:gd name="connsiteY62" fmla="*/ 5126414 h 6685267"/>
                <a:gd name="connsiteX63" fmla="*/ 5822102 w 5822102"/>
                <a:gd name="connsiteY63" fmla="*/ 5556641 h 6685267"/>
                <a:gd name="connsiteX64" fmla="*/ 5576325 w 5822102"/>
                <a:gd name="connsiteY64" fmla="*/ 5749979 h 6685267"/>
                <a:gd name="connsiteX65" fmla="*/ 5447715 w 5822102"/>
                <a:gd name="connsiteY65" fmla="*/ 5852818 h 6685267"/>
                <a:gd name="connsiteX66" fmla="*/ 5315059 w 5822102"/>
                <a:gd name="connsiteY66" fmla="*/ 5956236 h 6685267"/>
                <a:gd name="connsiteX67" fmla="*/ 5038468 w 5822102"/>
                <a:gd name="connsiteY67" fmla="*/ 6155776 h 6685267"/>
                <a:gd name="connsiteX68" fmla="*/ 4741892 w 5822102"/>
                <a:gd name="connsiteY68" fmla="*/ 6338292 h 6685267"/>
                <a:gd name="connsiteX69" fmla="*/ 4420920 w 5822102"/>
                <a:gd name="connsiteY69" fmla="*/ 6492203 h 6685267"/>
                <a:gd name="connsiteX70" fmla="*/ 3717672 w 5822102"/>
                <a:gd name="connsiteY70" fmla="*/ 6670434 h 6685267"/>
                <a:gd name="connsiteX71" fmla="*/ 3535853 w 5822102"/>
                <a:gd name="connsiteY71" fmla="*/ 6683289 h 6685267"/>
                <a:gd name="connsiteX72" fmla="*/ 3490367 w 5822102"/>
                <a:gd name="connsiteY72" fmla="*/ 6684910 h 6685267"/>
                <a:gd name="connsiteX73" fmla="*/ 3445005 w 5822102"/>
                <a:gd name="connsiteY73" fmla="*/ 6685142 h 6685267"/>
                <a:gd name="connsiteX74" fmla="*/ 3355872 w 5822102"/>
                <a:gd name="connsiteY74" fmla="*/ 6684100 h 6685267"/>
                <a:gd name="connsiteX75" fmla="*/ 3179203 w 5822102"/>
                <a:gd name="connsiteY75" fmla="*/ 6677150 h 6685267"/>
                <a:gd name="connsiteX76" fmla="*/ 3002410 w 5822102"/>
                <a:gd name="connsiteY76" fmla="*/ 6661169 h 6685267"/>
                <a:gd name="connsiteX77" fmla="*/ 2650296 w 5822102"/>
                <a:gd name="connsiteY77" fmla="*/ 6604191 h 6685267"/>
                <a:gd name="connsiteX78" fmla="*/ 2306028 w 5822102"/>
                <a:gd name="connsiteY78" fmla="*/ 6505869 h 6685267"/>
                <a:gd name="connsiteX79" fmla="*/ 1978803 w 5822102"/>
                <a:gd name="connsiteY79" fmla="*/ 6363307 h 6685267"/>
                <a:gd name="connsiteX80" fmla="*/ 1678428 w 5822102"/>
                <a:gd name="connsiteY80" fmla="*/ 6177779 h 6685267"/>
                <a:gd name="connsiteX81" fmla="*/ 1175880 w 5822102"/>
                <a:gd name="connsiteY81" fmla="*/ 5710373 h 6685267"/>
                <a:gd name="connsiteX82" fmla="*/ 971502 w 5822102"/>
                <a:gd name="connsiteY82" fmla="*/ 5445399 h 6685267"/>
                <a:gd name="connsiteX83" fmla="*/ 790909 w 5822102"/>
                <a:gd name="connsiteY83" fmla="*/ 5169078 h 6685267"/>
                <a:gd name="connsiteX84" fmla="*/ 706680 w 5822102"/>
                <a:gd name="connsiteY84" fmla="*/ 5031959 h 6685267"/>
                <a:gd name="connsiteX85" fmla="*/ 619143 w 5822102"/>
                <a:gd name="connsiteY85" fmla="*/ 4897157 h 6685267"/>
                <a:gd name="connsiteX86" fmla="*/ 436465 w 5822102"/>
                <a:gd name="connsiteY86" fmla="*/ 4628710 h 6685267"/>
                <a:gd name="connsiteX87" fmla="*/ 347088 w 5822102"/>
                <a:gd name="connsiteY87" fmla="*/ 4492171 h 6685267"/>
                <a:gd name="connsiteX88" fmla="*/ 262001 w 5822102"/>
                <a:gd name="connsiteY88" fmla="*/ 4352619 h 6685267"/>
                <a:gd name="connsiteX89" fmla="*/ 118679 w 5822102"/>
                <a:gd name="connsiteY89" fmla="*/ 4059853 h 6685267"/>
                <a:gd name="connsiteX90" fmla="*/ 28322 w 5822102"/>
                <a:gd name="connsiteY90" fmla="*/ 3749136 h 6685267"/>
                <a:gd name="connsiteX91" fmla="*/ 0 w 5822102"/>
                <a:gd name="connsiteY91" fmla="*/ 3428922 h 6685267"/>
                <a:gd name="connsiteX92" fmla="*/ 253052 w 5822102"/>
                <a:gd name="connsiteY92" fmla="*/ 2174356 h 6685267"/>
                <a:gd name="connsiteX93" fmla="*/ 389141 w 5822102"/>
                <a:gd name="connsiteY93" fmla="*/ 1877652 h 6685267"/>
                <a:gd name="connsiteX94" fmla="*/ 552079 w 5822102"/>
                <a:gd name="connsiteY94" fmla="*/ 1591834 h 6685267"/>
                <a:gd name="connsiteX95" fmla="*/ 954950 w 5822102"/>
                <a:gd name="connsiteY95" fmla="*/ 1061773 h 6685267"/>
                <a:gd name="connsiteX96" fmla="*/ 1192922 w 5822102"/>
                <a:gd name="connsiteY96" fmla="*/ 822626 h 6685267"/>
                <a:gd name="connsiteX97" fmla="*/ 1255939 w 5822102"/>
                <a:gd name="connsiteY97" fmla="*/ 765880 h 6685267"/>
                <a:gd name="connsiteX98" fmla="*/ 1320183 w 5822102"/>
                <a:gd name="connsiteY98" fmla="*/ 710291 h 6685267"/>
                <a:gd name="connsiteX99" fmla="*/ 1452961 w 5822102"/>
                <a:gd name="connsiteY99" fmla="*/ 603514 h 6685267"/>
                <a:gd name="connsiteX100" fmla="*/ 2033360 w 5822102"/>
                <a:gd name="connsiteY100" fmla="*/ 235818 h 6685267"/>
                <a:gd name="connsiteX101" fmla="*/ 2512513 w 5822102"/>
                <a:gd name="connsiteY101" fmla="*/ 30012 h 668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822102" h="6685267">
                  <a:moveTo>
                    <a:pt x="2605444" y="0"/>
                  </a:moveTo>
                  <a:lnTo>
                    <a:pt x="4757391" y="0"/>
                  </a:lnTo>
                  <a:lnTo>
                    <a:pt x="4913680" y="56274"/>
                  </a:lnTo>
                  <a:cubicBezTo>
                    <a:pt x="5074659" y="119278"/>
                    <a:pt x="5229483" y="195083"/>
                    <a:pt x="5376238" y="282027"/>
                  </a:cubicBezTo>
                  <a:cubicBezTo>
                    <a:pt x="5474014" y="340105"/>
                    <a:pt x="5568080" y="403280"/>
                    <a:pt x="5658024" y="471014"/>
                  </a:cubicBezTo>
                  <a:lnTo>
                    <a:pt x="5822102" y="609109"/>
                  </a:lnTo>
                  <a:lnTo>
                    <a:pt x="5822102" y="760697"/>
                  </a:lnTo>
                  <a:lnTo>
                    <a:pt x="5707785" y="666601"/>
                  </a:lnTo>
                  <a:cubicBezTo>
                    <a:pt x="5665273" y="633682"/>
                    <a:pt x="5621749" y="602008"/>
                    <a:pt x="5577306" y="571666"/>
                  </a:cubicBezTo>
                  <a:cubicBezTo>
                    <a:pt x="5487929" y="511562"/>
                    <a:pt x="5395118" y="456089"/>
                    <a:pt x="5298630" y="407449"/>
                  </a:cubicBezTo>
                  <a:cubicBezTo>
                    <a:pt x="5106266" y="309010"/>
                    <a:pt x="4901153" y="235355"/>
                    <a:pt x="4690768" y="184979"/>
                  </a:cubicBezTo>
                  <a:cubicBezTo>
                    <a:pt x="4480382" y="134486"/>
                    <a:pt x="4264724" y="106807"/>
                    <a:pt x="4048577" y="99280"/>
                  </a:cubicBezTo>
                  <a:cubicBezTo>
                    <a:pt x="3832182" y="90709"/>
                    <a:pt x="3617997" y="102290"/>
                    <a:pt x="3405404" y="131937"/>
                  </a:cubicBezTo>
                  <a:cubicBezTo>
                    <a:pt x="3299353" y="147340"/>
                    <a:pt x="3193915" y="166449"/>
                    <a:pt x="3089702" y="190190"/>
                  </a:cubicBezTo>
                  <a:cubicBezTo>
                    <a:pt x="2985491" y="214278"/>
                    <a:pt x="2882137" y="241725"/>
                    <a:pt x="2780132" y="273457"/>
                  </a:cubicBezTo>
                  <a:cubicBezTo>
                    <a:pt x="2678126" y="305073"/>
                    <a:pt x="2577348" y="340510"/>
                    <a:pt x="2478040" y="379654"/>
                  </a:cubicBezTo>
                  <a:cubicBezTo>
                    <a:pt x="2378854" y="418914"/>
                    <a:pt x="2281017" y="461763"/>
                    <a:pt x="2184897" y="507972"/>
                  </a:cubicBezTo>
                  <a:cubicBezTo>
                    <a:pt x="1992657" y="600271"/>
                    <a:pt x="1806791" y="705542"/>
                    <a:pt x="1629141" y="823205"/>
                  </a:cubicBezTo>
                  <a:cubicBezTo>
                    <a:pt x="1584882" y="852736"/>
                    <a:pt x="1540745" y="882731"/>
                    <a:pt x="1497711" y="914000"/>
                  </a:cubicBezTo>
                  <a:cubicBezTo>
                    <a:pt x="1475888" y="929286"/>
                    <a:pt x="1454555" y="945153"/>
                    <a:pt x="1433099" y="960903"/>
                  </a:cubicBezTo>
                  <a:cubicBezTo>
                    <a:pt x="1411521" y="976537"/>
                    <a:pt x="1390311" y="992634"/>
                    <a:pt x="1369346" y="1008963"/>
                  </a:cubicBezTo>
                  <a:cubicBezTo>
                    <a:pt x="1285119" y="1074165"/>
                    <a:pt x="1202730" y="1141797"/>
                    <a:pt x="1123406" y="1212905"/>
                  </a:cubicBezTo>
                  <a:cubicBezTo>
                    <a:pt x="964391" y="1354656"/>
                    <a:pt x="816900" y="1509261"/>
                    <a:pt x="684367" y="1675564"/>
                  </a:cubicBezTo>
                  <a:cubicBezTo>
                    <a:pt x="618161" y="1758716"/>
                    <a:pt x="555512" y="1844763"/>
                    <a:pt x="497153" y="1933588"/>
                  </a:cubicBezTo>
                  <a:cubicBezTo>
                    <a:pt x="439775" y="2022877"/>
                    <a:pt x="385584" y="2114367"/>
                    <a:pt x="337770" y="2208983"/>
                  </a:cubicBezTo>
                  <a:cubicBezTo>
                    <a:pt x="325388" y="2232493"/>
                    <a:pt x="313862" y="2256349"/>
                    <a:pt x="302461" y="2280207"/>
                  </a:cubicBezTo>
                  <a:lnTo>
                    <a:pt x="285296" y="2316107"/>
                  </a:lnTo>
                  <a:lnTo>
                    <a:pt x="268991" y="2352355"/>
                  </a:lnTo>
                  <a:cubicBezTo>
                    <a:pt x="258324" y="2376560"/>
                    <a:pt x="247535" y="2400764"/>
                    <a:pt x="237849" y="2425432"/>
                  </a:cubicBezTo>
                  <a:cubicBezTo>
                    <a:pt x="228163" y="2450099"/>
                    <a:pt x="217498" y="2474419"/>
                    <a:pt x="208670" y="2499319"/>
                  </a:cubicBezTo>
                  <a:cubicBezTo>
                    <a:pt x="170909" y="2598219"/>
                    <a:pt x="138908" y="2699206"/>
                    <a:pt x="113775" y="2801929"/>
                  </a:cubicBezTo>
                  <a:cubicBezTo>
                    <a:pt x="62773" y="3006911"/>
                    <a:pt x="36659" y="3217917"/>
                    <a:pt x="36781" y="3428922"/>
                  </a:cubicBezTo>
                  <a:cubicBezTo>
                    <a:pt x="37394" y="3534078"/>
                    <a:pt x="47816" y="3639001"/>
                    <a:pt x="69148" y="3741955"/>
                  </a:cubicBezTo>
                  <a:cubicBezTo>
                    <a:pt x="91585" y="3844679"/>
                    <a:pt x="124074" y="3945202"/>
                    <a:pt x="167966" y="4041323"/>
                  </a:cubicBezTo>
                  <a:cubicBezTo>
                    <a:pt x="178387" y="4065528"/>
                    <a:pt x="190525" y="4089153"/>
                    <a:pt x="202049" y="4112894"/>
                  </a:cubicBezTo>
                  <a:cubicBezTo>
                    <a:pt x="214555" y="4136288"/>
                    <a:pt x="226447" y="4159912"/>
                    <a:pt x="239933" y="4182843"/>
                  </a:cubicBezTo>
                  <a:cubicBezTo>
                    <a:pt x="265680" y="4229167"/>
                    <a:pt x="294368" y="4274101"/>
                    <a:pt x="323916" y="4318456"/>
                  </a:cubicBezTo>
                  <a:cubicBezTo>
                    <a:pt x="353341" y="4362927"/>
                    <a:pt x="384849" y="4406240"/>
                    <a:pt x="416604" y="4449436"/>
                  </a:cubicBezTo>
                  <a:cubicBezTo>
                    <a:pt x="448847" y="4492286"/>
                    <a:pt x="482319" y="4534557"/>
                    <a:pt x="515911" y="4576711"/>
                  </a:cubicBezTo>
                  <a:cubicBezTo>
                    <a:pt x="583219" y="4661137"/>
                    <a:pt x="653594" y="4743825"/>
                    <a:pt x="722619" y="4828482"/>
                  </a:cubicBezTo>
                  <a:cubicBezTo>
                    <a:pt x="757315" y="4870637"/>
                    <a:pt x="791889" y="4913138"/>
                    <a:pt x="825972" y="4956104"/>
                  </a:cubicBezTo>
                  <a:cubicBezTo>
                    <a:pt x="859934" y="4998722"/>
                    <a:pt x="893649" y="5044004"/>
                    <a:pt x="926506" y="5085347"/>
                  </a:cubicBezTo>
                  <a:cubicBezTo>
                    <a:pt x="959119" y="5127734"/>
                    <a:pt x="993324" y="5168847"/>
                    <a:pt x="1027040" y="5210191"/>
                  </a:cubicBezTo>
                  <a:cubicBezTo>
                    <a:pt x="1061737" y="5250840"/>
                    <a:pt x="1096188" y="5291488"/>
                    <a:pt x="1132110" y="5330748"/>
                  </a:cubicBezTo>
                  <a:cubicBezTo>
                    <a:pt x="1203465" y="5409731"/>
                    <a:pt x="1277639" y="5485818"/>
                    <a:pt x="1354880" y="5558083"/>
                  </a:cubicBezTo>
                  <a:cubicBezTo>
                    <a:pt x="1509603" y="5702266"/>
                    <a:pt x="1676588" y="5830930"/>
                    <a:pt x="1855220" y="5937591"/>
                  </a:cubicBezTo>
                  <a:cubicBezTo>
                    <a:pt x="1944720" y="5990632"/>
                    <a:pt x="2036549" y="6039272"/>
                    <a:pt x="2131810" y="6080268"/>
                  </a:cubicBezTo>
                  <a:cubicBezTo>
                    <a:pt x="2226460" y="6122423"/>
                    <a:pt x="2324173" y="6157977"/>
                    <a:pt x="2423726" y="6188087"/>
                  </a:cubicBezTo>
                  <a:cubicBezTo>
                    <a:pt x="2523280" y="6218313"/>
                    <a:pt x="2624794" y="6242749"/>
                    <a:pt x="2727780" y="6262552"/>
                  </a:cubicBezTo>
                  <a:cubicBezTo>
                    <a:pt x="2830890" y="6282008"/>
                    <a:pt x="2935714" y="6295326"/>
                    <a:pt x="3041276" y="6304245"/>
                  </a:cubicBezTo>
                  <a:cubicBezTo>
                    <a:pt x="3146836" y="6313277"/>
                    <a:pt x="3253499" y="6317215"/>
                    <a:pt x="3360532" y="6317331"/>
                  </a:cubicBezTo>
                  <a:cubicBezTo>
                    <a:pt x="3387259" y="6317331"/>
                    <a:pt x="3414354" y="6317794"/>
                    <a:pt x="3439855" y="6316751"/>
                  </a:cubicBezTo>
                  <a:lnTo>
                    <a:pt x="3478721" y="6315826"/>
                  </a:lnTo>
                  <a:lnTo>
                    <a:pt x="3517463" y="6313971"/>
                  </a:lnTo>
                  <a:cubicBezTo>
                    <a:pt x="3569078" y="6311772"/>
                    <a:pt x="3620449" y="6306907"/>
                    <a:pt x="3671452" y="6301233"/>
                  </a:cubicBezTo>
                  <a:cubicBezTo>
                    <a:pt x="3875707" y="6277608"/>
                    <a:pt x="4074445" y="6225841"/>
                    <a:pt x="4265460" y="6149638"/>
                  </a:cubicBezTo>
                  <a:cubicBezTo>
                    <a:pt x="4361212" y="6111884"/>
                    <a:pt x="4454636" y="6067065"/>
                    <a:pt x="4546587" y="6018079"/>
                  </a:cubicBezTo>
                  <a:cubicBezTo>
                    <a:pt x="4638662" y="5969322"/>
                    <a:pt x="4729020" y="5915240"/>
                    <a:pt x="4818030" y="5858029"/>
                  </a:cubicBezTo>
                  <a:cubicBezTo>
                    <a:pt x="4907038" y="5800703"/>
                    <a:pt x="4994577" y="5739672"/>
                    <a:pt x="5081870" y="5676903"/>
                  </a:cubicBezTo>
                  <a:cubicBezTo>
                    <a:pt x="5125392" y="5645519"/>
                    <a:pt x="5168794" y="5613324"/>
                    <a:pt x="5212073" y="5581013"/>
                  </a:cubicBezTo>
                  <a:lnTo>
                    <a:pt x="5343625" y="5481533"/>
                  </a:lnTo>
                  <a:cubicBezTo>
                    <a:pt x="5432696" y="5414768"/>
                    <a:pt x="5521951" y="5349452"/>
                    <a:pt x="5610378" y="5284425"/>
                  </a:cubicBezTo>
                  <a:lnTo>
                    <a:pt x="5822102" y="5126414"/>
                  </a:lnTo>
                  <a:lnTo>
                    <a:pt x="5822102" y="5556641"/>
                  </a:lnTo>
                  <a:lnTo>
                    <a:pt x="5576325" y="5749979"/>
                  </a:lnTo>
                  <a:lnTo>
                    <a:pt x="5447715" y="5852818"/>
                  </a:lnTo>
                  <a:cubicBezTo>
                    <a:pt x="5403945" y="5887445"/>
                    <a:pt x="5359932" y="5922073"/>
                    <a:pt x="5315059" y="5956236"/>
                  </a:cubicBezTo>
                  <a:cubicBezTo>
                    <a:pt x="5225682" y="6024680"/>
                    <a:pt x="5133976" y="6091734"/>
                    <a:pt x="5038468" y="6155776"/>
                  </a:cubicBezTo>
                  <a:cubicBezTo>
                    <a:pt x="4943084" y="6219703"/>
                    <a:pt x="4845002" y="6281777"/>
                    <a:pt x="4741892" y="6338292"/>
                  </a:cubicBezTo>
                  <a:cubicBezTo>
                    <a:pt x="4638784" y="6394692"/>
                    <a:pt x="4532120" y="6447038"/>
                    <a:pt x="4420920" y="6492203"/>
                  </a:cubicBezTo>
                  <a:cubicBezTo>
                    <a:pt x="4199255" y="6583693"/>
                    <a:pt x="3959813" y="6644840"/>
                    <a:pt x="3717672" y="6670434"/>
                  </a:cubicBezTo>
                  <a:cubicBezTo>
                    <a:pt x="3657106" y="6676456"/>
                    <a:pt x="3596419" y="6681321"/>
                    <a:pt x="3535853" y="6683289"/>
                  </a:cubicBezTo>
                  <a:lnTo>
                    <a:pt x="3490367" y="6684910"/>
                  </a:lnTo>
                  <a:lnTo>
                    <a:pt x="3445005" y="6685142"/>
                  </a:lnTo>
                  <a:cubicBezTo>
                    <a:pt x="3414354" y="6685605"/>
                    <a:pt x="3385297" y="6684679"/>
                    <a:pt x="3355872" y="6684100"/>
                  </a:cubicBezTo>
                  <a:cubicBezTo>
                    <a:pt x="3297146" y="6683405"/>
                    <a:pt x="3238052" y="6680047"/>
                    <a:pt x="3179203" y="6677150"/>
                  </a:cubicBezTo>
                  <a:cubicBezTo>
                    <a:pt x="3120232" y="6672519"/>
                    <a:pt x="3061259" y="6668233"/>
                    <a:pt x="3002410" y="6661169"/>
                  </a:cubicBezTo>
                  <a:cubicBezTo>
                    <a:pt x="2884589" y="6647851"/>
                    <a:pt x="2766891" y="6629669"/>
                    <a:pt x="2650296" y="6604191"/>
                  </a:cubicBezTo>
                  <a:cubicBezTo>
                    <a:pt x="2533702" y="6578713"/>
                    <a:pt x="2418456" y="6545938"/>
                    <a:pt x="2306028" y="6505869"/>
                  </a:cubicBezTo>
                  <a:cubicBezTo>
                    <a:pt x="2193602" y="6465683"/>
                    <a:pt x="2084118" y="6417738"/>
                    <a:pt x="1978803" y="6363307"/>
                  </a:cubicBezTo>
                  <a:cubicBezTo>
                    <a:pt x="1873855" y="6308066"/>
                    <a:pt x="1773077" y="6246340"/>
                    <a:pt x="1678428" y="6177779"/>
                  </a:cubicBezTo>
                  <a:cubicBezTo>
                    <a:pt x="1488393" y="6041356"/>
                    <a:pt x="1321900" y="5881423"/>
                    <a:pt x="1175880" y="5710373"/>
                  </a:cubicBezTo>
                  <a:cubicBezTo>
                    <a:pt x="1103177" y="5624441"/>
                    <a:pt x="1035501" y="5535732"/>
                    <a:pt x="971502" y="5445399"/>
                  </a:cubicBezTo>
                  <a:cubicBezTo>
                    <a:pt x="907380" y="5355069"/>
                    <a:pt x="847550" y="5262768"/>
                    <a:pt x="790909" y="5169078"/>
                  </a:cubicBezTo>
                  <a:cubicBezTo>
                    <a:pt x="761974" y="5121712"/>
                    <a:pt x="735492" y="5077357"/>
                    <a:pt x="706680" y="5031959"/>
                  </a:cubicBezTo>
                  <a:cubicBezTo>
                    <a:pt x="678114" y="4986910"/>
                    <a:pt x="649058" y="4941860"/>
                    <a:pt x="619143" y="4897157"/>
                  </a:cubicBezTo>
                  <a:lnTo>
                    <a:pt x="436465" y="4628710"/>
                  </a:lnTo>
                  <a:cubicBezTo>
                    <a:pt x="406182" y="4583544"/>
                    <a:pt x="376267" y="4538147"/>
                    <a:pt x="347088" y="4492171"/>
                  </a:cubicBezTo>
                  <a:cubicBezTo>
                    <a:pt x="317908" y="4446194"/>
                    <a:pt x="288974" y="4400102"/>
                    <a:pt x="262001" y="4352619"/>
                  </a:cubicBezTo>
                  <a:cubicBezTo>
                    <a:pt x="207934" y="4258119"/>
                    <a:pt x="158280" y="4160840"/>
                    <a:pt x="118679" y="4059853"/>
                  </a:cubicBezTo>
                  <a:cubicBezTo>
                    <a:pt x="78343" y="3959214"/>
                    <a:pt x="48429" y="3854870"/>
                    <a:pt x="28322" y="3749136"/>
                  </a:cubicBezTo>
                  <a:cubicBezTo>
                    <a:pt x="9073" y="3643402"/>
                    <a:pt x="0" y="3536046"/>
                    <a:pt x="0" y="3428922"/>
                  </a:cubicBezTo>
                  <a:cubicBezTo>
                    <a:pt x="1594" y="3001816"/>
                    <a:pt x="89010" y="2575868"/>
                    <a:pt x="253052" y="2174356"/>
                  </a:cubicBezTo>
                  <a:cubicBezTo>
                    <a:pt x="294246" y="2074066"/>
                    <a:pt x="338873" y="1974700"/>
                    <a:pt x="389141" y="1877652"/>
                  </a:cubicBezTo>
                  <a:cubicBezTo>
                    <a:pt x="438672" y="1780256"/>
                    <a:pt x="493230" y="1684945"/>
                    <a:pt x="552079" y="1591834"/>
                  </a:cubicBezTo>
                  <a:cubicBezTo>
                    <a:pt x="669900" y="1405728"/>
                    <a:pt x="804394" y="1227729"/>
                    <a:pt x="954950" y="1061773"/>
                  </a:cubicBezTo>
                  <a:cubicBezTo>
                    <a:pt x="1030597" y="979085"/>
                    <a:pt x="1109552" y="898829"/>
                    <a:pt x="1192922" y="822626"/>
                  </a:cubicBezTo>
                  <a:cubicBezTo>
                    <a:pt x="1213642" y="803402"/>
                    <a:pt x="1234483" y="784409"/>
                    <a:pt x="1255939" y="765880"/>
                  </a:cubicBezTo>
                  <a:cubicBezTo>
                    <a:pt x="1277273" y="747234"/>
                    <a:pt x="1298237" y="728241"/>
                    <a:pt x="1320183" y="710291"/>
                  </a:cubicBezTo>
                  <a:cubicBezTo>
                    <a:pt x="1363585" y="673811"/>
                    <a:pt x="1408088" y="638489"/>
                    <a:pt x="1452961" y="603514"/>
                  </a:cubicBezTo>
                  <a:cubicBezTo>
                    <a:pt x="1633310" y="464543"/>
                    <a:pt x="1828125" y="341437"/>
                    <a:pt x="2033360" y="235818"/>
                  </a:cubicBezTo>
                  <a:cubicBezTo>
                    <a:pt x="2187242" y="156561"/>
                    <a:pt x="2347554" y="87597"/>
                    <a:pt x="2512513" y="3001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5102EBE-A80F-4CFF-B1DD-941EF9728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04998" y="98659"/>
              <a:ext cx="5774333" cy="6315453"/>
            </a:xfrm>
            <a:custGeom>
              <a:avLst/>
              <a:gdLst>
                <a:gd name="connsiteX0" fmla="*/ 3707237 w 5774333"/>
                <a:gd name="connsiteY0" fmla="*/ 1489 h 6315453"/>
                <a:gd name="connsiteX1" fmla="*/ 4037665 w 5774333"/>
                <a:gd name="connsiteY1" fmla="*/ 6121 h 6315453"/>
                <a:gd name="connsiteX2" fmla="*/ 4692239 w 5774333"/>
                <a:gd name="connsiteY2" fmla="*/ 102128 h 6315453"/>
                <a:gd name="connsiteX3" fmla="*/ 5315059 w 5774333"/>
                <a:gd name="connsiteY3" fmla="*/ 324945 h 6315453"/>
                <a:gd name="connsiteX4" fmla="*/ 5738325 w 5774333"/>
                <a:gd name="connsiteY4" fmla="*/ 578286 h 6315453"/>
                <a:gd name="connsiteX5" fmla="*/ 5774333 w 5774333"/>
                <a:gd name="connsiteY5" fmla="*/ 606551 h 6315453"/>
                <a:gd name="connsiteX6" fmla="*/ 5774333 w 5774333"/>
                <a:gd name="connsiteY6" fmla="*/ 975490 h 6315453"/>
                <a:gd name="connsiteX7" fmla="*/ 5676001 w 5774333"/>
                <a:gd name="connsiteY7" fmla="*/ 889749 h 6315453"/>
                <a:gd name="connsiteX8" fmla="*/ 5177132 w 5774333"/>
                <a:gd name="connsiteY8" fmla="*/ 581926 h 6315453"/>
                <a:gd name="connsiteX9" fmla="*/ 4615735 w 5774333"/>
                <a:gd name="connsiteY9" fmla="*/ 388640 h 6315453"/>
                <a:gd name="connsiteX10" fmla="*/ 4020010 w 5774333"/>
                <a:gd name="connsiteY10" fmla="*/ 308500 h 6315453"/>
                <a:gd name="connsiteX11" fmla="*/ 3416315 w 5774333"/>
                <a:gd name="connsiteY11" fmla="*/ 328882 h 6315453"/>
                <a:gd name="connsiteX12" fmla="*/ 2823779 w 5774333"/>
                <a:gd name="connsiteY12" fmla="*/ 446545 h 6315453"/>
                <a:gd name="connsiteX13" fmla="*/ 2256987 w 5774333"/>
                <a:gd name="connsiteY13" fmla="*/ 651296 h 6315453"/>
                <a:gd name="connsiteX14" fmla="*/ 1244169 w 5774333"/>
                <a:gd name="connsiteY14" fmla="*/ 1280374 h 6315453"/>
                <a:gd name="connsiteX15" fmla="*/ 830141 w 5774333"/>
                <a:gd name="connsiteY15" fmla="*/ 1700184 h 6315453"/>
                <a:gd name="connsiteX16" fmla="*/ 502792 w 5774333"/>
                <a:gd name="connsiteY16" fmla="*/ 2182300 h 6315453"/>
                <a:gd name="connsiteX17" fmla="*/ 280637 w 5774333"/>
                <a:gd name="connsiteY17" fmla="*/ 2715256 h 6315453"/>
                <a:gd name="connsiteX18" fmla="*/ 199843 w 5774333"/>
                <a:gd name="connsiteY18" fmla="*/ 3283418 h 6315453"/>
                <a:gd name="connsiteX19" fmla="*/ 233926 w 5774333"/>
                <a:gd name="connsiteY19" fmla="*/ 3561593 h 6315453"/>
                <a:gd name="connsiteX20" fmla="*/ 334582 w 5774333"/>
                <a:gd name="connsiteY20" fmla="*/ 3821816 h 6315453"/>
                <a:gd name="connsiteX21" fmla="*/ 404834 w 5774333"/>
                <a:gd name="connsiteY21" fmla="*/ 3944343 h 6315453"/>
                <a:gd name="connsiteX22" fmla="*/ 485506 w 5774333"/>
                <a:gd name="connsiteY22" fmla="*/ 4062932 h 6315453"/>
                <a:gd name="connsiteX23" fmla="*/ 671861 w 5774333"/>
                <a:gd name="connsiteY23" fmla="*/ 4292120 h 6315453"/>
                <a:gd name="connsiteX24" fmla="*/ 873542 w 5774333"/>
                <a:gd name="connsiteY24" fmla="*/ 4523044 h 6315453"/>
                <a:gd name="connsiteX25" fmla="*/ 973831 w 5774333"/>
                <a:gd name="connsiteY25" fmla="*/ 4643601 h 6315453"/>
                <a:gd name="connsiteX26" fmla="*/ 1022014 w 5774333"/>
                <a:gd name="connsiteY26" fmla="*/ 4702780 h 6315453"/>
                <a:gd name="connsiteX27" fmla="*/ 1069215 w 5774333"/>
                <a:gd name="connsiteY27" fmla="*/ 4759411 h 6315453"/>
                <a:gd name="connsiteX28" fmla="*/ 1474784 w 5774333"/>
                <a:gd name="connsiteY28" fmla="*/ 5177948 h 6315453"/>
                <a:gd name="connsiteX29" fmla="*/ 1690442 w 5774333"/>
                <a:gd name="connsiteY29" fmla="*/ 5366255 h 6315453"/>
                <a:gd name="connsiteX30" fmla="*/ 1916276 w 5774333"/>
                <a:gd name="connsiteY30" fmla="*/ 5539852 h 6315453"/>
                <a:gd name="connsiteX31" fmla="*/ 2420784 w 5774333"/>
                <a:gd name="connsiteY31" fmla="*/ 5814437 h 6315453"/>
                <a:gd name="connsiteX32" fmla="*/ 2703015 w 5774333"/>
                <a:gd name="connsiteY32" fmla="*/ 5892029 h 6315453"/>
                <a:gd name="connsiteX33" fmla="*/ 2775350 w 5774333"/>
                <a:gd name="connsiteY33" fmla="*/ 5905695 h 6315453"/>
                <a:gd name="connsiteX34" fmla="*/ 2848299 w 5774333"/>
                <a:gd name="connsiteY34" fmla="*/ 5917161 h 6315453"/>
                <a:gd name="connsiteX35" fmla="*/ 2995544 w 5774333"/>
                <a:gd name="connsiteY35" fmla="*/ 5933605 h 6315453"/>
                <a:gd name="connsiteX36" fmla="*/ 3069596 w 5774333"/>
                <a:gd name="connsiteY36" fmla="*/ 5938933 h 6315453"/>
                <a:gd name="connsiteX37" fmla="*/ 3143894 w 5774333"/>
                <a:gd name="connsiteY37" fmla="*/ 5942639 h 6315453"/>
                <a:gd name="connsiteX38" fmla="*/ 3218436 w 5774333"/>
                <a:gd name="connsiteY38" fmla="*/ 5944260 h 6315453"/>
                <a:gd name="connsiteX39" fmla="*/ 3293101 w 5774333"/>
                <a:gd name="connsiteY39" fmla="*/ 5943913 h 6315453"/>
                <a:gd name="connsiteX40" fmla="*/ 3330494 w 5774333"/>
                <a:gd name="connsiteY40" fmla="*/ 5943565 h 6315453"/>
                <a:gd name="connsiteX41" fmla="*/ 3366540 w 5774333"/>
                <a:gd name="connsiteY41" fmla="*/ 5942059 h 6315453"/>
                <a:gd name="connsiteX42" fmla="*/ 3402462 w 5774333"/>
                <a:gd name="connsiteY42" fmla="*/ 5940323 h 6315453"/>
                <a:gd name="connsiteX43" fmla="*/ 3438262 w 5774333"/>
                <a:gd name="connsiteY43" fmla="*/ 5937543 h 6315453"/>
                <a:gd name="connsiteX44" fmla="*/ 3580236 w 5774333"/>
                <a:gd name="connsiteY44" fmla="*/ 5920982 h 6315453"/>
                <a:gd name="connsiteX45" fmla="*/ 4121034 w 5774333"/>
                <a:gd name="connsiteY45" fmla="*/ 5753290 h 6315453"/>
                <a:gd name="connsiteX46" fmla="*/ 4620639 w 5774333"/>
                <a:gd name="connsiteY46" fmla="*/ 5459364 h 6315453"/>
                <a:gd name="connsiteX47" fmla="*/ 4741771 w 5774333"/>
                <a:gd name="connsiteY47" fmla="*/ 5372971 h 6315453"/>
                <a:gd name="connsiteX48" fmla="*/ 4862901 w 5774333"/>
                <a:gd name="connsiteY48" fmla="*/ 5283682 h 6315453"/>
                <a:gd name="connsiteX49" fmla="*/ 5108229 w 5774333"/>
                <a:gd name="connsiteY49" fmla="*/ 5098386 h 6315453"/>
                <a:gd name="connsiteX50" fmla="*/ 5612493 w 5774333"/>
                <a:gd name="connsiteY50" fmla="*/ 4739724 h 6315453"/>
                <a:gd name="connsiteX51" fmla="*/ 5774333 w 5774333"/>
                <a:gd name="connsiteY51" fmla="*/ 4623488 h 6315453"/>
                <a:gd name="connsiteX52" fmla="*/ 5774333 w 5774333"/>
                <a:gd name="connsiteY52" fmla="*/ 5232926 h 6315453"/>
                <a:gd name="connsiteX53" fmla="*/ 5676492 w 5774333"/>
                <a:gd name="connsiteY53" fmla="*/ 5306859 h 6315453"/>
                <a:gd name="connsiteX54" fmla="*/ 5426260 w 5774333"/>
                <a:gd name="connsiteY54" fmla="*/ 5486233 h 6315453"/>
                <a:gd name="connsiteX55" fmla="*/ 5300225 w 5774333"/>
                <a:gd name="connsiteY55" fmla="*/ 5576217 h 6315453"/>
                <a:gd name="connsiteX56" fmla="*/ 5170757 w 5774333"/>
                <a:gd name="connsiteY56" fmla="*/ 5666780 h 6315453"/>
                <a:gd name="connsiteX57" fmla="*/ 5038100 w 5774333"/>
                <a:gd name="connsiteY57" fmla="*/ 5756185 h 6315453"/>
                <a:gd name="connsiteX58" fmla="*/ 4901276 w 5774333"/>
                <a:gd name="connsiteY58" fmla="*/ 5843043 h 6315453"/>
                <a:gd name="connsiteX59" fmla="*/ 4614019 w 5774333"/>
                <a:gd name="connsiteY59" fmla="*/ 6006103 h 6315453"/>
                <a:gd name="connsiteX60" fmla="*/ 4305061 w 5774333"/>
                <a:gd name="connsiteY60" fmla="*/ 6144726 h 6315453"/>
                <a:gd name="connsiteX61" fmla="*/ 3632710 w 5774333"/>
                <a:gd name="connsiteY61" fmla="*/ 6304196 h 6315453"/>
                <a:gd name="connsiteX62" fmla="*/ 3459594 w 5774333"/>
                <a:gd name="connsiteY62" fmla="*/ 6314504 h 6315453"/>
                <a:gd name="connsiteX63" fmla="*/ 3416315 w 5774333"/>
                <a:gd name="connsiteY63" fmla="*/ 6315429 h 6315453"/>
                <a:gd name="connsiteX64" fmla="*/ 3373159 w 5774333"/>
                <a:gd name="connsiteY64" fmla="*/ 6315198 h 6315453"/>
                <a:gd name="connsiteX65" fmla="*/ 3330127 w 5774333"/>
                <a:gd name="connsiteY65" fmla="*/ 6314735 h 6315453"/>
                <a:gd name="connsiteX66" fmla="*/ 3288320 w 5774333"/>
                <a:gd name="connsiteY66" fmla="*/ 6313230 h 6315453"/>
                <a:gd name="connsiteX67" fmla="*/ 2954350 w 5774333"/>
                <a:gd name="connsiteY67" fmla="*/ 6288098 h 6315453"/>
                <a:gd name="connsiteX68" fmla="*/ 2622466 w 5774333"/>
                <a:gd name="connsiteY68" fmla="*/ 6232742 h 6315453"/>
                <a:gd name="connsiteX69" fmla="*/ 2296466 w 5774333"/>
                <a:gd name="connsiteY69" fmla="*/ 6146001 h 6315453"/>
                <a:gd name="connsiteX70" fmla="*/ 1672419 w 5774333"/>
                <a:gd name="connsiteY70" fmla="*/ 5885197 h 6315453"/>
                <a:gd name="connsiteX71" fmla="*/ 1146578 w 5774333"/>
                <a:gd name="connsiteY71" fmla="*/ 5479168 h 6315453"/>
                <a:gd name="connsiteX72" fmla="*/ 933372 w 5774333"/>
                <a:gd name="connsiteY72" fmla="*/ 5234810 h 6315453"/>
                <a:gd name="connsiteX73" fmla="*/ 747140 w 5774333"/>
                <a:gd name="connsiteY73" fmla="*/ 4976091 h 6315453"/>
                <a:gd name="connsiteX74" fmla="*/ 703616 w 5774333"/>
                <a:gd name="connsiteY74" fmla="*/ 4910196 h 6315453"/>
                <a:gd name="connsiteX75" fmla="*/ 662053 w 5774333"/>
                <a:gd name="connsiteY75" fmla="*/ 4846269 h 6315453"/>
                <a:gd name="connsiteX76" fmla="*/ 580033 w 5774333"/>
                <a:gd name="connsiteY76" fmla="*/ 4722352 h 6315453"/>
                <a:gd name="connsiteX77" fmla="*/ 410105 w 5774333"/>
                <a:gd name="connsiteY77" fmla="*/ 4469193 h 6315453"/>
                <a:gd name="connsiteX78" fmla="*/ 244224 w 5774333"/>
                <a:gd name="connsiteY78" fmla="*/ 4201556 h 6315453"/>
                <a:gd name="connsiteX79" fmla="*/ 169437 w 5774333"/>
                <a:gd name="connsiteY79" fmla="*/ 4059690 h 6315453"/>
                <a:gd name="connsiteX80" fmla="*/ 105929 w 5774333"/>
                <a:gd name="connsiteY80" fmla="*/ 3911221 h 6315453"/>
                <a:gd name="connsiteX81" fmla="*/ 57256 w 5774333"/>
                <a:gd name="connsiteY81" fmla="*/ 3757195 h 6315453"/>
                <a:gd name="connsiteX82" fmla="*/ 39111 w 5774333"/>
                <a:gd name="connsiteY82" fmla="*/ 3678677 h 6315453"/>
                <a:gd name="connsiteX83" fmla="*/ 31142 w 5774333"/>
                <a:gd name="connsiteY83" fmla="*/ 3639300 h 6315453"/>
                <a:gd name="connsiteX84" fmla="*/ 24521 w 5774333"/>
                <a:gd name="connsiteY84" fmla="*/ 3599809 h 6315453"/>
                <a:gd name="connsiteX85" fmla="*/ 0 w 5774333"/>
                <a:gd name="connsiteY85" fmla="*/ 3283418 h 6315453"/>
                <a:gd name="connsiteX86" fmla="*/ 68045 w 5774333"/>
                <a:gd name="connsiteY86" fmla="*/ 2666963 h 6315453"/>
                <a:gd name="connsiteX87" fmla="*/ 272546 w 5774333"/>
                <a:gd name="connsiteY87" fmla="*/ 2076334 h 6315453"/>
                <a:gd name="connsiteX88" fmla="*/ 1039300 w 5774333"/>
                <a:gd name="connsiteY88" fmla="*/ 1073307 h 6315453"/>
                <a:gd name="connsiteX89" fmla="*/ 1547733 w 5774333"/>
                <a:gd name="connsiteY89" fmla="*/ 680365 h 6315453"/>
                <a:gd name="connsiteX90" fmla="*/ 2115995 w 5774333"/>
                <a:gd name="connsiteY90" fmla="*/ 368373 h 6315453"/>
                <a:gd name="connsiteX91" fmla="*/ 3377451 w 5774333"/>
                <a:gd name="connsiteY91" fmla="*/ 24304 h 6315453"/>
                <a:gd name="connsiteX92" fmla="*/ 3707237 w 5774333"/>
                <a:gd name="connsiteY92" fmla="*/ 1489 h 6315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</a:cxnLst>
              <a:rect l="l" t="t" r="r" b="b"/>
              <a:pathLst>
                <a:path w="5774333" h="6315453">
                  <a:moveTo>
                    <a:pt x="3707237" y="1489"/>
                  </a:moveTo>
                  <a:cubicBezTo>
                    <a:pt x="3817502" y="-1522"/>
                    <a:pt x="3927875" y="41"/>
                    <a:pt x="4037665" y="6121"/>
                  </a:cubicBezTo>
                  <a:cubicBezTo>
                    <a:pt x="4257614" y="18745"/>
                    <a:pt x="4477439" y="49665"/>
                    <a:pt x="4692239" y="102128"/>
                  </a:cubicBezTo>
                  <a:cubicBezTo>
                    <a:pt x="4907039" y="154474"/>
                    <a:pt x="5116811" y="228592"/>
                    <a:pt x="5315059" y="324945"/>
                  </a:cubicBezTo>
                  <a:cubicBezTo>
                    <a:pt x="5463562" y="397211"/>
                    <a:pt x="5606133" y="481527"/>
                    <a:pt x="5738325" y="578286"/>
                  </a:cubicBezTo>
                  <a:lnTo>
                    <a:pt x="5774333" y="606551"/>
                  </a:lnTo>
                  <a:lnTo>
                    <a:pt x="5774333" y="975490"/>
                  </a:lnTo>
                  <a:lnTo>
                    <a:pt x="5676001" y="889749"/>
                  </a:lnTo>
                  <a:cubicBezTo>
                    <a:pt x="5522381" y="769886"/>
                    <a:pt x="5355519" y="665657"/>
                    <a:pt x="5177132" y="581926"/>
                  </a:cubicBezTo>
                  <a:cubicBezTo>
                    <a:pt x="4998867" y="497965"/>
                    <a:pt x="4810183" y="433574"/>
                    <a:pt x="4615735" y="388640"/>
                  </a:cubicBezTo>
                  <a:cubicBezTo>
                    <a:pt x="4421289" y="343591"/>
                    <a:pt x="4221446" y="317649"/>
                    <a:pt x="4020010" y="308500"/>
                  </a:cubicBezTo>
                  <a:cubicBezTo>
                    <a:pt x="3818207" y="298887"/>
                    <a:pt x="3616649" y="305257"/>
                    <a:pt x="3416315" y="328882"/>
                  </a:cubicBezTo>
                  <a:cubicBezTo>
                    <a:pt x="3216106" y="352623"/>
                    <a:pt x="3017736" y="392346"/>
                    <a:pt x="2823779" y="446545"/>
                  </a:cubicBezTo>
                  <a:cubicBezTo>
                    <a:pt x="2629699" y="500513"/>
                    <a:pt x="2440401" y="570345"/>
                    <a:pt x="2256987" y="651296"/>
                  </a:cubicBezTo>
                  <a:cubicBezTo>
                    <a:pt x="1889058" y="811461"/>
                    <a:pt x="1545527" y="1023856"/>
                    <a:pt x="1244169" y="1280374"/>
                  </a:cubicBezTo>
                  <a:cubicBezTo>
                    <a:pt x="1093982" y="1409039"/>
                    <a:pt x="954828" y="1549400"/>
                    <a:pt x="830141" y="1700184"/>
                  </a:cubicBezTo>
                  <a:cubicBezTo>
                    <a:pt x="705209" y="1850736"/>
                    <a:pt x="594989" y="2012176"/>
                    <a:pt x="502792" y="2182300"/>
                  </a:cubicBezTo>
                  <a:cubicBezTo>
                    <a:pt x="410595" y="2352308"/>
                    <a:pt x="333847" y="2530307"/>
                    <a:pt x="280637" y="2715256"/>
                  </a:cubicBezTo>
                  <a:cubicBezTo>
                    <a:pt x="227306" y="2899741"/>
                    <a:pt x="199719" y="3091521"/>
                    <a:pt x="199843" y="3283418"/>
                  </a:cubicBezTo>
                  <a:cubicBezTo>
                    <a:pt x="200946" y="3377687"/>
                    <a:pt x="210754" y="3471261"/>
                    <a:pt x="233926" y="3561593"/>
                  </a:cubicBezTo>
                  <a:cubicBezTo>
                    <a:pt x="256730" y="3652040"/>
                    <a:pt x="292162" y="3738550"/>
                    <a:pt x="334582" y="3821816"/>
                  </a:cubicBezTo>
                  <a:cubicBezTo>
                    <a:pt x="356038" y="3863392"/>
                    <a:pt x="379823" y="3904157"/>
                    <a:pt x="404834" y="3944343"/>
                  </a:cubicBezTo>
                  <a:cubicBezTo>
                    <a:pt x="430212" y="3984413"/>
                    <a:pt x="457308" y="4023905"/>
                    <a:pt x="485506" y="4062932"/>
                  </a:cubicBezTo>
                  <a:cubicBezTo>
                    <a:pt x="542639" y="4140757"/>
                    <a:pt x="606146" y="4216265"/>
                    <a:pt x="671861" y="4292120"/>
                  </a:cubicBezTo>
                  <a:cubicBezTo>
                    <a:pt x="737576" y="4368091"/>
                    <a:pt x="806234" y="4444062"/>
                    <a:pt x="873542" y="4523044"/>
                  </a:cubicBezTo>
                  <a:cubicBezTo>
                    <a:pt x="907258" y="4562419"/>
                    <a:pt x="940606" y="4602721"/>
                    <a:pt x="973831" y="4643601"/>
                  </a:cubicBezTo>
                  <a:lnTo>
                    <a:pt x="1022014" y="4702780"/>
                  </a:lnTo>
                  <a:cubicBezTo>
                    <a:pt x="1037829" y="4721658"/>
                    <a:pt x="1052910" y="4740998"/>
                    <a:pt x="1069215" y="4759411"/>
                  </a:cubicBezTo>
                  <a:cubicBezTo>
                    <a:pt x="1196477" y="4909269"/>
                    <a:pt x="1334527" y="5047199"/>
                    <a:pt x="1474784" y="5177948"/>
                  </a:cubicBezTo>
                  <a:cubicBezTo>
                    <a:pt x="1545281" y="5243033"/>
                    <a:pt x="1617003" y="5305917"/>
                    <a:pt x="1690442" y="5366255"/>
                  </a:cubicBezTo>
                  <a:cubicBezTo>
                    <a:pt x="1763881" y="5426591"/>
                    <a:pt x="1838668" y="5484959"/>
                    <a:pt x="1916276" y="5539852"/>
                  </a:cubicBezTo>
                  <a:cubicBezTo>
                    <a:pt x="2070877" y="5649872"/>
                    <a:pt x="2237617" y="5748194"/>
                    <a:pt x="2420784" y="5814437"/>
                  </a:cubicBezTo>
                  <a:cubicBezTo>
                    <a:pt x="2512124" y="5847559"/>
                    <a:pt x="2606773" y="5872921"/>
                    <a:pt x="2703015" y="5892029"/>
                  </a:cubicBezTo>
                  <a:cubicBezTo>
                    <a:pt x="2727168" y="5896546"/>
                    <a:pt x="2751075" y="5901758"/>
                    <a:pt x="2775350" y="5905695"/>
                  </a:cubicBezTo>
                  <a:lnTo>
                    <a:pt x="2848299" y="5917161"/>
                  </a:lnTo>
                  <a:cubicBezTo>
                    <a:pt x="2897218" y="5923298"/>
                    <a:pt x="2946136" y="5929784"/>
                    <a:pt x="2995544" y="5933605"/>
                  </a:cubicBezTo>
                  <a:cubicBezTo>
                    <a:pt x="3020188" y="5935806"/>
                    <a:pt x="3044831" y="5937891"/>
                    <a:pt x="3069596" y="5938933"/>
                  </a:cubicBezTo>
                  <a:cubicBezTo>
                    <a:pt x="3094362" y="5940090"/>
                    <a:pt x="3119005" y="5941943"/>
                    <a:pt x="3143894" y="5942639"/>
                  </a:cubicBezTo>
                  <a:lnTo>
                    <a:pt x="3218436" y="5944260"/>
                  </a:lnTo>
                  <a:cubicBezTo>
                    <a:pt x="3243201" y="5944838"/>
                    <a:pt x="3268212" y="5944029"/>
                    <a:pt x="3293101" y="5943913"/>
                  </a:cubicBezTo>
                  <a:lnTo>
                    <a:pt x="3330494" y="5943565"/>
                  </a:lnTo>
                  <a:cubicBezTo>
                    <a:pt x="3342632" y="5943218"/>
                    <a:pt x="3354524" y="5942523"/>
                    <a:pt x="3366540" y="5942059"/>
                  </a:cubicBezTo>
                  <a:cubicBezTo>
                    <a:pt x="3378554" y="5941480"/>
                    <a:pt x="3390570" y="5941134"/>
                    <a:pt x="3402462" y="5940323"/>
                  </a:cubicBezTo>
                  <a:lnTo>
                    <a:pt x="3438262" y="5937543"/>
                  </a:lnTo>
                  <a:cubicBezTo>
                    <a:pt x="3485954" y="5933953"/>
                    <a:pt x="3533279" y="5927931"/>
                    <a:pt x="3580236" y="5920982"/>
                  </a:cubicBezTo>
                  <a:cubicBezTo>
                    <a:pt x="3768185" y="5891567"/>
                    <a:pt x="3948901" y="5834010"/>
                    <a:pt x="4121034" y="5753290"/>
                  </a:cubicBezTo>
                  <a:cubicBezTo>
                    <a:pt x="4293782" y="5673497"/>
                    <a:pt x="4458191" y="5571353"/>
                    <a:pt x="4620639" y="5459364"/>
                  </a:cubicBezTo>
                  <a:cubicBezTo>
                    <a:pt x="4661221" y="5431455"/>
                    <a:pt x="4701557" y="5402271"/>
                    <a:pt x="4741771" y="5372971"/>
                  </a:cubicBezTo>
                  <a:cubicBezTo>
                    <a:pt x="4782230" y="5343672"/>
                    <a:pt x="4822566" y="5313908"/>
                    <a:pt x="4862901" y="5283682"/>
                  </a:cubicBezTo>
                  <a:lnTo>
                    <a:pt x="5108229" y="5098386"/>
                  </a:lnTo>
                  <a:cubicBezTo>
                    <a:pt x="5276563" y="4972270"/>
                    <a:pt x="5446489" y="4854838"/>
                    <a:pt x="5612493" y="4739724"/>
                  </a:cubicBezTo>
                  <a:lnTo>
                    <a:pt x="5774333" y="4623488"/>
                  </a:lnTo>
                  <a:lnTo>
                    <a:pt x="5774333" y="5232926"/>
                  </a:lnTo>
                  <a:lnTo>
                    <a:pt x="5676492" y="5306859"/>
                  </a:lnTo>
                  <a:cubicBezTo>
                    <a:pt x="5592693" y="5367905"/>
                    <a:pt x="5508955" y="5427286"/>
                    <a:pt x="5426260" y="5486233"/>
                  </a:cubicBezTo>
                  <a:lnTo>
                    <a:pt x="5300225" y="5576217"/>
                  </a:lnTo>
                  <a:cubicBezTo>
                    <a:pt x="5257559" y="5606443"/>
                    <a:pt x="5214525" y="5636901"/>
                    <a:pt x="5170757" y="5666780"/>
                  </a:cubicBezTo>
                  <a:cubicBezTo>
                    <a:pt x="5127110" y="5696775"/>
                    <a:pt x="5082973" y="5726654"/>
                    <a:pt x="5038100" y="5756185"/>
                  </a:cubicBezTo>
                  <a:cubicBezTo>
                    <a:pt x="4993106" y="5785486"/>
                    <a:pt x="4947743" y="5814553"/>
                    <a:pt x="4901276" y="5843043"/>
                  </a:cubicBezTo>
                  <a:cubicBezTo>
                    <a:pt x="4808835" y="5900136"/>
                    <a:pt x="4713449" y="5955494"/>
                    <a:pt x="4614019" y="6006103"/>
                  </a:cubicBezTo>
                  <a:cubicBezTo>
                    <a:pt x="4514711" y="6056943"/>
                    <a:pt x="4411971" y="6104192"/>
                    <a:pt x="4305061" y="6144726"/>
                  </a:cubicBezTo>
                  <a:cubicBezTo>
                    <a:pt x="4092223" y="6226952"/>
                    <a:pt x="3863569" y="6282424"/>
                    <a:pt x="3632710" y="6304196"/>
                  </a:cubicBezTo>
                  <a:cubicBezTo>
                    <a:pt x="3574964" y="6309408"/>
                    <a:pt x="3517218" y="6313345"/>
                    <a:pt x="3459594" y="6314504"/>
                  </a:cubicBezTo>
                  <a:lnTo>
                    <a:pt x="3416315" y="6315429"/>
                  </a:lnTo>
                  <a:cubicBezTo>
                    <a:pt x="3401971" y="6315546"/>
                    <a:pt x="3387505" y="6315198"/>
                    <a:pt x="3373159" y="6315198"/>
                  </a:cubicBezTo>
                  <a:lnTo>
                    <a:pt x="3330127" y="6314735"/>
                  </a:lnTo>
                  <a:lnTo>
                    <a:pt x="3288320" y="6313230"/>
                  </a:lnTo>
                  <a:cubicBezTo>
                    <a:pt x="3176996" y="6309870"/>
                    <a:pt x="3065428" y="6301533"/>
                    <a:pt x="2954350" y="6288098"/>
                  </a:cubicBezTo>
                  <a:cubicBezTo>
                    <a:pt x="2843150" y="6275360"/>
                    <a:pt x="2732194" y="6257061"/>
                    <a:pt x="2622466" y="6232742"/>
                  </a:cubicBezTo>
                  <a:cubicBezTo>
                    <a:pt x="2512859" y="6208190"/>
                    <a:pt x="2404110" y="6179122"/>
                    <a:pt x="2296466" y="6146001"/>
                  </a:cubicBezTo>
                  <a:cubicBezTo>
                    <a:pt x="2081544" y="6079179"/>
                    <a:pt x="1869073" y="5996027"/>
                    <a:pt x="1672419" y="5885197"/>
                  </a:cubicBezTo>
                  <a:cubicBezTo>
                    <a:pt x="1475643" y="5774599"/>
                    <a:pt x="1299954" y="5634353"/>
                    <a:pt x="1146578" y="5479168"/>
                  </a:cubicBezTo>
                  <a:cubicBezTo>
                    <a:pt x="1069461" y="5401692"/>
                    <a:pt x="999333" y="5319235"/>
                    <a:pt x="933372" y="5234810"/>
                  </a:cubicBezTo>
                  <a:cubicBezTo>
                    <a:pt x="867781" y="5150038"/>
                    <a:pt x="805375" y="5063991"/>
                    <a:pt x="747140" y="4976091"/>
                  </a:cubicBezTo>
                  <a:cubicBezTo>
                    <a:pt x="732182" y="4954319"/>
                    <a:pt x="718082" y="4932199"/>
                    <a:pt x="703616" y="4910196"/>
                  </a:cubicBezTo>
                  <a:lnTo>
                    <a:pt x="662053" y="4846269"/>
                  </a:lnTo>
                  <a:cubicBezTo>
                    <a:pt x="635449" y="4804925"/>
                    <a:pt x="607864" y="4763928"/>
                    <a:pt x="580033" y="4722352"/>
                  </a:cubicBezTo>
                  <a:lnTo>
                    <a:pt x="410105" y="4469193"/>
                  </a:lnTo>
                  <a:cubicBezTo>
                    <a:pt x="353095" y="4382915"/>
                    <a:pt x="296820" y="4294089"/>
                    <a:pt x="244224" y="4201556"/>
                  </a:cubicBezTo>
                  <a:cubicBezTo>
                    <a:pt x="217987" y="4155232"/>
                    <a:pt x="192609" y="4108098"/>
                    <a:pt x="169437" y="4059690"/>
                  </a:cubicBezTo>
                  <a:cubicBezTo>
                    <a:pt x="146388" y="4011165"/>
                    <a:pt x="124932" y="3961715"/>
                    <a:pt x="105929" y="3911221"/>
                  </a:cubicBezTo>
                  <a:cubicBezTo>
                    <a:pt x="87293" y="3860613"/>
                    <a:pt x="70742" y="3809309"/>
                    <a:pt x="57256" y="3757195"/>
                  </a:cubicBezTo>
                  <a:cubicBezTo>
                    <a:pt x="50881" y="3731138"/>
                    <a:pt x="44383" y="3704965"/>
                    <a:pt x="39111" y="3678677"/>
                  </a:cubicBezTo>
                  <a:lnTo>
                    <a:pt x="31142" y="3639300"/>
                  </a:lnTo>
                  <a:lnTo>
                    <a:pt x="24521" y="3599809"/>
                  </a:lnTo>
                  <a:cubicBezTo>
                    <a:pt x="7234" y="3494423"/>
                    <a:pt x="0" y="3388457"/>
                    <a:pt x="0" y="3283418"/>
                  </a:cubicBezTo>
                  <a:cubicBezTo>
                    <a:pt x="491" y="3076698"/>
                    <a:pt x="23418" y="2869978"/>
                    <a:pt x="68045" y="2666963"/>
                  </a:cubicBezTo>
                  <a:cubicBezTo>
                    <a:pt x="112550" y="2464064"/>
                    <a:pt x="180717" y="2265104"/>
                    <a:pt x="272546" y="2076334"/>
                  </a:cubicBezTo>
                  <a:cubicBezTo>
                    <a:pt x="457062" y="1698794"/>
                    <a:pt x="724457" y="1360978"/>
                    <a:pt x="1039300" y="1073307"/>
                  </a:cubicBezTo>
                  <a:cubicBezTo>
                    <a:pt x="1197090" y="929472"/>
                    <a:pt x="1367630" y="798259"/>
                    <a:pt x="1547733" y="680365"/>
                  </a:cubicBezTo>
                  <a:cubicBezTo>
                    <a:pt x="1728081" y="562587"/>
                    <a:pt x="1917870" y="457663"/>
                    <a:pt x="2115995" y="368373"/>
                  </a:cubicBezTo>
                  <a:cubicBezTo>
                    <a:pt x="2512737" y="191070"/>
                    <a:pt x="2939883" y="73870"/>
                    <a:pt x="3377451" y="24304"/>
                  </a:cubicBezTo>
                  <a:cubicBezTo>
                    <a:pt x="3486812" y="12086"/>
                    <a:pt x="3596971" y="4500"/>
                    <a:pt x="3707237" y="148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C18CE1F-9DF1-47AF-9E66-6CE348AC2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464911 h 6229400"/>
                <a:gd name="connsiteX4" fmla="*/ 5660063 w 5769111"/>
                <a:gd name="connsiteY4" fmla="*/ 1328105 h 6229400"/>
                <a:gd name="connsiteX5" fmla="*/ 4910471 w 5769111"/>
                <a:gd name="connsiteY5" fmla="*/ 781599 h 6229400"/>
                <a:gd name="connsiteX6" fmla="*/ 3882695 w 5769111"/>
                <a:gd name="connsiteY6" fmla="*/ 579048 h 6229400"/>
                <a:gd name="connsiteX7" fmla="*/ 2683153 w 5769111"/>
                <a:gd name="connsiteY7" fmla="*/ 797003 h 6229400"/>
                <a:gd name="connsiteX8" fmla="*/ 1617493 w 5769111"/>
                <a:gd name="connsiteY8" fmla="*/ 1395738 h 6229400"/>
                <a:gd name="connsiteX9" fmla="*/ 880408 w 5769111"/>
                <a:gd name="connsiteY9" fmla="*/ 2259099 h 6229400"/>
                <a:gd name="connsiteX10" fmla="*/ 613135 w 5769111"/>
                <a:gd name="connsiteY10" fmla="*/ 3263863 h 6229400"/>
                <a:gd name="connsiteX11" fmla="*/ 1055484 w 5769111"/>
                <a:gd name="connsiteY11" fmla="*/ 4196825 h 6229400"/>
                <a:gd name="connsiteX12" fmla="*/ 1278376 w 5769111"/>
                <a:gd name="connsiteY12" fmla="*/ 4492950 h 6229400"/>
                <a:gd name="connsiteX13" fmla="*/ 3369851 w 5769111"/>
                <a:gd name="connsiteY13" fmla="*/ 5650468 h 6229400"/>
                <a:gd name="connsiteX14" fmla="*/ 4957551 w 5769111"/>
                <a:gd name="connsiteY14" fmla="*/ 4938355 h 6229400"/>
                <a:gd name="connsiteX15" fmla="*/ 5150773 w 5769111"/>
                <a:gd name="connsiteY15" fmla="*/ 4796950 h 6229400"/>
                <a:gd name="connsiteX16" fmla="*/ 5747247 w 5769111"/>
                <a:gd name="connsiteY16" fmla="*/ 4338176 h 6229400"/>
                <a:gd name="connsiteX17" fmla="*/ 5769111 w 5769111"/>
                <a:gd name="connsiteY17" fmla="*/ 4318497 h 6229400"/>
                <a:gd name="connsiteX18" fmla="*/ 5769111 w 5769111"/>
                <a:gd name="connsiteY18" fmla="*/ 5074612 h 6229400"/>
                <a:gd name="connsiteX19" fmla="*/ 5636252 w 5769111"/>
                <a:gd name="connsiteY19" fmla="*/ 5174208 h 6229400"/>
                <a:gd name="connsiteX20" fmla="*/ 5334922 w 5769111"/>
                <a:gd name="connsiteY20" fmla="*/ 5394528 h 6229400"/>
                <a:gd name="connsiteX21" fmla="*/ 3369727 w 5769111"/>
                <a:gd name="connsiteY21" fmla="*/ 6229400 h 6229400"/>
                <a:gd name="connsiteX22" fmla="*/ 771046 w 5769111"/>
                <a:gd name="connsiteY22" fmla="*/ 4817913 h 6229400"/>
                <a:gd name="connsiteX23" fmla="*/ 0 w 5769111"/>
                <a:gd name="connsiteY23" fmla="*/ 3263748 h 6229400"/>
                <a:gd name="connsiteX24" fmla="*/ 3882695 w 5769111"/>
                <a:gd name="connsiteY24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464911"/>
                  </a:lnTo>
                  <a:lnTo>
                    <a:pt x="5660063" y="1328105"/>
                  </a:lnTo>
                  <a:cubicBezTo>
                    <a:pt x="5449800" y="1091506"/>
                    <a:pt x="5197607" y="907600"/>
                    <a:pt x="4910471" y="781599"/>
                  </a:cubicBezTo>
                  <a:cubicBezTo>
                    <a:pt x="4604088" y="647260"/>
                    <a:pt x="4258349" y="579048"/>
                    <a:pt x="3882695" y="579048"/>
                  </a:cubicBezTo>
                  <a:cubicBezTo>
                    <a:pt x="3484238" y="579048"/>
                    <a:pt x="3080631" y="652240"/>
                    <a:pt x="2683153" y="797003"/>
                  </a:cubicBezTo>
                  <a:cubicBezTo>
                    <a:pt x="2296098" y="937595"/>
                    <a:pt x="1927678" y="1144662"/>
                    <a:pt x="1617493" y="1395738"/>
                  </a:cubicBezTo>
                  <a:cubicBezTo>
                    <a:pt x="1301915" y="1651098"/>
                    <a:pt x="1053890" y="1941665"/>
                    <a:pt x="880408" y="2259099"/>
                  </a:cubicBezTo>
                  <a:cubicBezTo>
                    <a:pt x="703125" y="2583597"/>
                    <a:pt x="613135" y="2921645"/>
                    <a:pt x="613135" y="3263863"/>
                  </a:cubicBezTo>
                  <a:cubicBezTo>
                    <a:pt x="613135" y="3608512"/>
                    <a:pt x="756702" y="3809789"/>
                    <a:pt x="1055484" y="4196825"/>
                  </a:cubicBezTo>
                  <a:cubicBezTo>
                    <a:pt x="1127574" y="4290167"/>
                    <a:pt x="1202116" y="4386753"/>
                    <a:pt x="1278376" y="4492950"/>
                  </a:cubicBezTo>
                  <a:cubicBezTo>
                    <a:pt x="1861105" y="5304313"/>
                    <a:pt x="2486623" y="5650468"/>
                    <a:pt x="3369851" y="5650468"/>
                  </a:cubicBezTo>
                  <a:cubicBezTo>
                    <a:pt x="3949515" y="5650468"/>
                    <a:pt x="4374822" y="5368471"/>
                    <a:pt x="4957551" y="4938355"/>
                  </a:cubicBezTo>
                  <a:cubicBezTo>
                    <a:pt x="5022653" y="4890293"/>
                    <a:pt x="5087755" y="4842811"/>
                    <a:pt x="5150773" y="4796950"/>
                  </a:cubicBezTo>
                  <a:cubicBezTo>
                    <a:pt x="5364254" y="4641404"/>
                    <a:pt x="5570313" y="4491241"/>
                    <a:pt x="5747247" y="4338176"/>
                  </a:cubicBezTo>
                  <a:lnTo>
                    <a:pt x="5769111" y="4318497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BD26A8C-8D1D-41E6-A71E-FE9AC75F3F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675390 h 6229400"/>
                <a:gd name="connsiteX4" fmla="*/ 5711488 w 5769111"/>
                <a:gd name="connsiteY4" fmla="*/ 1585205 h 6229400"/>
                <a:gd name="connsiteX5" fmla="*/ 5566027 w 5769111"/>
                <a:gd name="connsiteY5" fmla="*/ 1402571 h 6229400"/>
                <a:gd name="connsiteX6" fmla="*/ 4858734 w 5769111"/>
                <a:gd name="connsiteY6" fmla="*/ 886639 h 6229400"/>
                <a:gd name="connsiteX7" fmla="*/ 3882695 w 5769111"/>
                <a:gd name="connsiteY7" fmla="*/ 694858 h 6229400"/>
                <a:gd name="connsiteX8" fmla="*/ 2727046 w 5769111"/>
                <a:gd name="connsiteY8" fmla="*/ 905053 h 6229400"/>
                <a:gd name="connsiteX9" fmla="*/ 1697186 w 5769111"/>
                <a:gd name="connsiteY9" fmla="*/ 1483638 h 6229400"/>
                <a:gd name="connsiteX10" fmla="*/ 989279 w 5769111"/>
                <a:gd name="connsiteY10" fmla="*/ 2312139 h 6229400"/>
                <a:gd name="connsiteX11" fmla="*/ 735615 w 5769111"/>
                <a:gd name="connsiteY11" fmla="*/ 3263863 h 6229400"/>
                <a:gd name="connsiteX12" fmla="*/ 1154424 w 5769111"/>
                <a:gd name="connsiteY12" fmla="*/ 4128614 h 6229400"/>
                <a:gd name="connsiteX13" fmla="*/ 1379768 w 5769111"/>
                <a:gd name="connsiteY13" fmla="*/ 4427981 h 6229400"/>
                <a:gd name="connsiteX14" fmla="*/ 2239456 w 5769111"/>
                <a:gd name="connsiteY14" fmla="*/ 5256947 h 6229400"/>
                <a:gd name="connsiteX15" fmla="*/ 3369727 w 5769111"/>
                <a:gd name="connsiteY15" fmla="*/ 5534658 h 6229400"/>
                <a:gd name="connsiteX16" fmla="*/ 4096760 w 5769111"/>
                <a:gd name="connsiteY16" fmla="*/ 5357817 h 6229400"/>
                <a:gd name="connsiteX17" fmla="*/ 4881905 w 5769111"/>
                <a:gd name="connsiteY17" fmla="*/ 4847212 h 6229400"/>
                <a:gd name="connsiteX18" fmla="*/ 5075739 w 5769111"/>
                <a:gd name="connsiteY18" fmla="*/ 4705346 h 6229400"/>
                <a:gd name="connsiteX19" fmla="*/ 5759930 w 5769111"/>
                <a:gd name="connsiteY19" fmla="*/ 4166809 h 6229400"/>
                <a:gd name="connsiteX20" fmla="*/ 5769111 w 5769111"/>
                <a:gd name="connsiteY20" fmla="*/ 4157764 h 6229400"/>
                <a:gd name="connsiteX21" fmla="*/ 5769111 w 5769111"/>
                <a:gd name="connsiteY21" fmla="*/ 5074612 h 6229400"/>
                <a:gd name="connsiteX22" fmla="*/ 5636252 w 5769111"/>
                <a:gd name="connsiteY22" fmla="*/ 5174208 h 6229400"/>
                <a:gd name="connsiteX23" fmla="*/ 5334922 w 5769111"/>
                <a:gd name="connsiteY23" fmla="*/ 5394528 h 6229400"/>
                <a:gd name="connsiteX24" fmla="*/ 3369727 w 5769111"/>
                <a:gd name="connsiteY24" fmla="*/ 6229400 h 6229400"/>
                <a:gd name="connsiteX25" fmla="*/ 771046 w 5769111"/>
                <a:gd name="connsiteY25" fmla="*/ 4817913 h 6229400"/>
                <a:gd name="connsiteX26" fmla="*/ 0 w 5769111"/>
                <a:gd name="connsiteY26" fmla="*/ 3263748 h 6229400"/>
                <a:gd name="connsiteX27" fmla="*/ 3882695 w 5769111"/>
                <a:gd name="connsiteY27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675390"/>
                  </a:lnTo>
                  <a:lnTo>
                    <a:pt x="5711488" y="1585205"/>
                  </a:lnTo>
                  <a:cubicBezTo>
                    <a:pt x="5665942" y="1521390"/>
                    <a:pt x="5617428" y="1460432"/>
                    <a:pt x="5566027" y="1402571"/>
                  </a:cubicBezTo>
                  <a:cubicBezTo>
                    <a:pt x="5367411" y="1179058"/>
                    <a:pt x="5129563" y="1005460"/>
                    <a:pt x="4858734" y="886639"/>
                  </a:cubicBezTo>
                  <a:cubicBezTo>
                    <a:pt x="4568779" y="759363"/>
                    <a:pt x="4240327" y="694858"/>
                    <a:pt x="3882695" y="694858"/>
                  </a:cubicBezTo>
                  <a:cubicBezTo>
                    <a:pt x="3504835" y="694858"/>
                    <a:pt x="3105151" y="767471"/>
                    <a:pt x="2727046" y="905053"/>
                  </a:cubicBezTo>
                  <a:cubicBezTo>
                    <a:pt x="2352985" y="1041013"/>
                    <a:pt x="1996826" y="1241132"/>
                    <a:pt x="1697186" y="1483638"/>
                  </a:cubicBezTo>
                  <a:cubicBezTo>
                    <a:pt x="1397913" y="1725796"/>
                    <a:pt x="1153199" y="2012308"/>
                    <a:pt x="989279" y="2312139"/>
                  </a:cubicBezTo>
                  <a:cubicBezTo>
                    <a:pt x="820946" y="2620077"/>
                    <a:pt x="735615" y="2940290"/>
                    <a:pt x="735615" y="3263863"/>
                  </a:cubicBezTo>
                  <a:cubicBezTo>
                    <a:pt x="735615" y="3573074"/>
                    <a:pt x="863980" y="3752464"/>
                    <a:pt x="1154424" y="4128614"/>
                  </a:cubicBezTo>
                  <a:cubicBezTo>
                    <a:pt x="1227127" y="4222767"/>
                    <a:pt x="1302282" y="4320162"/>
                    <a:pt x="1379768" y="4427981"/>
                  </a:cubicBezTo>
                  <a:cubicBezTo>
                    <a:pt x="1653784" y="4809458"/>
                    <a:pt x="1934912" y="5080685"/>
                    <a:pt x="2239456" y="5256947"/>
                  </a:cubicBezTo>
                  <a:cubicBezTo>
                    <a:pt x="2562268" y="5443863"/>
                    <a:pt x="2932037" y="5534658"/>
                    <a:pt x="3369727" y="5534658"/>
                  </a:cubicBezTo>
                  <a:cubicBezTo>
                    <a:pt x="3618120" y="5534658"/>
                    <a:pt x="3849103" y="5478491"/>
                    <a:pt x="4096760" y="5357817"/>
                  </a:cubicBezTo>
                  <a:cubicBezTo>
                    <a:pt x="4351037" y="5233901"/>
                    <a:pt x="4602740" y="5053238"/>
                    <a:pt x="4881905" y="4847212"/>
                  </a:cubicBezTo>
                  <a:cubicBezTo>
                    <a:pt x="4947375" y="4798920"/>
                    <a:pt x="5012599" y="4751322"/>
                    <a:pt x="5075739" y="4705346"/>
                  </a:cubicBezTo>
                  <a:cubicBezTo>
                    <a:pt x="5327320" y="4521990"/>
                    <a:pt x="5568418" y="4346256"/>
                    <a:pt x="5759930" y="4166809"/>
                  </a:cubicBezTo>
                  <a:lnTo>
                    <a:pt x="5769111" y="4157764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Target Audience">
            <a:extLst>
              <a:ext uri="{FF2B5EF4-FFF2-40B4-BE49-F238E27FC236}">
                <a16:creationId xmlns:a16="http://schemas.microsoft.com/office/drawing/2014/main" id="{98A5E66F-2B82-586F-9115-D9D157E24C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21726" y="1629089"/>
            <a:ext cx="3620021" cy="362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2937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86008-3558-6B4B-38E1-20AB8C599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algorithms framework</a:t>
            </a:r>
          </a:p>
        </p:txBody>
      </p:sp>
      <p:graphicFrame>
        <p:nvGraphicFramePr>
          <p:cNvPr id="17" name="Content Placeholder 2">
            <a:extLst>
              <a:ext uri="{FF2B5EF4-FFF2-40B4-BE49-F238E27FC236}">
                <a16:creationId xmlns:a16="http://schemas.microsoft.com/office/drawing/2014/main" id="{1633F84E-3DC9-4F8F-DC2B-82D49EA6EF1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97731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369069B-7E57-9128-C7DA-7107B6E812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11694" y="817962"/>
            <a:ext cx="12215387" cy="5222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0122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C630FA53-1321-D5CA-2B5F-CE991F56F21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alphaModFix amt="25000"/>
          </a:blip>
          <a:srcRect t="6495" b="1850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E0939BA-78B7-7786-873B-C5B0AEC7F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Challenges</a:t>
            </a:r>
          </a:p>
        </p:txBody>
      </p:sp>
      <p:graphicFrame>
        <p:nvGraphicFramePr>
          <p:cNvPr id="20" name="Content Placeholder 2">
            <a:extLst>
              <a:ext uri="{FF2B5EF4-FFF2-40B4-BE49-F238E27FC236}">
                <a16:creationId xmlns:a16="http://schemas.microsoft.com/office/drawing/2014/main" id="{27BEBF2E-752E-F86A-5C37-E3C119E6D3D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3912761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306228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6C9D1EE-B6E6-4AB8-A1DB-EFACAF0EA3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!!Rectangle">
            <a:extLst>
              <a:ext uri="{FF2B5EF4-FFF2-40B4-BE49-F238E27FC236}">
                <a16:creationId xmlns:a16="http://schemas.microsoft.com/office/drawing/2014/main" id="{F4155C20-3F0E-4576-8A0B-C345B62312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 descr="Programming data on computer monitor">
            <a:extLst>
              <a:ext uri="{FF2B5EF4-FFF2-40B4-BE49-F238E27FC236}">
                <a16:creationId xmlns:a16="http://schemas.microsoft.com/office/drawing/2014/main" id="{2E976726-89C3-0B17-D7D7-4BFB0F4C324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alphaModFix amt="35000"/>
          </a:blip>
          <a:srcRect t="12054" b="3677"/>
          <a:stretch>
            <a:fillRect/>
          </a:stretch>
        </p:blipFill>
        <p:spPr>
          <a:xfrm>
            <a:off x="20" y="10"/>
            <a:ext cx="12191981" cy="685798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343124A-3B29-0641-6481-94165868D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30" y="1598246"/>
            <a:ext cx="4554659" cy="503481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>
                <a:solidFill>
                  <a:srgbClr val="FFFFFF"/>
                </a:solidFill>
              </a:rPr>
              <a:t>Python Code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47322" y="1589368"/>
            <a:ext cx="0" cy="5259754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Graphic 21">
            <a:extLst>
              <a:ext uri="{FF2B5EF4-FFF2-40B4-BE49-F238E27FC236}">
                <a16:creationId xmlns:a16="http://schemas.microsoft.com/office/drawing/2014/main" id="{0BAEB82B-9A6B-4982-B56B-7529C6EA9A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23128" y="1731109"/>
            <a:ext cx="139039" cy="136646"/>
          </a:xfrm>
          <a:custGeom>
            <a:avLst/>
            <a:gdLst>
              <a:gd name="connsiteX0" fmla="*/ 129602 w 139039"/>
              <a:gd name="connsiteY0" fmla="*/ 59048 h 136646"/>
              <a:gd name="connsiteX1" fmla="*/ 78957 w 139039"/>
              <a:gd name="connsiteY1" fmla="*/ 59048 h 136646"/>
              <a:gd name="connsiteX2" fmla="*/ 78957 w 139039"/>
              <a:gd name="connsiteY2" fmla="*/ 9275 h 136646"/>
              <a:gd name="connsiteX3" fmla="*/ 69520 w 139039"/>
              <a:gd name="connsiteY3" fmla="*/ 0 h 136646"/>
              <a:gd name="connsiteX4" fmla="*/ 60082 w 139039"/>
              <a:gd name="connsiteY4" fmla="*/ 9275 h 136646"/>
              <a:gd name="connsiteX5" fmla="*/ 60082 w 139039"/>
              <a:gd name="connsiteY5" fmla="*/ 59048 h 136646"/>
              <a:gd name="connsiteX6" fmla="*/ 9437 w 139039"/>
              <a:gd name="connsiteY6" fmla="*/ 59048 h 136646"/>
              <a:gd name="connsiteX7" fmla="*/ 0 w 139039"/>
              <a:gd name="connsiteY7" fmla="*/ 68323 h 136646"/>
              <a:gd name="connsiteX8" fmla="*/ 9437 w 139039"/>
              <a:gd name="connsiteY8" fmla="*/ 77598 h 136646"/>
              <a:gd name="connsiteX9" fmla="*/ 60082 w 139039"/>
              <a:gd name="connsiteY9" fmla="*/ 77598 h 136646"/>
              <a:gd name="connsiteX10" fmla="*/ 60082 w 139039"/>
              <a:gd name="connsiteY10" fmla="*/ 127371 h 136646"/>
              <a:gd name="connsiteX11" fmla="*/ 69520 w 139039"/>
              <a:gd name="connsiteY11" fmla="*/ 136646 h 136646"/>
              <a:gd name="connsiteX12" fmla="*/ 78957 w 139039"/>
              <a:gd name="connsiteY12" fmla="*/ 127371 h 136646"/>
              <a:gd name="connsiteX13" fmla="*/ 78957 w 139039"/>
              <a:gd name="connsiteY13" fmla="*/ 77598 h 136646"/>
              <a:gd name="connsiteX14" fmla="*/ 129602 w 139039"/>
              <a:gd name="connsiteY14" fmla="*/ 77598 h 136646"/>
              <a:gd name="connsiteX15" fmla="*/ 139039 w 139039"/>
              <a:gd name="connsiteY15" fmla="*/ 68323 h 136646"/>
              <a:gd name="connsiteX16" fmla="*/ 129602 w 139039"/>
              <a:gd name="connsiteY16" fmla="*/ 59048 h 1366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6646">
                <a:moveTo>
                  <a:pt x="129602" y="59048"/>
                </a:moveTo>
                <a:lnTo>
                  <a:pt x="78957" y="59048"/>
                </a:lnTo>
                <a:lnTo>
                  <a:pt x="78957" y="9275"/>
                </a:lnTo>
                <a:cubicBezTo>
                  <a:pt x="78957" y="4152"/>
                  <a:pt x="74731" y="0"/>
                  <a:pt x="69520" y="0"/>
                </a:cubicBezTo>
                <a:cubicBezTo>
                  <a:pt x="64308" y="0"/>
                  <a:pt x="60082" y="4152"/>
                  <a:pt x="60082" y="9275"/>
                </a:cubicBezTo>
                <a:lnTo>
                  <a:pt x="60082" y="59048"/>
                </a:lnTo>
                <a:lnTo>
                  <a:pt x="9437" y="59048"/>
                </a:lnTo>
                <a:cubicBezTo>
                  <a:pt x="4225" y="59048"/>
                  <a:pt x="0" y="63201"/>
                  <a:pt x="0" y="68323"/>
                </a:cubicBezTo>
                <a:cubicBezTo>
                  <a:pt x="0" y="73445"/>
                  <a:pt x="4225" y="77598"/>
                  <a:pt x="9437" y="77598"/>
                </a:cubicBezTo>
                <a:lnTo>
                  <a:pt x="60082" y="77598"/>
                </a:lnTo>
                <a:lnTo>
                  <a:pt x="60082" y="127371"/>
                </a:lnTo>
                <a:cubicBezTo>
                  <a:pt x="60082" y="132493"/>
                  <a:pt x="64308" y="136646"/>
                  <a:pt x="69520" y="136646"/>
                </a:cubicBezTo>
                <a:cubicBezTo>
                  <a:pt x="74731" y="136646"/>
                  <a:pt x="78957" y="132493"/>
                  <a:pt x="78957" y="127371"/>
                </a:cubicBezTo>
                <a:lnTo>
                  <a:pt x="78957" y="77598"/>
                </a:lnTo>
                <a:lnTo>
                  <a:pt x="129602" y="77598"/>
                </a:lnTo>
                <a:cubicBezTo>
                  <a:pt x="134814" y="77598"/>
                  <a:pt x="139039" y="73445"/>
                  <a:pt x="139039" y="68323"/>
                </a:cubicBezTo>
                <a:cubicBezTo>
                  <a:pt x="139039" y="63201"/>
                  <a:pt x="134814" y="59048"/>
                  <a:pt x="129602" y="59048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Graphic 17">
            <a:extLst>
              <a:ext uri="{FF2B5EF4-FFF2-40B4-BE49-F238E27FC236}">
                <a16:creationId xmlns:a16="http://schemas.microsoft.com/office/drawing/2014/main" id="{FC71CE45-EECF-4555-AD4B-1B3D0D5D15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381908" y="1956458"/>
            <a:ext cx="91138" cy="89570"/>
          </a:xfrm>
          <a:custGeom>
            <a:avLst/>
            <a:gdLst>
              <a:gd name="connsiteX0" fmla="*/ 91138 w 91138"/>
              <a:gd name="connsiteY0" fmla="*/ 44785 h 89570"/>
              <a:gd name="connsiteX1" fmla="*/ 45569 w 91138"/>
              <a:gd name="connsiteY1" fmla="*/ 89570 h 89570"/>
              <a:gd name="connsiteX2" fmla="*/ 0 w 91138"/>
              <a:gd name="connsiteY2" fmla="*/ 44785 h 89570"/>
              <a:gd name="connsiteX3" fmla="*/ 45569 w 91138"/>
              <a:gd name="connsiteY3" fmla="*/ 0 h 89570"/>
              <a:gd name="connsiteX4" fmla="*/ 91138 w 91138"/>
              <a:gd name="connsiteY4" fmla="*/ 44785 h 895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89570">
                <a:moveTo>
                  <a:pt x="91138" y="44785"/>
                </a:moveTo>
                <a:cubicBezTo>
                  <a:pt x="91138" y="69519"/>
                  <a:pt x="70736" y="89570"/>
                  <a:pt x="45569" y="89570"/>
                </a:cubicBezTo>
                <a:cubicBezTo>
                  <a:pt x="20402" y="89570"/>
                  <a:pt x="0" y="69519"/>
                  <a:pt x="0" y="44785"/>
                </a:cubicBezTo>
                <a:cubicBezTo>
                  <a:pt x="0" y="20051"/>
                  <a:pt x="20402" y="0"/>
                  <a:pt x="45569" y="0"/>
                </a:cubicBezTo>
                <a:cubicBezTo>
                  <a:pt x="70736" y="0"/>
                  <a:pt x="91138" y="20051"/>
                  <a:pt x="91138" y="44785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Graphic 22">
            <a:extLst>
              <a:ext uri="{FF2B5EF4-FFF2-40B4-BE49-F238E27FC236}">
                <a16:creationId xmlns:a16="http://schemas.microsoft.com/office/drawing/2014/main" id="{53AA89D1-0C70-46BB-8E35-5722A4B18A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7588" y="2177021"/>
            <a:ext cx="127714" cy="125516"/>
          </a:xfrm>
          <a:custGeom>
            <a:avLst/>
            <a:gdLst>
              <a:gd name="connsiteX0" fmla="*/ 63857 w 127714"/>
              <a:gd name="connsiteY0" fmla="*/ 18549 h 125516"/>
              <a:gd name="connsiteX1" fmla="*/ 108840 w 127714"/>
              <a:gd name="connsiteY1" fmla="*/ 62758 h 125516"/>
              <a:gd name="connsiteX2" fmla="*/ 63857 w 127714"/>
              <a:gd name="connsiteY2" fmla="*/ 106967 h 125516"/>
              <a:gd name="connsiteX3" fmla="*/ 18874 w 127714"/>
              <a:gd name="connsiteY3" fmla="*/ 62758 h 125516"/>
              <a:gd name="connsiteX4" fmla="*/ 63857 w 127714"/>
              <a:gd name="connsiteY4" fmla="*/ 18549 h 125516"/>
              <a:gd name="connsiteX5" fmla="*/ 63857 w 127714"/>
              <a:gd name="connsiteY5" fmla="*/ 0 h 125516"/>
              <a:gd name="connsiteX6" fmla="*/ 0 w 127714"/>
              <a:gd name="connsiteY6" fmla="*/ 62758 h 125516"/>
              <a:gd name="connsiteX7" fmla="*/ 63857 w 127714"/>
              <a:gd name="connsiteY7" fmla="*/ 125516 h 125516"/>
              <a:gd name="connsiteX8" fmla="*/ 127714 w 127714"/>
              <a:gd name="connsiteY8" fmla="*/ 62758 h 125516"/>
              <a:gd name="connsiteX9" fmla="*/ 63857 w 127714"/>
              <a:gd name="connsiteY9" fmla="*/ 0 h 125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5516">
                <a:moveTo>
                  <a:pt x="63857" y="18549"/>
                </a:moveTo>
                <a:cubicBezTo>
                  <a:pt x="88700" y="18549"/>
                  <a:pt x="108840" y="38342"/>
                  <a:pt x="108840" y="62758"/>
                </a:cubicBezTo>
                <a:cubicBezTo>
                  <a:pt x="108840" y="87174"/>
                  <a:pt x="88700" y="106967"/>
                  <a:pt x="63857" y="106967"/>
                </a:cubicBezTo>
                <a:cubicBezTo>
                  <a:pt x="39014" y="106967"/>
                  <a:pt x="18874" y="87174"/>
                  <a:pt x="18874" y="62758"/>
                </a:cubicBezTo>
                <a:cubicBezTo>
                  <a:pt x="18898" y="38352"/>
                  <a:pt x="39024" y="18573"/>
                  <a:pt x="63857" y="18549"/>
                </a:cubicBezTo>
                <a:moveTo>
                  <a:pt x="63857" y="0"/>
                </a:moveTo>
                <a:cubicBezTo>
                  <a:pt x="28590" y="0"/>
                  <a:pt x="0" y="28098"/>
                  <a:pt x="0" y="62758"/>
                </a:cubicBezTo>
                <a:cubicBezTo>
                  <a:pt x="0" y="97418"/>
                  <a:pt x="28590" y="125516"/>
                  <a:pt x="63857" y="125516"/>
                </a:cubicBezTo>
                <a:cubicBezTo>
                  <a:pt x="99124" y="125516"/>
                  <a:pt x="127714" y="97418"/>
                  <a:pt x="127714" y="62758"/>
                </a:cubicBezTo>
                <a:cubicBezTo>
                  <a:pt x="127714" y="28098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229510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D17E8586-46FB-58EA-FB90-F4F3A0B292E8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25000"/>
          </a:blip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610FCC4-85E0-6923-C62F-5B002B9D1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Real Amazon Impact</a:t>
            </a: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53018B44-EE98-043E-1000-DF58DDA313B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9485738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A62E98-06AD-2817-7BEA-176869832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en-US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AB457F-28ED-2693-8E84-12D0D0A53B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>
            <a:normAutofit/>
          </a:bodyPr>
          <a:lstStyle/>
          <a:p>
            <a:r>
              <a:rPr lang="en-US" sz="2000" dirty="0"/>
              <a:t>Amazon uses AI to predict behavior</a:t>
            </a:r>
          </a:p>
          <a:p>
            <a:r>
              <a:rPr lang="en-US" sz="2000" dirty="0"/>
              <a:t>Item-based filtering is the foundation</a:t>
            </a:r>
          </a:p>
          <a:p>
            <a:r>
              <a:rPr lang="en-US" sz="2000" dirty="0"/>
              <a:t>Modern systems use advanced ML</a:t>
            </a:r>
          </a:p>
        </p:txBody>
      </p:sp>
      <p:pic>
        <p:nvPicPr>
          <p:cNvPr id="32" name="Graphic 31" descr="Head with Gears">
            <a:extLst>
              <a:ext uri="{FF2B5EF4-FFF2-40B4-BE49-F238E27FC236}">
                <a16:creationId xmlns:a16="http://schemas.microsoft.com/office/drawing/2014/main" id="{BBD2BD39-6983-8D79-172B-D07ED5371D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35662" y="2184914"/>
            <a:ext cx="3755915" cy="3755915"/>
          </a:xfrm>
          <a:prstGeom prst="rect">
            <a:avLst/>
          </a:prstGeom>
        </p:spPr>
      </p:pic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725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84697CDA-BDB7-4883-B48B-1D4EDB2F0E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11026190-6B62-46DB-B5FF-9E0FF9BDCD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6DA0389-D66E-4727-8EFB-E60E6C412F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4693" y="870265"/>
            <a:ext cx="9662615" cy="1603018"/>
          </a:xfrm>
          <a:custGeom>
            <a:avLst/>
            <a:gdLst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577675 w 9662615"/>
              <a:gd name="connsiteY20" fmla="*/ 1370461 h 1583140"/>
              <a:gd name="connsiteX21" fmla="*/ 7466069 w 9662615"/>
              <a:gd name="connsiteY21" fmla="*/ 1377654 h 1583140"/>
              <a:gd name="connsiteX22" fmla="*/ 7435155 w 9662615"/>
              <a:gd name="connsiteY22" fmla="*/ 1397159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5995105 w 9662615"/>
              <a:gd name="connsiteY36" fmla="*/ 1435236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155638 w 9662615"/>
              <a:gd name="connsiteY47" fmla="*/ 1521938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652930 w 9662615"/>
              <a:gd name="connsiteY68" fmla="*/ 1539961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10961 h 1583140"/>
              <a:gd name="connsiteX72" fmla="*/ 4055448 w 9662615"/>
              <a:gd name="connsiteY72" fmla="*/ 1528913 h 1583140"/>
              <a:gd name="connsiteX73" fmla="*/ 3743791 w 9662615"/>
              <a:gd name="connsiteY73" fmla="*/ 1516637 h 1583140"/>
              <a:gd name="connsiteX74" fmla="*/ 3664453 w 9662615"/>
              <a:gd name="connsiteY74" fmla="*/ 1521660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505921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577675 w 9662615"/>
              <a:gd name="connsiteY20" fmla="*/ 1370461 h 1583140"/>
              <a:gd name="connsiteX21" fmla="*/ 7466069 w 9662615"/>
              <a:gd name="connsiteY21" fmla="*/ 1377654 h 1583140"/>
              <a:gd name="connsiteX22" fmla="*/ 7435155 w 9662615"/>
              <a:gd name="connsiteY22" fmla="*/ 1397159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5995105 w 9662615"/>
              <a:gd name="connsiteY36" fmla="*/ 1435236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155638 w 9662615"/>
              <a:gd name="connsiteY47" fmla="*/ 1521938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652930 w 9662615"/>
              <a:gd name="connsiteY68" fmla="*/ 1539961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10961 h 1583140"/>
              <a:gd name="connsiteX72" fmla="*/ 3986537 w 9662615"/>
              <a:gd name="connsiteY72" fmla="*/ 1523612 h 1583140"/>
              <a:gd name="connsiteX73" fmla="*/ 3743791 w 9662615"/>
              <a:gd name="connsiteY73" fmla="*/ 1516637 h 1583140"/>
              <a:gd name="connsiteX74" fmla="*/ 3664453 w 9662615"/>
              <a:gd name="connsiteY74" fmla="*/ 1521660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505921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577675 w 9662615"/>
              <a:gd name="connsiteY20" fmla="*/ 1370461 h 1583140"/>
              <a:gd name="connsiteX21" fmla="*/ 7466069 w 9662615"/>
              <a:gd name="connsiteY21" fmla="*/ 1377654 h 1583140"/>
              <a:gd name="connsiteX22" fmla="*/ 7435155 w 9662615"/>
              <a:gd name="connsiteY22" fmla="*/ 1397159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5995105 w 9662615"/>
              <a:gd name="connsiteY36" fmla="*/ 1435236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155638 w 9662615"/>
              <a:gd name="connsiteY47" fmla="*/ 1521938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652930 w 9662615"/>
              <a:gd name="connsiteY68" fmla="*/ 1539961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10961 h 1583140"/>
              <a:gd name="connsiteX72" fmla="*/ 3970635 w 9662615"/>
              <a:gd name="connsiteY72" fmla="*/ 1544815 h 1583140"/>
              <a:gd name="connsiteX73" fmla="*/ 3743791 w 9662615"/>
              <a:gd name="connsiteY73" fmla="*/ 1516637 h 1583140"/>
              <a:gd name="connsiteX74" fmla="*/ 3664453 w 9662615"/>
              <a:gd name="connsiteY74" fmla="*/ 1521660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505921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577675 w 9662615"/>
              <a:gd name="connsiteY20" fmla="*/ 1370461 h 1583140"/>
              <a:gd name="connsiteX21" fmla="*/ 7466069 w 9662615"/>
              <a:gd name="connsiteY21" fmla="*/ 1377654 h 1583140"/>
              <a:gd name="connsiteX22" fmla="*/ 7435155 w 9662615"/>
              <a:gd name="connsiteY22" fmla="*/ 1397159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5995105 w 9662615"/>
              <a:gd name="connsiteY36" fmla="*/ 1435236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155638 w 9662615"/>
              <a:gd name="connsiteY47" fmla="*/ 1521938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652930 w 9662615"/>
              <a:gd name="connsiteY68" fmla="*/ 1539961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10961 h 1583140"/>
              <a:gd name="connsiteX72" fmla="*/ 3970635 w 9662615"/>
              <a:gd name="connsiteY72" fmla="*/ 1544815 h 1583140"/>
              <a:gd name="connsiteX73" fmla="*/ 3743791 w 9662615"/>
              <a:gd name="connsiteY73" fmla="*/ 1516637 h 1583140"/>
              <a:gd name="connsiteX74" fmla="*/ 3664453 w 9662615"/>
              <a:gd name="connsiteY74" fmla="*/ 1521660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505921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577675 w 9662615"/>
              <a:gd name="connsiteY20" fmla="*/ 1370461 h 1583140"/>
              <a:gd name="connsiteX21" fmla="*/ 7466069 w 9662615"/>
              <a:gd name="connsiteY21" fmla="*/ 1377654 h 1583140"/>
              <a:gd name="connsiteX22" fmla="*/ 7435155 w 9662615"/>
              <a:gd name="connsiteY22" fmla="*/ 1397159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5995105 w 9662615"/>
              <a:gd name="connsiteY36" fmla="*/ 1435236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155638 w 9662615"/>
              <a:gd name="connsiteY47" fmla="*/ 1521938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652930 w 9662615"/>
              <a:gd name="connsiteY68" fmla="*/ 1539961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10961 h 1583140"/>
              <a:gd name="connsiteX72" fmla="*/ 3970635 w 9662615"/>
              <a:gd name="connsiteY72" fmla="*/ 1544815 h 1583140"/>
              <a:gd name="connsiteX73" fmla="*/ 3743791 w 9662615"/>
              <a:gd name="connsiteY73" fmla="*/ 1516637 h 1583140"/>
              <a:gd name="connsiteX74" fmla="*/ 3664453 w 9662615"/>
              <a:gd name="connsiteY74" fmla="*/ 1521660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505921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577675 w 9662615"/>
              <a:gd name="connsiteY20" fmla="*/ 1370461 h 1583140"/>
              <a:gd name="connsiteX21" fmla="*/ 7466069 w 9662615"/>
              <a:gd name="connsiteY21" fmla="*/ 1377654 h 1583140"/>
              <a:gd name="connsiteX22" fmla="*/ 7435155 w 9662615"/>
              <a:gd name="connsiteY22" fmla="*/ 1397159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5995105 w 9662615"/>
              <a:gd name="connsiteY36" fmla="*/ 1435236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155638 w 9662615"/>
              <a:gd name="connsiteY47" fmla="*/ 1521938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589320 w 9662615"/>
              <a:gd name="connsiteY68" fmla="*/ 1534660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10961 h 1583140"/>
              <a:gd name="connsiteX72" fmla="*/ 3970635 w 9662615"/>
              <a:gd name="connsiteY72" fmla="*/ 1544815 h 1583140"/>
              <a:gd name="connsiteX73" fmla="*/ 3743791 w 9662615"/>
              <a:gd name="connsiteY73" fmla="*/ 1516637 h 1583140"/>
              <a:gd name="connsiteX74" fmla="*/ 3664453 w 9662615"/>
              <a:gd name="connsiteY74" fmla="*/ 1521660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505921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577675 w 9662615"/>
              <a:gd name="connsiteY20" fmla="*/ 1370461 h 1583140"/>
              <a:gd name="connsiteX21" fmla="*/ 7466069 w 9662615"/>
              <a:gd name="connsiteY21" fmla="*/ 1377654 h 1583140"/>
              <a:gd name="connsiteX22" fmla="*/ 7435155 w 9662615"/>
              <a:gd name="connsiteY22" fmla="*/ 1397159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5995105 w 9662615"/>
              <a:gd name="connsiteY36" fmla="*/ 1435236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589320 w 9662615"/>
              <a:gd name="connsiteY68" fmla="*/ 1534660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10961 h 1583140"/>
              <a:gd name="connsiteX72" fmla="*/ 3970635 w 9662615"/>
              <a:gd name="connsiteY72" fmla="*/ 1544815 h 1583140"/>
              <a:gd name="connsiteX73" fmla="*/ 3743791 w 9662615"/>
              <a:gd name="connsiteY73" fmla="*/ 1516637 h 1583140"/>
              <a:gd name="connsiteX74" fmla="*/ 3664453 w 9662615"/>
              <a:gd name="connsiteY74" fmla="*/ 1521660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505921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577675 w 9662615"/>
              <a:gd name="connsiteY20" fmla="*/ 1370461 h 1583140"/>
              <a:gd name="connsiteX21" fmla="*/ 7466069 w 9662615"/>
              <a:gd name="connsiteY21" fmla="*/ 1377654 h 1583140"/>
              <a:gd name="connsiteX22" fmla="*/ 7435155 w 9662615"/>
              <a:gd name="connsiteY22" fmla="*/ 1397159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589320 w 9662615"/>
              <a:gd name="connsiteY68" fmla="*/ 1534660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10961 h 1583140"/>
              <a:gd name="connsiteX72" fmla="*/ 3970635 w 9662615"/>
              <a:gd name="connsiteY72" fmla="*/ 1544815 h 1583140"/>
              <a:gd name="connsiteX73" fmla="*/ 3743791 w 9662615"/>
              <a:gd name="connsiteY73" fmla="*/ 1516637 h 1583140"/>
              <a:gd name="connsiteX74" fmla="*/ 3664453 w 9662615"/>
              <a:gd name="connsiteY74" fmla="*/ 1521660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505921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577675 w 9662615"/>
              <a:gd name="connsiteY20" fmla="*/ 1370461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589320 w 9662615"/>
              <a:gd name="connsiteY68" fmla="*/ 1534660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10961 h 1583140"/>
              <a:gd name="connsiteX72" fmla="*/ 3970635 w 9662615"/>
              <a:gd name="connsiteY72" fmla="*/ 1544815 h 1583140"/>
              <a:gd name="connsiteX73" fmla="*/ 3743791 w 9662615"/>
              <a:gd name="connsiteY73" fmla="*/ 1516637 h 1583140"/>
              <a:gd name="connsiteX74" fmla="*/ 3664453 w 9662615"/>
              <a:gd name="connsiteY74" fmla="*/ 1521660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505921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589320 w 9662615"/>
              <a:gd name="connsiteY68" fmla="*/ 1534660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10961 h 1583140"/>
              <a:gd name="connsiteX72" fmla="*/ 3970635 w 9662615"/>
              <a:gd name="connsiteY72" fmla="*/ 1544815 h 1583140"/>
              <a:gd name="connsiteX73" fmla="*/ 3743791 w 9662615"/>
              <a:gd name="connsiteY73" fmla="*/ 1516637 h 1583140"/>
              <a:gd name="connsiteX74" fmla="*/ 3664453 w 9662615"/>
              <a:gd name="connsiteY74" fmla="*/ 1521660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505921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589320 w 9662615"/>
              <a:gd name="connsiteY68" fmla="*/ 1534660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10961 h 1583140"/>
              <a:gd name="connsiteX72" fmla="*/ 3970635 w 9662615"/>
              <a:gd name="connsiteY72" fmla="*/ 1544815 h 1583140"/>
              <a:gd name="connsiteX73" fmla="*/ 3743791 w 9662615"/>
              <a:gd name="connsiteY73" fmla="*/ 1516637 h 1583140"/>
              <a:gd name="connsiteX74" fmla="*/ 3664453 w 9662615"/>
              <a:gd name="connsiteY74" fmla="*/ 1521660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601337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589320 w 9662615"/>
              <a:gd name="connsiteY68" fmla="*/ 1534660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21563 h 1583140"/>
              <a:gd name="connsiteX72" fmla="*/ 3970635 w 9662615"/>
              <a:gd name="connsiteY72" fmla="*/ 1544815 h 1583140"/>
              <a:gd name="connsiteX73" fmla="*/ 3743791 w 9662615"/>
              <a:gd name="connsiteY73" fmla="*/ 1516637 h 1583140"/>
              <a:gd name="connsiteX74" fmla="*/ 3664453 w 9662615"/>
              <a:gd name="connsiteY74" fmla="*/ 1521660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601337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589320 w 9662615"/>
              <a:gd name="connsiteY68" fmla="*/ 1534660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21563 h 1583140"/>
              <a:gd name="connsiteX72" fmla="*/ 3970635 w 9662615"/>
              <a:gd name="connsiteY72" fmla="*/ 1544815 h 1583140"/>
              <a:gd name="connsiteX73" fmla="*/ 3743791 w 9662615"/>
              <a:gd name="connsiteY73" fmla="*/ 1516637 h 1583140"/>
              <a:gd name="connsiteX74" fmla="*/ 3664453 w 9662615"/>
              <a:gd name="connsiteY74" fmla="*/ 1521660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601337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589320 w 9662615"/>
              <a:gd name="connsiteY68" fmla="*/ 1534660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21563 h 1583140"/>
              <a:gd name="connsiteX72" fmla="*/ 3970635 w 9662615"/>
              <a:gd name="connsiteY72" fmla="*/ 1544815 h 1583140"/>
              <a:gd name="connsiteX73" fmla="*/ 3743791 w 9662615"/>
              <a:gd name="connsiteY73" fmla="*/ 1516637 h 1583140"/>
              <a:gd name="connsiteX74" fmla="*/ 3664453 w 9662615"/>
              <a:gd name="connsiteY74" fmla="*/ 1521660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601337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589320 w 9662615"/>
              <a:gd name="connsiteY68" fmla="*/ 1534660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21563 h 1583140"/>
              <a:gd name="connsiteX72" fmla="*/ 3970635 w 9662615"/>
              <a:gd name="connsiteY72" fmla="*/ 1544815 h 1583140"/>
              <a:gd name="connsiteX73" fmla="*/ 3833906 w 9662615"/>
              <a:gd name="connsiteY73" fmla="*/ 1516637 h 1583140"/>
              <a:gd name="connsiteX74" fmla="*/ 3664453 w 9662615"/>
              <a:gd name="connsiteY74" fmla="*/ 1521660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601337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589320 w 9662615"/>
              <a:gd name="connsiteY68" fmla="*/ 1534660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21563 h 1583140"/>
              <a:gd name="connsiteX72" fmla="*/ 3970635 w 9662615"/>
              <a:gd name="connsiteY72" fmla="*/ 1544815 h 1583140"/>
              <a:gd name="connsiteX73" fmla="*/ 3833906 w 9662615"/>
              <a:gd name="connsiteY73" fmla="*/ 1516637 h 1583140"/>
              <a:gd name="connsiteX74" fmla="*/ 3696258 w 9662615"/>
              <a:gd name="connsiteY74" fmla="*/ 1537563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601337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589320 w 9662615"/>
              <a:gd name="connsiteY68" fmla="*/ 1534660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21563 h 1583140"/>
              <a:gd name="connsiteX72" fmla="*/ 3970635 w 9662615"/>
              <a:gd name="connsiteY72" fmla="*/ 1544815 h 1583140"/>
              <a:gd name="connsiteX73" fmla="*/ 3833906 w 9662615"/>
              <a:gd name="connsiteY73" fmla="*/ 1516637 h 1583140"/>
              <a:gd name="connsiteX74" fmla="*/ 3696258 w 9662615"/>
              <a:gd name="connsiteY74" fmla="*/ 1537563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30805 w 9662615"/>
              <a:gd name="connsiteY81" fmla="*/ 1542521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601337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589320 w 9662615"/>
              <a:gd name="connsiteY68" fmla="*/ 1534660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21563 h 1583140"/>
              <a:gd name="connsiteX72" fmla="*/ 3970635 w 9662615"/>
              <a:gd name="connsiteY72" fmla="*/ 1544815 h 1583140"/>
              <a:gd name="connsiteX73" fmla="*/ 3833906 w 9662615"/>
              <a:gd name="connsiteY73" fmla="*/ 1516637 h 1583140"/>
              <a:gd name="connsiteX74" fmla="*/ 3696258 w 9662615"/>
              <a:gd name="connsiteY74" fmla="*/ 1537563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30805 w 9662615"/>
              <a:gd name="connsiteY81" fmla="*/ 1542521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91676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601337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589320 w 9662615"/>
              <a:gd name="connsiteY68" fmla="*/ 1534660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21563 h 1583140"/>
              <a:gd name="connsiteX72" fmla="*/ 3970635 w 9662615"/>
              <a:gd name="connsiteY72" fmla="*/ 1544815 h 1583140"/>
              <a:gd name="connsiteX73" fmla="*/ 3833906 w 9662615"/>
              <a:gd name="connsiteY73" fmla="*/ 1516637 h 1583140"/>
              <a:gd name="connsiteX74" fmla="*/ 3696258 w 9662615"/>
              <a:gd name="connsiteY74" fmla="*/ 1537563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30805 w 9662615"/>
              <a:gd name="connsiteY81" fmla="*/ 1542521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91676 w 9662615"/>
              <a:gd name="connsiteY91" fmla="*/ 1500859 h 1583140"/>
              <a:gd name="connsiteX92" fmla="*/ 2378036 w 9662615"/>
              <a:gd name="connsiteY92" fmla="*/ 1520645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601337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7534"/>
              <a:gd name="connsiteX1" fmla="*/ 9662615 w 9662615"/>
              <a:gd name="connsiteY1" fmla="*/ 0 h 1587534"/>
              <a:gd name="connsiteX2" fmla="*/ 9662615 w 9662615"/>
              <a:gd name="connsiteY2" fmla="*/ 1280346 h 1587534"/>
              <a:gd name="connsiteX3" fmla="*/ 9658420 w 9662615"/>
              <a:gd name="connsiteY3" fmla="*/ 1280106 h 1587534"/>
              <a:gd name="connsiteX4" fmla="*/ 9469546 w 9662615"/>
              <a:gd name="connsiteY4" fmla="*/ 1289837 h 1587534"/>
              <a:gd name="connsiteX5" fmla="*/ 9385895 w 9662615"/>
              <a:gd name="connsiteY5" fmla="*/ 1269203 h 1587534"/>
              <a:gd name="connsiteX6" fmla="*/ 9144767 w 9662615"/>
              <a:gd name="connsiteY6" fmla="*/ 1264120 h 1587534"/>
              <a:gd name="connsiteX7" fmla="*/ 8837252 w 9662615"/>
              <a:gd name="connsiteY7" fmla="*/ 1350515 h 1587534"/>
              <a:gd name="connsiteX8" fmla="*/ 8705466 w 9662615"/>
              <a:gd name="connsiteY8" fmla="*/ 1342419 h 1587534"/>
              <a:gd name="connsiteX9" fmla="*/ 8652221 w 9662615"/>
              <a:gd name="connsiteY9" fmla="*/ 1326906 h 1587534"/>
              <a:gd name="connsiteX10" fmla="*/ 8632312 w 9662615"/>
              <a:gd name="connsiteY10" fmla="*/ 1326025 h 1587534"/>
              <a:gd name="connsiteX11" fmla="*/ 8591582 w 9662615"/>
              <a:gd name="connsiteY11" fmla="*/ 1341666 h 1587534"/>
              <a:gd name="connsiteX12" fmla="*/ 8537336 w 9662615"/>
              <a:gd name="connsiteY12" fmla="*/ 1341684 h 1587534"/>
              <a:gd name="connsiteX13" fmla="*/ 8472508 w 9662615"/>
              <a:gd name="connsiteY13" fmla="*/ 1363109 h 1587534"/>
              <a:gd name="connsiteX14" fmla="*/ 8258477 w 9662615"/>
              <a:gd name="connsiteY14" fmla="*/ 1370666 h 1587534"/>
              <a:gd name="connsiteX15" fmla="*/ 8197961 w 9662615"/>
              <a:gd name="connsiteY15" fmla="*/ 1392804 h 1587534"/>
              <a:gd name="connsiteX16" fmla="*/ 8171196 w 9662615"/>
              <a:gd name="connsiteY16" fmla="*/ 1397216 h 1587534"/>
              <a:gd name="connsiteX17" fmla="*/ 8127667 w 9662615"/>
              <a:gd name="connsiteY17" fmla="*/ 1418254 h 1587534"/>
              <a:gd name="connsiteX18" fmla="*/ 7974579 w 9662615"/>
              <a:gd name="connsiteY18" fmla="*/ 1383439 h 1587534"/>
              <a:gd name="connsiteX19" fmla="*/ 7768351 w 9662615"/>
              <a:gd name="connsiteY19" fmla="*/ 1395051 h 1587534"/>
              <a:gd name="connsiteX20" fmla="*/ 7635985 w 9662615"/>
              <a:gd name="connsiteY20" fmla="*/ 1386363 h 1587534"/>
              <a:gd name="connsiteX21" fmla="*/ 7466069 w 9662615"/>
              <a:gd name="connsiteY21" fmla="*/ 1377654 h 1587534"/>
              <a:gd name="connsiteX22" fmla="*/ 7355642 w 9662615"/>
              <a:gd name="connsiteY22" fmla="*/ 1407761 h 1587534"/>
              <a:gd name="connsiteX23" fmla="*/ 7151610 w 9662615"/>
              <a:gd name="connsiteY23" fmla="*/ 1397856 h 1587534"/>
              <a:gd name="connsiteX24" fmla="*/ 7082147 w 9662615"/>
              <a:gd name="connsiteY24" fmla="*/ 1406113 h 1587534"/>
              <a:gd name="connsiteX25" fmla="*/ 7014958 w 9662615"/>
              <a:gd name="connsiteY25" fmla="*/ 1396883 h 1587534"/>
              <a:gd name="connsiteX26" fmla="*/ 6907567 w 9662615"/>
              <a:gd name="connsiteY26" fmla="*/ 1419149 h 1587534"/>
              <a:gd name="connsiteX27" fmla="*/ 6748428 w 9662615"/>
              <a:gd name="connsiteY27" fmla="*/ 1420308 h 1587534"/>
              <a:gd name="connsiteX28" fmla="*/ 6654257 w 9662615"/>
              <a:gd name="connsiteY28" fmla="*/ 1424143 h 1587534"/>
              <a:gd name="connsiteX29" fmla="*/ 6620123 w 9662615"/>
              <a:gd name="connsiteY29" fmla="*/ 1430535 h 1587534"/>
              <a:gd name="connsiteX30" fmla="*/ 6571355 w 9662615"/>
              <a:gd name="connsiteY30" fmla="*/ 1436144 h 1587534"/>
              <a:gd name="connsiteX31" fmla="*/ 6486557 w 9662615"/>
              <a:gd name="connsiteY31" fmla="*/ 1449861 h 1587534"/>
              <a:gd name="connsiteX32" fmla="*/ 6370419 w 9662615"/>
              <a:gd name="connsiteY32" fmla="*/ 1461649 h 1587534"/>
              <a:gd name="connsiteX33" fmla="*/ 6278839 w 9662615"/>
              <a:gd name="connsiteY33" fmla="*/ 1449160 h 1587534"/>
              <a:gd name="connsiteX34" fmla="*/ 6272455 w 9662615"/>
              <a:gd name="connsiteY34" fmla="*/ 1453191 h 1587534"/>
              <a:gd name="connsiteX35" fmla="*/ 6212659 w 9662615"/>
              <a:gd name="connsiteY35" fmla="*/ 1454850 h 1587534"/>
              <a:gd name="connsiteX36" fmla="*/ 6069317 w 9662615"/>
              <a:gd name="connsiteY36" fmla="*/ 1445838 h 1587534"/>
              <a:gd name="connsiteX37" fmla="*/ 5878477 w 9662615"/>
              <a:gd name="connsiteY37" fmla="*/ 1439180 h 1587534"/>
              <a:gd name="connsiteX38" fmla="*/ 5838387 w 9662615"/>
              <a:gd name="connsiteY38" fmla="*/ 1444679 h 1587534"/>
              <a:gd name="connsiteX39" fmla="*/ 5771136 w 9662615"/>
              <a:gd name="connsiteY39" fmla="*/ 1453639 h 1587534"/>
              <a:gd name="connsiteX40" fmla="*/ 5724081 w 9662615"/>
              <a:gd name="connsiteY40" fmla="*/ 1470431 h 1587534"/>
              <a:gd name="connsiteX41" fmla="*/ 5666577 w 9662615"/>
              <a:gd name="connsiteY41" fmla="*/ 1473921 h 1587534"/>
              <a:gd name="connsiteX42" fmla="*/ 5649068 w 9662615"/>
              <a:gd name="connsiteY42" fmla="*/ 1461676 h 1587534"/>
              <a:gd name="connsiteX43" fmla="*/ 5588902 w 9662615"/>
              <a:gd name="connsiteY43" fmla="*/ 1469647 h 1587534"/>
              <a:gd name="connsiteX44" fmla="*/ 5498090 w 9662615"/>
              <a:gd name="connsiteY44" fmla="*/ 1483173 h 1587534"/>
              <a:gd name="connsiteX45" fmla="*/ 5444641 w 9662615"/>
              <a:gd name="connsiteY45" fmla="*/ 1487602 h 1587534"/>
              <a:gd name="connsiteX46" fmla="*/ 5299812 w 9662615"/>
              <a:gd name="connsiteY46" fmla="*/ 1503362 h 1587534"/>
              <a:gd name="connsiteX47" fmla="*/ 5213947 w 9662615"/>
              <a:gd name="connsiteY47" fmla="*/ 1516637 h 1587534"/>
              <a:gd name="connsiteX48" fmla="*/ 5090342 w 9662615"/>
              <a:gd name="connsiteY48" fmla="*/ 1546680 h 1587534"/>
              <a:gd name="connsiteX49" fmla="*/ 5082104 w 9662615"/>
              <a:gd name="connsiteY49" fmla="*/ 1547781 h 1587534"/>
              <a:gd name="connsiteX50" fmla="*/ 5059484 w 9662615"/>
              <a:gd name="connsiteY50" fmla="*/ 1546802 h 1587534"/>
              <a:gd name="connsiteX51" fmla="*/ 5050958 w 9662615"/>
              <a:gd name="connsiteY51" fmla="*/ 1545776 h 1587534"/>
              <a:gd name="connsiteX52" fmla="*/ 5038524 w 9662615"/>
              <a:gd name="connsiteY52" fmla="*/ 1545675 h 1587534"/>
              <a:gd name="connsiteX53" fmla="*/ 5038223 w 9662615"/>
              <a:gd name="connsiteY53" fmla="*/ 1545881 h 1587534"/>
              <a:gd name="connsiteX54" fmla="*/ 5026564 w 9662615"/>
              <a:gd name="connsiteY54" fmla="*/ 1545376 h 1587534"/>
              <a:gd name="connsiteX55" fmla="*/ 4969433 w 9662615"/>
              <a:gd name="connsiteY55" fmla="*/ 1540263 h 1587534"/>
              <a:gd name="connsiteX56" fmla="*/ 4894799 w 9662615"/>
              <a:gd name="connsiteY56" fmla="*/ 1559476 h 1587534"/>
              <a:gd name="connsiteX57" fmla="*/ 4863775 w 9662615"/>
              <a:gd name="connsiteY57" fmla="*/ 1562633 h 1587534"/>
              <a:gd name="connsiteX58" fmla="*/ 4847242 w 9662615"/>
              <a:gd name="connsiteY58" fmla="*/ 1565435 h 1587534"/>
              <a:gd name="connsiteX59" fmla="*/ 4830335 w 9662615"/>
              <a:gd name="connsiteY59" fmla="*/ 1587534 h 1587534"/>
              <a:gd name="connsiteX60" fmla="*/ 4791466 w 9662615"/>
              <a:gd name="connsiteY60" fmla="*/ 1561324 h 1587534"/>
              <a:gd name="connsiteX61" fmla="*/ 4784247 w 9662615"/>
              <a:gd name="connsiteY61" fmla="*/ 1562342 h 1587534"/>
              <a:gd name="connsiteX62" fmla="*/ 4748477 w 9662615"/>
              <a:gd name="connsiteY62" fmla="*/ 1556925 h 1587534"/>
              <a:gd name="connsiteX63" fmla="*/ 4730033 w 9662615"/>
              <a:gd name="connsiteY63" fmla="*/ 1555274 h 1587534"/>
              <a:gd name="connsiteX64" fmla="*/ 4724747 w 9662615"/>
              <a:gd name="connsiteY64" fmla="*/ 1552439 h 1587534"/>
              <a:gd name="connsiteX65" fmla="*/ 4697562 w 9662615"/>
              <a:gd name="connsiteY65" fmla="*/ 1551206 h 1587534"/>
              <a:gd name="connsiteX66" fmla="*/ 4694469 w 9662615"/>
              <a:gd name="connsiteY66" fmla="*/ 1551958 h 1587534"/>
              <a:gd name="connsiteX67" fmla="*/ 4671940 w 9662615"/>
              <a:gd name="connsiteY67" fmla="*/ 1547617 h 1587534"/>
              <a:gd name="connsiteX68" fmla="*/ 4589320 w 9662615"/>
              <a:gd name="connsiteY68" fmla="*/ 1534660 h 1587534"/>
              <a:gd name="connsiteX69" fmla="*/ 4422155 w 9662615"/>
              <a:gd name="connsiteY69" fmla="*/ 1542059 h 1587534"/>
              <a:gd name="connsiteX70" fmla="*/ 4221826 w 9662615"/>
              <a:gd name="connsiteY70" fmla="*/ 1508923 h 1587534"/>
              <a:gd name="connsiteX71" fmla="*/ 4096601 w 9662615"/>
              <a:gd name="connsiteY71" fmla="*/ 1521563 h 1587534"/>
              <a:gd name="connsiteX72" fmla="*/ 3970635 w 9662615"/>
              <a:gd name="connsiteY72" fmla="*/ 1544815 h 1587534"/>
              <a:gd name="connsiteX73" fmla="*/ 3833906 w 9662615"/>
              <a:gd name="connsiteY73" fmla="*/ 1516637 h 1587534"/>
              <a:gd name="connsiteX74" fmla="*/ 3696258 w 9662615"/>
              <a:gd name="connsiteY74" fmla="*/ 1537563 h 1587534"/>
              <a:gd name="connsiteX75" fmla="*/ 3594070 w 9662615"/>
              <a:gd name="connsiteY75" fmla="*/ 1509422 h 1587534"/>
              <a:gd name="connsiteX76" fmla="*/ 3565233 w 9662615"/>
              <a:gd name="connsiteY76" fmla="*/ 1515122 h 1587534"/>
              <a:gd name="connsiteX77" fmla="*/ 3560267 w 9662615"/>
              <a:gd name="connsiteY77" fmla="*/ 1516288 h 1587534"/>
              <a:gd name="connsiteX78" fmla="*/ 3540258 w 9662615"/>
              <a:gd name="connsiteY78" fmla="*/ 1516976 h 1587534"/>
              <a:gd name="connsiteX79" fmla="*/ 3534780 w 9662615"/>
              <a:gd name="connsiteY79" fmla="*/ 1522141 h 1587534"/>
              <a:gd name="connsiteX80" fmla="*/ 3504783 w 9662615"/>
              <a:gd name="connsiteY80" fmla="*/ 1526739 h 1587534"/>
              <a:gd name="connsiteX81" fmla="*/ 3430805 w 9662615"/>
              <a:gd name="connsiteY81" fmla="*/ 1542521 h 1587534"/>
              <a:gd name="connsiteX82" fmla="*/ 3292707 w 9662615"/>
              <a:gd name="connsiteY82" fmla="*/ 1520490 h 1587534"/>
              <a:gd name="connsiteX83" fmla="*/ 3187872 w 9662615"/>
              <a:gd name="connsiteY83" fmla="*/ 1519991 h 1587534"/>
              <a:gd name="connsiteX84" fmla="*/ 3148026 w 9662615"/>
              <a:gd name="connsiteY84" fmla="*/ 1524777 h 1587534"/>
              <a:gd name="connsiteX85" fmla="*/ 3092394 w 9662615"/>
              <a:gd name="connsiteY85" fmla="*/ 1528115 h 1587534"/>
              <a:gd name="connsiteX86" fmla="*/ 2994200 w 9662615"/>
              <a:gd name="connsiteY86" fmla="*/ 1537857 h 1587534"/>
              <a:gd name="connsiteX87" fmla="*/ 2862301 w 9662615"/>
              <a:gd name="connsiteY87" fmla="*/ 1544250 h 1587534"/>
              <a:gd name="connsiteX88" fmla="*/ 2766335 w 9662615"/>
              <a:gd name="connsiteY88" fmla="*/ 1527662 h 1587534"/>
              <a:gd name="connsiteX89" fmla="*/ 2757836 w 9662615"/>
              <a:gd name="connsiteY89" fmla="*/ 1531371 h 1587534"/>
              <a:gd name="connsiteX90" fmla="*/ 2691555 w 9662615"/>
              <a:gd name="connsiteY90" fmla="*/ 1530283 h 1587534"/>
              <a:gd name="connsiteX91" fmla="*/ 2491676 w 9662615"/>
              <a:gd name="connsiteY91" fmla="*/ 1500859 h 1587534"/>
              <a:gd name="connsiteX92" fmla="*/ 2378036 w 9662615"/>
              <a:gd name="connsiteY92" fmla="*/ 1520645 h 1587534"/>
              <a:gd name="connsiteX93" fmla="*/ 2284269 w 9662615"/>
              <a:gd name="connsiteY93" fmla="*/ 1503068 h 1587534"/>
              <a:gd name="connsiteX94" fmla="*/ 2207104 w 9662615"/>
              <a:gd name="connsiteY94" fmla="*/ 1508888 h 1587534"/>
              <a:gd name="connsiteX95" fmla="*/ 2149226 w 9662615"/>
              <a:gd name="connsiteY95" fmla="*/ 1523409 h 1587534"/>
              <a:gd name="connsiteX96" fmla="*/ 2084783 w 9662615"/>
              <a:gd name="connsiteY96" fmla="*/ 1524245 h 1587534"/>
              <a:gd name="connsiteX97" fmla="*/ 2070075 w 9662615"/>
              <a:gd name="connsiteY97" fmla="*/ 1511285 h 1587534"/>
              <a:gd name="connsiteX98" fmla="*/ 2001057 w 9662615"/>
              <a:gd name="connsiteY98" fmla="*/ 1516449 h 1587534"/>
              <a:gd name="connsiteX99" fmla="*/ 1896330 w 9662615"/>
              <a:gd name="connsiteY99" fmla="*/ 1525725 h 1587534"/>
              <a:gd name="connsiteX100" fmla="*/ 1835994 w 9662615"/>
              <a:gd name="connsiteY100" fmla="*/ 1527678 h 1587534"/>
              <a:gd name="connsiteX101" fmla="*/ 1671119 w 9662615"/>
              <a:gd name="connsiteY101" fmla="*/ 1536701 h 1587534"/>
              <a:gd name="connsiteX102" fmla="*/ 1601337 w 9662615"/>
              <a:gd name="connsiteY102" fmla="*/ 1548552 h 1587534"/>
              <a:gd name="connsiteX103" fmla="*/ 1407755 w 9662615"/>
              <a:gd name="connsiteY103" fmla="*/ 1571444 h 1587534"/>
              <a:gd name="connsiteX104" fmla="*/ 1271994 w 9662615"/>
              <a:gd name="connsiteY104" fmla="*/ 1579471 h 1587534"/>
              <a:gd name="connsiteX105" fmla="*/ 1249226 w 9662615"/>
              <a:gd name="connsiteY105" fmla="*/ 1583140 h 1587534"/>
              <a:gd name="connsiteX106" fmla="*/ 1217719 w 9662615"/>
              <a:gd name="connsiteY106" fmla="*/ 1580863 h 1587534"/>
              <a:gd name="connsiteX107" fmla="*/ 1091432 w 9662615"/>
              <a:gd name="connsiteY107" fmla="*/ 1571003 h 1587534"/>
              <a:gd name="connsiteX108" fmla="*/ 992039 w 9662615"/>
              <a:gd name="connsiteY108" fmla="*/ 1556662 h 1587534"/>
              <a:gd name="connsiteX109" fmla="*/ 868264 w 9662615"/>
              <a:gd name="connsiteY109" fmla="*/ 1566392 h 1587534"/>
              <a:gd name="connsiteX110" fmla="*/ 792765 w 9662615"/>
              <a:gd name="connsiteY110" fmla="*/ 1563102 h 1587534"/>
              <a:gd name="connsiteX111" fmla="*/ 669055 w 9662615"/>
              <a:gd name="connsiteY111" fmla="*/ 1543638 h 1587534"/>
              <a:gd name="connsiteX112" fmla="*/ 506152 w 9662615"/>
              <a:gd name="connsiteY112" fmla="*/ 1549124 h 1587534"/>
              <a:gd name="connsiteX113" fmla="*/ 472797 w 9662615"/>
              <a:gd name="connsiteY113" fmla="*/ 1568904 h 1587534"/>
              <a:gd name="connsiteX114" fmla="*/ 427864 w 9662615"/>
              <a:gd name="connsiteY114" fmla="*/ 1580848 h 1587534"/>
              <a:gd name="connsiteX115" fmla="*/ 408381 w 9662615"/>
              <a:gd name="connsiteY115" fmla="*/ 1552940 h 1587534"/>
              <a:gd name="connsiteX116" fmla="*/ 267163 w 9662615"/>
              <a:gd name="connsiteY116" fmla="*/ 1531913 h 1587534"/>
              <a:gd name="connsiteX117" fmla="*/ 196644 w 9662615"/>
              <a:gd name="connsiteY117" fmla="*/ 1524565 h 1587534"/>
              <a:gd name="connsiteX118" fmla="*/ 86819 w 9662615"/>
              <a:gd name="connsiteY118" fmla="*/ 1519517 h 1587534"/>
              <a:gd name="connsiteX119" fmla="*/ 53369 w 9662615"/>
              <a:gd name="connsiteY119" fmla="*/ 1516853 h 1587534"/>
              <a:gd name="connsiteX120" fmla="*/ 2359 w 9662615"/>
              <a:gd name="connsiteY120" fmla="*/ 1515247 h 1587534"/>
              <a:gd name="connsiteX121" fmla="*/ 0 w 9662615"/>
              <a:gd name="connsiteY121" fmla="*/ 1514932 h 1587534"/>
              <a:gd name="connsiteX122" fmla="*/ 0 w 9662615"/>
              <a:gd name="connsiteY122" fmla="*/ 0 h 1587534"/>
              <a:gd name="connsiteX0" fmla="*/ 0 w 9662615"/>
              <a:gd name="connsiteY0" fmla="*/ 0 h 1587534"/>
              <a:gd name="connsiteX1" fmla="*/ 9662615 w 9662615"/>
              <a:gd name="connsiteY1" fmla="*/ 0 h 1587534"/>
              <a:gd name="connsiteX2" fmla="*/ 9662615 w 9662615"/>
              <a:gd name="connsiteY2" fmla="*/ 1280346 h 1587534"/>
              <a:gd name="connsiteX3" fmla="*/ 9658420 w 9662615"/>
              <a:gd name="connsiteY3" fmla="*/ 1280106 h 1587534"/>
              <a:gd name="connsiteX4" fmla="*/ 9469546 w 9662615"/>
              <a:gd name="connsiteY4" fmla="*/ 1289837 h 1587534"/>
              <a:gd name="connsiteX5" fmla="*/ 9385895 w 9662615"/>
              <a:gd name="connsiteY5" fmla="*/ 1269203 h 1587534"/>
              <a:gd name="connsiteX6" fmla="*/ 9144767 w 9662615"/>
              <a:gd name="connsiteY6" fmla="*/ 1264120 h 1587534"/>
              <a:gd name="connsiteX7" fmla="*/ 8837252 w 9662615"/>
              <a:gd name="connsiteY7" fmla="*/ 1350515 h 1587534"/>
              <a:gd name="connsiteX8" fmla="*/ 8705466 w 9662615"/>
              <a:gd name="connsiteY8" fmla="*/ 1342419 h 1587534"/>
              <a:gd name="connsiteX9" fmla="*/ 8652221 w 9662615"/>
              <a:gd name="connsiteY9" fmla="*/ 1326906 h 1587534"/>
              <a:gd name="connsiteX10" fmla="*/ 8632312 w 9662615"/>
              <a:gd name="connsiteY10" fmla="*/ 1326025 h 1587534"/>
              <a:gd name="connsiteX11" fmla="*/ 8591582 w 9662615"/>
              <a:gd name="connsiteY11" fmla="*/ 1341666 h 1587534"/>
              <a:gd name="connsiteX12" fmla="*/ 8537336 w 9662615"/>
              <a:gd name="connsiteY12" fmla="*/ 1341684 h 1587534"/>
              <a:gd name="connsiteX13" fmla="*/ 8472508 w 9662615"/>
              <a:gd name="connsiteY13" fmla="*/ 1363109 h 1587534"/>
              <a:gd name="connsiteX14" fmla="*/ 8258477 w 9662615"/>
              <a:gd name="connsiteY14" fmla="*/ 1370666 h 1587534"/>
              <a:gd name="connsiteX15" fmla="*/ 8197961 w 9662615"/>
              <a:gd name="connsiteY15" fmla="*/ 1392804 h 1587534"/>
              <a:gd name="connsiteX16" fmla="*/ 8171196 w 9662615"/>
              <a:gd name="connsiteY16" fmla="*/ 1397216 h 1587534"/>
              <a:gd name="connsiteX17" fmla="*/ 8127667 w 9662615"/>
              <a:gd name="connsiteY17" fmla="*/ 1418254 h 1587534"/>
              <a:gd name="connsiteX18" fmla="*/ 7974579 w 9662615"/>
              <a:gd name="connsiteY18" fmla="*/ 1383439 h 1587534"/>
              <a:gd name="connsiteX19" fmla="*/ 7768351 w 9662615"/>
              <a:gd name="connsiteY19" fmla="*/ 1395051 h 1587534"/>
              <a:gd name="connsiteX20" fmla="*/ 7635985 w 9662615"/>
              <a:gd name="connsiteY20" fmla="*/ 1386363 h 1587534"/>
              <a:gd name="connsiteX21" fmla="*/ 7466069 w 9662615"/>
              <a:gd name="connsiteY21" fmla="*/ 1377654 h 1587534"/>
              <a:gd name="connsiteX22" fmla="*/ 7355642 w 9662615"/>
              <a:gd name="connsiteY22" fmla="*/ 1407761 h 1587534"/>
              <a:gd name="connsiteX23" fmla="*/ 7151610 w 9662615"/>
              <a:gd name="connsiteY23" fmla="*/ 1397856 h 1587534"/>
              <a:gd name="connsiteX24" fmla="*/ 7082147 w 9662615"/>
              <a:gd name="connsiteY24" fmla="*/ 1406113 h 1587534"/>
              <a:gd name="connsiteX25" fmla="*/ 7014958 w 9662615"/>
              <a:gd name="connsiteY25" fmla="*/ 1396883 h 1587534"/>
              <a:gd name="connsiteX26" fmla="*/ 6907567 w 9662615"/>
              <a:gd name="connsiteY26" fmla="*/ 1419149 h 1587534"/>
              <a:gd name="connsiteX27" fmla="*/ 6748428 w 9662615"/>
              <a:gd name="connsiteY27" fmla="*/ 1420308 h 1587534"/>
              <a:gd name="connsiteX28" fmla="*/ 6654257 w 9662615"/>
              <a:gd name="connsiteY28" fmla="*/ 1424143 h 1587534"/>
              <a:gd name="connsiteX29" fmla="*/ 6620123 w 9662615"/>
              <a:gd name="connsiteY29" fmla="*/ 1430535 h 1587534"/>
              <a:gd name="connsiteX30" fmla="*/ 6571355 w 9662615"/>
              <a:gd name="connsiteY30" fmla="*/ 1436144 h 1587534"/>
              <a:gd name="connsiteX31" fmla="*/ 6486557 w 9662615"/>
              <a:gd name="connsiteY31" fmla="*/ 1449861 h 1587534"/>
              <a:gd name="connsiteX32" fmla="*/ 6370419 w 9662615"/>
              <a:gd name="connsiteY32" fmla="*/ 1461649 h 1587534"/>
              <a:gd name="connsiteX33" fmla="*/ 6278839 w 9662615"/>
              <a:gd name="connsiteY33" fmla="*/ 1449160 h 1587534"/>
              <a:gd name="connsiteX34" fmla="*/ 6272455 w 9662615"/>
              <a:gd name="connsiteY34" fmla="*/ 1453191 h 1587534"/>
              <a:gd name="connsiteX35" fmla="*/ 6212659 w 9662615"/>
              <a:gd name="connsiteY35" fmla="*/ 1454850 h 1587534"/>
              <a:gd name="connsiteX36" fmla="*/ 6069317 w 9662615"/>
              <a:gd name="connsiteY36" fmla="*/ 1445838 h 1587534"/>
              <a:gd name="connsiteX37" fmla="*/ 5878477 w 9662615"/>
              <a:gd name="connsiteY37" fmla="*/ 1439180 h 1587534"/>
              <a:gd name="connsiteX38" fmla="*/ 5838387 w 9662615"/>
              <a:gd name="connsiteY38" fmla="*/ 1444679 h 1587534"/>
              <a:gd name="connsiteX39" fmla="*/ 5771136 w 9662615"/>
              <a:gd name="connsiteY39" fmla="*/ 1453639 h 1587534"/>
              <a:gd name="connsiteX40" fmla="*/ 5724081 w 9662615"/>
              <a:gd name="connsiteY40" fmla="*/ 1470431 h 1587534"/>
              <a:gd name="connsiteX41" fmla="*/ 5666577 w 9662615"/>
              <a:gd name="connsiteY41" fmla="*/ 1473921 h 1587534"/>
              <a:gd name="connsiteX42" fmla="*/ 5649068 w 9662615"/>
              <a:gd name="connsiteY42" fmla="*/ 1461676 h 1587534"/>
              <a:gd name="connsiteX43" fmla="*/ 5588902 w 9662615"/>
              <a:gd name="connsiteY43" fmla="*/ 1469647 h 1587534"/>
              <a:gd name="connsiteX44" fmla="*/ 5498090 w 9662615"/>
              <a:gd name="connsiteY44" fmla="*/ 1483173 h 1587534"/>
              <a:gd name="connsiteX45" fmla="*/ 5444641 w 9662615"/>
              <a:gd name="connsiteY45" fmla="*/ 1487602 h 1587534"/>
              <a:gd name="connsiteX46" fmla="*/ 5299812 w 9662615"/>
              <a:gd name="connsiteY46" fmla="*/ 1503362 h 1587534"/>
              <a:gd name="connsiteX47" fmla="*/ 5213947 w 9662615"/>
              <a:gd name="connsiteY47" fmla="*/ 1516637 h 1587534"/>
              <a:gd name="connsiteX48" fmla="*/ 5090342 w 9662615"/>
              <a:gd name="connsiteY48" fmla="*/ 1546680 h 1587534"/>
              <a:gd name="connsiteX49" fmla="*/ 5082104 w 9662615"/>
              <a:gd name="connsiteY49" fmla="*/ 1547781 h 1587534"/>
              <a:gd name="connsiteX50" fmla="*/ 5059484 w 9662615"/>
              <a:gd name="connsiteY50" fmla="*/ 1546802 h 1587534"/>
              <a:gd name="connsiteX51" fmla="*/ 5050958 w 9662615"/>
              <a:gd name="connsiteY51" fmla="*/ 1545776 h 1587534"/>
              <a:gd name="connsiteX52" fmla="*/ 5038524 w 9662615"/>
              <a:gd name="connsiteY52" fmla="*/ 1545675 h 1587534"/>
              <a:gd name="connsiteX53" fmla="*/ 5038223 w 9662615"/>
              <a:gd name="connsiteY53" fmla="*/ 1545881 h 1587534"/>
              <a:gd name="connsiteX54" fmla="*/ 5026564 w 9662615"/>
              <a:gd name="connsiteY54" fmla="*/ 1545376 h 1587534"/>
              <a:gd name="connsiteX55" fmla="*/ 4969433 w 9662615"/>
              <a:gd name="connsiteY55" fmla="*/ 1540263 h 1587534"/>
              <a:gd name="connsiteX56" fmla="*/ 4894799 w 9662615"/>
              <a:gd name="connsiteY56" fmla="*/ 1559476 h 1587534"/>
              <a:gd name="connsiteX57" fmla="*/ 4863775 w 9662615"/>
              <a:gd name="connsiteY57" fmla="*/ 1562633 h 1587534"/>
              <a:gd name="connsiteX58" fmla="*/ 4847242 w 9662615"/>
              <a:gd name="connsiteY58" fmla="*/ 1565435 h 1587534"/>
              <a:gd name="connsiteX59" fmla="*/ 4830335 w 9662615"/>
              <a:gd name="connsiteY59" fmla="*/ 1587534 h 1587534"/>
              <a:gd name="connsiteX60" fmla="*/ 4791466 w 9662615"/>
              <a:gd name="connsiteY60" fmla="*/ 1561324 h 1587534"/>
              <a:gd name="connsiteX61" fmla="*/ 4784247 w 9662615"/>
              <a:gd name="connsiteY61" fmla="*/ 1562342 h 1587534"/>
              <a:gd name="connsiteX62" fmla="*/ 4748477 w 9662615"/>
              <a:gd name="connsiteY62" fmla="*/ 1556925 h 1587534"/>
              <a:gd name="connsiteX63" fmla="*/ 4730033 w 9662615"/>
              <a:gd name="connsiteY63" fmla="*/ 1555274 h 1587534"/>
              <a:gd name="connsiteX64" fmla="*/ 4724747 w 9662615"/>
              <a:gd name="connsiteY64" fmla="*/ 1552439 h 1587534"/>
              <a:gd name="connsiteX65" fmla="*/ 4697562 w 9662615"/>
              <a:gd name="connsiteY65" fmla="*/ 1551206 h 1587534"/>
              <a:gd name="connsiteX66" fmla="*/ 4694469 w 9662615"/>
              <a:gd name="connsiteY66" fmla="*/ 1551958 h 1587534"/>
              <a:gd name="connsiteX67" fmla="*/ 4671940 w 9662615"/>
              <a:gd name="connsiteY67" fmla="*/ 1547617 h 1587534"/>
              <a:gd name="connsiteX68" fmla="*/ 4541612 w 9662615"/>
              <a:gd name="connsiteY68" fmla="*/ 1545262 h 1587534"/>
              <a:gd name="connsiteX69" fmla="*/ 4422155 w 9662615"/>
              <a:gd name="connsiteY69" fmla="*/ 1542059 h 1587534"/>
              <a:gd name="connsiteX70" fmla="*/ 4221826 w 9662615"/>
              <a:gd name="connsiteY70" fmla="*/ 1508923 h 1587534"/>
              <a:gd name="connsiteX71" fmla="*/ 4096601 w 9662615"/>
              <a:gd name="connsiteY71" fmla="*/ 1521563 h 1587534"/>
              <a:gd name="connsiteX72" fmla="*/ 3970635 w 9662615"/>
              <a:gd name="connsiteY72" fmla="*/ 1544815 h 1587534"/>
              <a:gd name="connsiteX73" fmla="*/ 3833906 w 9662615"/>
              <a:gd name="connsiteY73" fmla="*/ 1516637 h 1587534"/>
              <a:gd name="connsiteX74" fmla="*/ 3696258 w 9662615"/>
              <a:gd name="connsiteY74" fmla="*/ 1537563 h 1587534"/>
              <a:gd name="connsiteX75" fmla="*/ 3594070 w 9662615"/>
              <a:gd name="connsiteY75" fmla="*/ 1509422 h 1587534"/>
              <a:gd name="connsiteX76" fmla="*/ 3565233 w 9662615"/>
              <a:gd name="connsiteY76" fmla="*/ 1515122 h 1587534"/>
              <a:gd name="connsiteX77" fmla="*/ 3560267 w 9662615"/>
              <a:gd name="connsiteY77" fmla="*/ 1516288 h 1587534"/>
              <a:gd name="connsiteX78" fmla="*/ 3540258 w 9662615"/>
              <a:gd name="connsiteY78" fmla="*/ 1516976 h 1587534"/>
              <a:gd name="connsiteX79" fmla="*/ 3534780 w 9662615"/>
              <a:gd name="connsiteY79" fmla="*/ 1522141 h 1587534"/>
              <a:gd name="connsiteX80" fmla="*/ 3504783 w 9662615"/>
              <a:gd name="connsiteY80" fmla="*/ 1526739 h 1587534"/>
              <a:gd name="connsiteX81" fmla="*/ 3430805 w 9662615"/>
              <a:gd name="connsiteY81" fmla="*/ 1542521 h 1587534"/>
              <a:gd name="connsiteX82" fmla="*/ 3292707 w 9662615"/>
              <a:gd name="connsiteY82" fmla="*/ 1520490 h 1587534"/>
              <a:gd name="connsiteX83" fmla="*/ 3187872 w 9662615"/>
              <a:gd name="connsiteY83" fmla="*/ 1519991 h 1587534"/>
              <a:gd name="connsiteX84" fmla="*/ 3148026 w 9662615"/>
              <a:gd name="connsiteY84" fmla="*/ 1524777 h 1587534"/>
              <a:gd name="connsiteX85" fmla="*/ 3092394 w 9662615"/>
              <a:gd name="connsiteY85" fmla="*/ 1528115 h 1587534"/>
              <a:gd name="connsiteX86" fmla="*/ 2994200 w 9662615"/>
              <a:gd name="connsiteY86" fmla="*/ 1537857 h 1587534"/>
              <a:gd name="connsiteX87" fmla="*/ 2862301 w 9662615"/>
              <a:gd name="connsiteY87" fmla="*/ 1544250 h 1587534"/>
              <a:gd name="connsiteX88" fmla="*/ 2766335 w 9662615"/>
              <a:gd name="connsiteY88" fmla="*/ 1527662 h 1587534"/>
              <a:gd name="connsiteX89" fmla="*/ 2757836 w 9662615"/>
              <a:gd name="connsiteY89" fmla="*/ 1531371 h 1587534"/>
              <a:gd name="connsiteX90" fmla="*/ 2691555 w 9662615"/>
              <a:gd name="connsiteY90" fmla="*/ 1530283 h 1587534"/>
              <a:gd name="connsiteX91" fmla="*/ 2491676 w 9662615"/>
              <a:gd name="connsiteY91" fmla="*/ 1500859 h 1587534"/>
              <a:gd name="connsiteX92" fmla="*/ 2378036 w 9662615"/>
              <a:gd name="connsiteY92" fmla="*/ 1520645 h 1587534"/>
              <a:gd name="connsiteX93" fmla="*/ 2284269 w 9662615"/>
              <a:gd name="connsiteY93" fmla="*/ 1503068 h 1587534"/>
              <a:gd name="connsiteX94" fmla="*/ 2207104 w 9662615"/>
              <a:gd name="connsiteY94" fmla="*/ 1508888 h 1587534"/>
              <a:gd name="connsiteX95" fmla="*/ 2149226 w 9662615"/>
              <a:gd name="connsiteY95" fmla="*/ 1523409 h 1587534"/>
              <a:gd name="connsiteX96" fmla="*/ 2084783 w 9662615"/>
              <a:gd name="connsiteY96" fmla="*/ 1524245 h 1587534"/>
              <a:gd name="connsiteX97" fmla="*/ 2070075 w 9662615"/>
              <a:gd name="connsiteY97" fmla="*/ 1511285 h 1587534"/>
              <a:gd name="connsiteX98" fmla="*/ 2001057 w 9662615"/>
              <a:gd name="connsiteY98" fmla="*/ 1516449 h 1587534"/>
              <a:gd name="connsiteX99" fmla="*/ 1896330 w 9662615"/>
              <a:gd name="connsiteY99" fmla="*/ 1525725 h 1587534"/>
              <a:gd name="connsiteX100" fmla="*/ 1835994 w 9662615"/>
              <a:gd name="connsiteY100" fmla="*/ 1527678 h 1587534"/>
              <a:gd name="connsiteX101" fmla="*/ 1671119 w 9662615"/>
              <a:gd name="connsiteY101" fmla="*/ 1536701 h 1587534"/>
              <a:gd name="connsiteX102" fmla="*/ 1601337 w 9662615"/>
              <a:gd name="connsiteY102" fmla="*/ 1548552 h 1587534"/>
              <a:gd name="connsiteX103" fmla="*/ 1407755 w 9662615"/>
              <a:gd name="connsiteY103" fmla="*/ 1571444 h 1587534"/>
              <a:gd name="connsiteX104" fmla="*/ 1271994 w 9662615"/>
              <a:gd name="connsiteY104" fmla="*/ 1579471 h 1587534"/>
              <a:gd name="connsiteX105" fmla="*/ 1249226 w 9662615"/>
              <a:gd name="connsiteY105" fmla="*/ 1583140 h 1587534"/>
              <a:gd name="connsiteX106" fmla="*/ 1217719 w 9662615"/>
              <a:gd name="connsiteY106" fmla="*/ 1580863 h 1587534"/>
              <a:gd name="connsiteX107" fmla="*/ 1091432 w 9662615"/>
              <a:gd name="connsiteY107" fmla="*/ 1571003 h 1587534"/>
              <a:gd name="connsiteX108" fmla="*/ 992039 w 9662615"/>
              <a:gd name="connsiteY108" fmla="*/ 1556662 h 1587534"/>
              <a:gd name="connsiteX109" fmla="*/ 868264 w 9662615"/>
              <a:gd name="connsiteY109" fmla="*/ 1566392 h 1587534"/>
              <a:gd name="connsiteX110" fmla="*/ 792765 w 9662615"/>
              <a:gd name="connsiteY110" fmla="*/ 1563102 h 1587534"/>
              <a:gd name="connsiteX111" fmla="*/ 669055 w 9662615"/>
              <a:gd name="connsiteY111" fmla="*/ 1543638 h 1587534"/>
              <a:gd name="connsiteX112" fmla="*/ 506152 w 9662615"/>
              <a:gd name="connsiteY112" fmla="*/ 1549124 h 1587534"/>
              <a:gd name="connsiteX113" fmla="*/ 472797 w 9662615"/>
              <a:gd name="connsiteY113" fmla="*/ 1568904 h 1587534"/>
              <a:gd name="connsiteX114" fmla="*/ 427864 w 9662615"/>
              <a:gd name="connsiteY114" fmla="*/ 1580848 h 1587534"/>
              <a:gd name="connsiteX115" fmla="*/ 408381 w 9662615"/>
              <a:gd name="connsiteY115" fmla="*/ 1552940 h 1587534"/>
              <a:gd name="connsiteX116" fmla="*/ 267163 w 9662615"/>
              <a:gd name="connsiteY116" fmla="*/ 1531913 h 1587534"/>
              <a:gd name="connsiteX117" fmla="*/ 196644 w 9662615"/>
              <a:gd name="connsiteY117" fmla="*/ 1524565 h 1587534"/>
              <a:gd name="connsiteX118" fmla="*/ 86819 w 9662615"/>
              <a:gd name="connsiteY118" fmla="*/ 1519517 h 1587534"/>
              <a:gd name="connsiteX119" fmla="*/ 53369 w 9662615"/>
              <a:gd name="connsiteY119" fmla="*/ 1516853 h 1587534"/>
              <a:gd name="connsiteX120" fmla="*/ 2359 w 9662615"/>
              <a:gd name="connsiteY120" fmla="*/ 1515247 h 1587534"/>
              <a:gd name="connsiteX121" fmla="*/ 0 w 9662615"/>
              <a:gd name="connsiteY121" fmla="*/ 1514932 h 1587534"/>
              <a:gd name="connsiteX122" fmla="*/ 0 w 9662615"/>
              <a:gd name="connsiteY122" fmla="*/ 0 h 1587534"/>
              <a:gd name="connsiteX0" fmla="*/ 0 w 9662615"/>
              <a:gd name="connsiteY0" fmla="*/ 0 h 1587534"/>
              <a:gd name="connsiteX1" fmla="*/ 9662615 w 9662615"/>
              <a:gd name="connsiteY1" fmla="*/ 0 h 1587534"/>
              <a:gd name="connsiteX2" fmla="*/ 9662615 w 9662615"/>
              <a:gd name="connsiteY2" fmla="*/ 1280346 h 1587534"/>
              <a:gd name="connsiteX3" fmla="*/ 9658420 w 9662615"/>
              <a:gd name="connsiteY3" fmla="*/ 1280106 h 1587534"/>
              <a:gd name="connsiteX4" fmla="*/ 9469546 w 9662615"/>
              <a:gd name="connsiteY4" fmla="*/ 1289837 h 1587534"/>
              <a:gd name="connsiteX5" fmla="*/ 9385895 w 9662615"/>
              <a:gd name="connsiteY5" fmla="*/ 1269203 h 1587534"/>
              <a:gd name="connsiteX6" fmla="*/ 9144767 w 9662615"/>
              <a:gd name="connsiteY6" fmla="*/ 1264120 h 1587534"/>
              <a:gd name="connsiteX7" fmla="*/ 8837252 w 9662615"/>
              <a:gd name="connsiteY7" fmla="*/ 1350515 h 1587534"/>
              <a:gd name="connsiteX8" fmla="*/ 8705466 w 9662615"/>
              <a:gd name="connsiteY8" fmla="*/ 1342419 h 1587534"/>
              <a:gd name="connsiteX9" fmla="*/ 8652221 w 9662615"/>
              <a:gd name="connsiteY9" fmla="*/ 1326906 h 1587534"/>
              <a:gd name="connsiteX10" fmla="*/ 8632312 w 9662615"/>
              <a:gd name="connsiteY10" fmla="*/ 1326025 h 1587534"/>
              <a:gd name="connsiteX11" fmla="*/ 8591582 w 9662615"/>
              <a:gd name="connsiteY11" fmla="*/ 1341666 h 1587534"/>
              <a:gd name="connsiteX12" fmla="*/ 8537336 w 9662615"/>
              <a:gd name="connsiteY12" fmla="*/ 1341684 h 1587534"/>
              <a:gd name="connsiteX13" fmla="*/ 8472508 w 9662615"/>
              <a:gd name="connsiteY13" fmla="*/ 1363109 h 1587534"/>
              <a:gd name="connsiteX14" fmla="*/ 8258477 w 9662615"/>
              <a:gd name="connsiteY14" fmla="*/ 1370666 h 1587534"/>
              <a:gd name="connsiteX15" fmla="*/ 8197961 w 9662615"/>
              <a:gd name="connsiteY15" fmla="*/ 1392804 h 1587534"/>
              <a:gd name="connsiteX16" fmla="*/ 8171196 w 9662615"/>
              <a:gd name="connsiteY16" fmla="*/ 1397216 h 1587534"/>
              <a:gd name="connsiteX17" fmla="*/ 8127667 w 9662615"/>
              <a:gd name="connsiteY17" fmla="*/ 1418254 h 1587534"/>
              <a:gd name="connsiteX18" fmla="*/ 7974579 w 9662615"/>
              <a:gd name="connsiteY18" fmla="*/ 1383439 h 1587534"/>
              <a:gd name="connsiteX19" fmla="*/ 7768351 w 9662615"/>
              <a:gd name="connsiteY19" fmla="*/ 1395051 h 1587534"/>
              <a:gd name="connsiteX20" fmla="*/ 7635985 w 9662615"/>
              <a:gd name="connsiteY20" fmla="*/ 1386363 h 1587534"/>
              <a:gd name="connsiteX21" fmla="*/ 7466069 w 9662615"/>
              <a:gd name="connsiteY21" fmla="*/ 1377654 h 1587534"/>
              <a:gd name="connsiteX22" fmla="*/ 7355642 w 9662615"/>
              <a:gd name="connsiteY22" fmla="*/ 1407761 h 1587534"/>
              <a:gd name="connsiteX23" fmla="*/ 7151610 w 9662615"/>
              <a:gd name="connsiteY23" fmla="*/ 1397856 h 1587534"/>
              <a:gd name="connsiteX24" fmla="*/ 7082147 w 9662615"/>
              <a:gd name="connsiteY24" fmla="*/ 1406113 h 1587534"/>
              <a:gd name="connsiteX25" fmla="*/ 7014958 w 9662615"/>
              <a:gd name="connsiteY25" fmla="*/ 1396883 h 1587534"/>
              <a:gd name="connsiteX26" fmla="*/ 6907567 w 9662615"/>
              <a:gd name="connsiteY26" fmla="*/ 1419149 h 1587534"/>
              <a:gd name="connsiteX27" fmla="*/ 6748428 w 9662615"/>
              <a:gd name="connsiteY27" fmla="*/ 1420308 h 1587534"/>
              <a:gd name="connsiteX28" fmla="*/ 6654257 w 9662615"/>
              <a:gd name="connsiteY28" fmla="*/ 1424143 h 1587534"/>
              <a:gd name="connsiteX29" fmla="*/ 6620123 w 9662615"/>
              <a:gd name="connsiteY29" fmla="*/ 1430535 h 1587534"/>
              <a:gd name="connsiteX30" fmla="*/ 6571355 w 9662615"/>
              <a:gd name="connsiteY30" fmla="*/ 1436144 h 1587534"/>
              <a:gd name="connsiteX31" fmla="*/ 6486557 w 9662615"/>
              <a:gd name="connsiteY31" fmla="*/ 1449861 h 1587534"/>
              <a:gd name="connsiteX32" fmla="*/ 6370419 w 9662615"/>
              <a:gd name="connsiteY32" fmla="*/ 1461649 h 1587534"/>
              <a:gd name="connsiteX33" fmla="*/ 6278839 w 9662615"/>
              <a:gd name="connsiteY33" fmla="*/ 1449160 h 1587534"/>
              <a:gd name="connsiteX34" fmla="*/ 6272455 w 9662615"/>
              <a:gd name="connsiteY34" fmla="*/ 1453191 h 1587534"/>
              <a:gd name="connsiteX35" fmla="*/ 6212659 w 9662615"/>
              <a:gd name="connsiteY35" fmla="*/ 1454850 h 1587534"/>
              <a:gd name="connsiteX36" fmla="*/ 6069317 w 9662615"/>
              <a:gd name="connsiteY36" fmla="*/ 1445838 h 1587534"/>
              <a:gd name="connsiteX37" fmla="*/ 5878477 w 9662615"/>
              <a:gd name="connsiteY37" fmla="*/ 1439180 h 1587534"/>
              <a:gd name="connsiteX38" fmla="*/ 5838387 w 9662615"/>
              <a:gd name="connsiteY38" fmla="*/ 1444679 h 1587534"/>
              <a:gd name="connsiteX39" fmla="*/ 5771136 w 9662615"/>
              <a:gd name="connsiteY39" fmla="*/ 1453639 h 1587534"/>
              <a:gd name="connsiteX40" fmla="*/ 5724081 w 9662615"/>
              <a:gd name="connsiteY40" fmla="*/ 1470431 h 1587534"/>
              <a:gd name="connsiteX41" fmla="*/ 5666577 w 9662615"/>
              <a:gd name="connsiteY41" fmla="*/ 1473921 h 1587534"/>
              <a:gd name="connsiteX42" fmla="*/ 5649068 w 9662615"/>
              <a:gd name="connsiteY42" fmla="*/ 1461676 h 1587534"/>
              <a:gd name="connsiteX43" fmla="*/ 5588902 w 9662615"/>
              <a:gd name="connsiteY43" fmla="*/ 1469647 h 1587534"/>
              <a:gd name="connsiteX44" fmla="*/ 5498090 w 9662615"/>
              <a:gd name="connsiteY44" fmla="*/ 1483173 h 1587534"/>
              <a:gd name="connsiteX45" fmla="*/ 5444641 w 9662615"/>
              <a:gd name="connsiteY45" fmla="*/ 1487602 h 1587534"/>
              <a:gd name="connsiteX46" fmla="*/ 5299812 w 9662615"/>
              <a:gd name="connsiteY46" fmla="*/ 1503362 h 1587534"/>
              <a:gd name="connsiteX47" fmla="*/ 5213947 w 9662615"/>
              <a:gd name="connsiteY47" fmla="*/ 1516637 h 1587534"/>
              <a:gd name="connsiteX48" fmla="*/ 5090342 w 9662615"/>
              <a:gd name="connsiteY48" fmla="*/ 1546680 h 1587534"/>
              <a:gd name="connsiteX49" fmla="*/ 5082104 w 9662615"/>
              <a:gd name="connsiteY49" fmla="*/ 1547781 h 1587534"/>
              <a:gd name="connsiteX50" fmla="*/ 5059484 w 9662615"/>
              <a:gd name="connsiteY50" fmla="*/ 1546802 h 1587534"/>
              <a:gd name="connsiteX51" fmla="*/ 5050958 w 9662615"/>
              <a:gd name="connsiteY51" fmla="*/ 1545776 h 1587534"/>
              <a:gd name="connsiteX52" fmla="*/ 5038524 w 9662615"/>
              <a:gd name="connsiteY52" fmla="*/ 1545675 h 1587534"/>
              <a:gd name="connsiteX53" fmla="*/ 5038223 w 9662615"/>
              <a:gd name="connsiteY53" fmla="*/ 1545881 h 1587534"/>
              <a:gd name="connsiteX54" fmla="*/ 5026564 w 9662615"/>
              <a:gd name="connsiteY54" fmla="*/ 1545376 h 1587534"/>
              <a:gd name="connsiteX55" fmla="*/ 4969433 w 9662615"/>
              <a:gd name="connsiteY55" fmla="*/ 1540263 h 1587534"/>
              <a:gd name="connsiteX56" fmla="*/ 4894799 w 9662615"/>
              <a:gd name="connsiteY56" fmla="*/ 1559476 h 1587534"/>
              <a:gd name="connsiteX57" fmla="*/ 4863775 w 9662615"/>
              <a:gd name="connsiteY57" fmla="*/ 1562633 h 1587534"/>
              <a:gd name="connsiteX58" fmla="*/ 4847242 w 9662615"/>
              <a:gd name="connsiteY58" fmla="*/ 1565435 h 1587534"/>
              <a:gd name="connsiteX59" fmla="*/ 4830335 w 9662615"/>
              <a:gd name="connsiteY59" fmla="*/ 1587534 h 1587534"/>
              <a:gd name="connsiteX60" fmla="*/ 4791466 w 9662615"/>
              <a:gd name="connsiteY60" fmla="*/ 1561324 h 1587534"/>
              <a:gd name="connsiteX61" fmla="*/ 4784247 w 9662615"/>
              <a:gd name="connsiteY61" fmla="*/ 1562342 h 1587534"/>
              <a:gd name="connsiteX62" fmla="*/ 4748477 w 9662615"/>
              <a:gd name="connsiteY62" fmla="*/ 1556925 h 1587534"/>
              <a:gd name="connsiteX63" fmla="*/ 4730033 w 9662615"/>
              <a:gd name="connsiteY63" fmla="*/ 1555274 h 1587534"/>
              <a:gd name="connsiteX64" fmla="*/ 4724747 w 9662615"/>
              <a:gd name="connsiteY64" fmla="*/ 1552439 h 1587534"/>
              <a:gd name="connsiteX65" fmla="*/ 4697562 w 9662615"/>
              <a:gd name="connsiteY65" fmla="*/ 1551206 h 1587534"/>
              <a:gd name="connsiteX66" fmla="*/ 4694469 w 9662615"/>
              <a:gd name="connsiteY66" fmla="*/ 1551958 h 1587534"/>
              <a:gd name="connsiteX67" fmla="*/ 4603028 w 9662615"/>
              <a:gd name="connsiteY67" fmla="*/ 1568821 h 1587534"/>
              <a:gd name="connsiteX68" fmla="*/ 4541612 w 9662615"/>
              <a:gd name="connsiteY68" fmla="*/ 1545262 h 1587534"/>
              <a:gd name="connsiteX69" fmla="*/ 4422155 w 9662615"/>
              <a:gd name="connsiteY69" fmla="*/ 1542059 h 1587534"/>
              <a:gd name="connsiteX70" fmla="*/ 4221826 w 9662615"/>
              <a:gd name="connsiteY70" fmla="*/ 1508923 h 1587534"/>
              <a:gd name="connsiteX71" fmla="*/ 4096601 w 9662615"/>
              <a:gd name="connsiteY71" fmla="*/ 1521563 h 1587534"/>
              <a:gd name="connsiteX72" fmla="*/ 3970635 w 9662615"/>
              <a:gd name="connsiteY72" fmla="*/ 1544815 h 1587534"/>
              <a:gd name="connsiteX73" fmla="*/ 3833906 w 9662615"/>
              <a:gd name="connsiteY73" fmla="*/ 1516637 h 1587534"/>
              <a:gd name="connsiteX74" fmla="*/ 3696258 w 9662615"/>
              <a:gd name="connsiteY74" fmla="*/ 1537563 h 1587534"/>
              <a:gd name="connsiteX75" fmla="*/ 3594070 w 9662615"/>
              <a:gd name="connsiteY75" fmla="*/ 1509422 h 1587534"/>
              <a:gd name="connsiteX76" fmla="*/ 3565233 w 9662615"/>
              <a:gd name="connsiteY76" fmla="*/ 1515122 h 1587534"/>
              <a:gd name="connsiteX77" fmla="*/ 3560267 w 9662615"/>
              <a:gd name="connsiteY77" fmla="*/ 1516288 h 1587534"/>
              <a:gd name="connsiteX78" fmla="*/ 3540258 w 9662615"/>
              <a:gd name="connsiteY78" fmla="*/ 1516976 h 1587534"/>
              <a:gd name="connsiteX79" fmla="*/ 3534780 w 9662615"/>
              <a:gd name="connsiteY79" fmla="*/ 1522141 h 1587534"/>
              <a:gd name="connsiteX80" fmla="*/ 3504783 w 9662615"/>
              <a:gd name="connsiteY80" fmla="*/ 1526739 h 1587534"/>
              <a:gd name="connsiteX81" fmla="*/ 3430805 w 9662615"/>
              <a:gd name="connsiteY81" fmla="*/ 1542521 h 1587534"/>
              <a:gd name="connsiteX82" fmla="*/ 3292707 w 9662615"/>
              <a:gd name="connsiteY82" fmla="*/ 1520490 h 1587534"/>
              <a:gd name="connsiteX83" fmla="*/ 3187872 w 9662615"/>
              <a:gd name="connsiteY83" fmla="*/ 1519991 h 1587534"/>
              <a:gd name="connsiteX84" fmla="*/ 3148026 w 9662615"/>
              <a:gd name="connsiteY84" fmla="*/ 1524777 h 1587534"/>
              <a:gd name="connsiteX85" fmla="*/ 3092394 w 9662615"/>
              <a:gd name="connsiteY85" fmla="*/ 1528115 h 1587534"/>
              <a:gd name="connsiteX86" fmla="*/ 2994200 w 9662615"/>
              <a:gd name="connsiteY86" fmla="*/ 1537857 h 1587534"/>
              <a:gd name="connsiteX87" fmla="*/ 2862301 w 9662615"/>
              <a:gd name="connsiteY87" fmla="*/ 1544250 h 1587534"/>
              <a:gd name="connsiteX88" fmla="*/ 2766335 w 9662615"/>
              <a:gd name="connsiteY88" fmla="*/ 1527662 h 1587534"/>
              <a:gd name="connsiteX89" fmla="*/ 2757836 w 9662615"/>
              <a:gd name="connsiteY89" fmla="*/ 1531371 h 1587534"/>
              <a:gd name="connsiteX90" fmla="*/ 2691555 w 9662615"/>
              <a:gd name="connsiteY90" fmla="*/ 1530283 h 1587534"/>
              <a:gd name="connsiteX91" fmla="*/ 2491676 w 9662615"/>
              <a:gd name="connsiteY91" fmla="*/ 1500859 h 1587534"/>
              <a:gd name="connsiteX92" fmla="*/ 2378036 w 9662615"/>
              <a:gd name="connsiteY92" fmla="*/ 1520645 h 1587534"/>
              <a:gd name="connsiteX93" fmla="*/ 2284269 w 9662615"/>
              <a:gd name="connsiteY93" fmla="*/ 1503068 h 1587534"/>
              <a:gd name="connsiteX94" fmla="*/ 2207104 w 9662615"/>
              <a:gd name="connsiteY94" fmla="*/ 1508888 h 1587534"/>
              <a:gd name="connsiteX95" fmla="*/ 2149226 w 9662615"/>
              <a:gd name="connsiteY95" fmla="*/ 1523409 h 1587534"/>
              <a:gd name="connsiteX96" fmla="*/ 2084783 w 9662615"/>
              <a:gd name="connsiteY96" fmla="*/ 1524245 h 1587534"/>
              <a:gd name="connsiteX97" fmla="*/ 2070075 w 9662615"/>
              <a:gd name="connsiteY97" fmla="*/ 1511285 h 1587534"/>
              <a:gd name="connsiteX98" fmla="*/ 2001057 w 9662615"/>
              <a:gd name="connsiteY98" fmla="*/ 1516449 h 1587534"/>
              <a:gd name="connsiteX99" fmla="*/ 1896330 w 9662615"/>
              <a:gd name="connsiteY99" fmla="*/ 1525725 h 1587534"/>
              <a:gd name="connsiteX100" fmla="*/ 1835994 w 9662615"/>
              <a:gd name="connsiteY100" fmla="*/ 1527678 h 1587534"/>
              <a:gd name="connsiteX101" fmla="*/ 1671119 w 9662615"/>
              <a:gd name="connsiteY101" fmla="*/ 1536701 h 1587534"/>
              <a:gd name="connsiteX102" fmla="*/ 1601337 w 9662615"/>
              <a:gd name="connsiteY102" fmla="*/ 1548552 h 1587534"/>
              <a:gd name="connsiteX103" fmla="*/ 1407755 w 9662615"/>
              <a:gd name="connsiteY103" fmla="*/ 1571444 h 1587534"/>
              <a:gd name="connsiteX104" fmla="*/ 1271994 w 9662615"/>
              <a:gd name="connsiteY104" fmla="*/ 1579471 h 1587534"/>
              <a:gd name="connsiteX105" fmla="*/ 1249226 w 9662615"/>
              <a:gd name="connsiteY105" fmla="*/ 1583140 h 1587534"/>
              <a:gd name="connsiteX106" fmla="*/ 1217719 w 9662615"/>
              <a:gd name="connsiteY106" fmla="*/ 1580863 h 1587534"/>
              <a:gd name="connsiteX107" fmla="*/ 1091432 w 9662615"/>
              <a:gd name="connsiteY107" fmla="*/ 1571003 h 1587534"/>
              <a:gd name="connsiteX108" fmla="*/ 992039 w 9662615"/>
              <a:gd name="connsiteY108" fmla="*/ 1556662 h 1587534"/>
              <a:gd name="connsiteX109" fmla="*/ 868264 w 9662615"/>
              <a:gd name="connsiteY109" fmla="*/ 1566392 h 1587534"/>
              <a:gd name="connsiteX110" fmla="*/ 792765 w 9662615"/>
              <a:gd name="connsiteY110" fmla="*/ 1563102 h 1587534"/>
              <a:gd name="connsiteX111" fmla="*/ 669055 w 9662615"/>
              <a:gd name="connsiteY111" fmla="*/ 1543638 h 1587534"/>
              <a:gd name="connsiteX112" fmla="*/ 506152 w 9662615"/>
              <a:gd name="connsiteY112" fmla="*/ 1549124 h 1587534"/>
              <a:gd name="connsiteX113" fmla="*/ 472797 w 9662615"/>
              <a:gd name="connsiteY113" fmla="*/ 1568904 h 1587534"/>
              <a:gd name="connsiteX114" fmla="*/ 427864 w 9662615"/>
              <a:gd name="connsiteY114" fmla="*/ 1580848 h 1587534"/>
              <a:gd name="connsiteX115" fmla="*/ 408381 w 9662615"/>
              <a:gd name="connsiteY115" fmla="*/ 1552940 h 1587534"/>
              <a:gd name="connsiteX116" fmla="*/ 267163 w 9662615"/>
              <a:gd name="connsiteY116" fmla="*/ 1531913 h 1587534"/>
              <a:gd name="connsiteX117" fmla="*/ 196644 w 9662615"/>
              <a:gd name="connsiteY117" fmla="*/ 1524565 h 1587534"/>
              <a:gd name="connsiteX118" fmla="*/ 86819 w 9662615"/>
              <a:gd name="connsiteY118" fmla="*/ 1519517 h 1587534"/>
              <a:gd name="connsiteX119" fmla="*/ 53369 w 9662615"/>
              <a:gd name="connsiteY119" fmla="*/ 1516853 h 1587534"/>
              <a:gd name="connsiteX120" fmla="*/ 2359 w 9662615"/>
              <a:gd name="connsiteY120" fmla="*/ 1515247 h 1587534"/>
              <a:gd name="connsiteX121" fmla="*/ 0 w 9662615"/>
              <a:gd name="connsiteY121" fmla="*/ 1514932 h 1587534"/>
              <a:gd name="connsiteX122" fmla="*/ 0 w 9662615"/>
              <a:gd name="connsiteY122" fmla="*/ 0 h 1587534"/>
              <a:gd name="connsiteX0" fmla="*/ 0 w 9662615"/>
              <a:gd name="connsiteY0" fmla="*/ 0 h 1587534"/>
              <a:gd name="connsiteX1" fmla="*/ 9662615 w 9662615"/>
              <a:gd name="connsiteY1" fmla="*/ 0 h 1587534"/>
              <a:gd name="connsiteX2" fmla="*/ 9662615 w 9662615"/>
              <a:gd name="connsiteY2" fmla="*/ 1280346 h 1587534"/>
              <a:gd name="connsiteX3" fmla="*/ 9658420 w 9662615"/>
              <a:gd name="connsiteY3" fmla="*/ 1280106 h 1587534"/>
              <a:gd name="connsiteX4" fmla="*/ 9469546 w 9662615"/>
              <a:gd name="connsiteY4" fmla="*/ 1289837 h 1587534"/>
              <a:gd name="connsiteX5" fmla="*/ 9385895 w 9662615"/>
              <a:gd name="connsiteY5" fmla="*/ 1269203 h 1587534"/>
              <a:gd name="connsiteX6" fmla="*/ 9144767 w 9662615"/>
              <a:gd name="connsiteY6" fmla="*/ 1264120 h 1587534"/>
              <a:gd name="connsiteX7" fmla="*/ 8837252 w 9662615"/>
              <a:gd name="connsiteY7" fmla="*/ 1350515 h 1587534"/>
              <a:gd name="connsiteX8" fmla="*/ 8705466 w 9662615"/>
              <a:gd name="connsiteY8" fmla="*/ 1342419 h 1587534"/>
              <a:gd name="connsiteX9" fmla="*/ 8652221 w 9662615"/>
              <a:gd name="connsiteY9" fmla="*/ 1326906 h 1587534"/>
              <a:gd name="connsiteX10" fmla="*/ 8632312 w 9662615"/>
              <a:gd name="connsiteY10" fmla="*/ 1326025 h 1587534"/>
              <a:gd name="connsiteX11" fmla="*/ 8591582 w 9662615"/>
              <a:gd name="connsiteY11" fmla="*/ 1341666 h 1587534"/>
              <a:gd name="connsiteX12" fmla="*/ 8537336 w 9662615"/>
              <a:gd name="connsiteY12" fmla="*/ 1341684 h 1587534"/>
              <a:gd name="connsiteX13" fmla="*/ 8472508 w 9662615"/>
              <a:gd name="connsiteY13" fmla="*/ 1363109 h 1587534"/>
              <a:gd name="connsiteX14" fmla="*/ 8258477 w 9662615"/>
              <a:gd name="connsiteY14" fmla="*/ 1370666 h 1587534"/>
              <a:gd name="connsiteX15" fmla="*/ 8197961 w 9662615"/>
              <a:gd name="connsiteY15" fmla="*/ 1392804 h 1587534"/>
              <a:gd name="connsiteX16" fmla="*/ 8171196 w 9662615"/>
              <a:gd name="connsiteY16" fmla="*/ 1397216 h 1587534"/>
              <a:gd name="connsiteX17" fmla="*/ 8127667 w 9662615"/>
              <a:gd name="connsiteY17" fmla="*/ 1418254 h 1587534"/>
              <a:gd name="connsiteX18" fmla="*/ 7974579 w 9662615"/>
              <a:gd name="connsiteY18" fmla="*/ 1383439 h 1587534"/>
              <a:gd name="connsiteX19" fmla="*/ 7768351 w 9662615"/>
              <a:gd name="connsiteY19" fmla="*/ 1395051 h 1587534"/>
              <a:gd name="connsiteX20" fmla="*/ 7635985 w 9662615"/>
              <a:gd name="connsiteY20" fmla="*/ 1386363 h 1587534"/>
              <a:gd name="connsiteX21" fmla="*/ 7466069 w 9662615"/>
              <a:gd name="connsiteY21" fmla="*/ 1377654 h 1587534"/>
              <a:gd name="connsiteX22" fmla="*/ 7355642 w 9662615"/>
              <a:gd name="connsiteY22" fmla="*/ 1407761 h 1587534"/>
              <a:gd name="connsiteX23" fmla="*/ 7151610 w 9662615"/>
              <a:gd name="connsiteY23" fmla="*/ 1397856 h 1587534"/>
              <a:gd name="connsiteX24" fmla="*/ 7082147 w 9662615"/>
              <a:gd name="connsiteY24" fmla="*/ 1406113 h 1587534"/>
              <a:gd name="connsiteX25" fmla="*/ 7014958 w 9662615"/>
              <a:gd name="connsiteY25" fmla="*/ 1396883 h 1587534"/>
              <a:gd name="connsiteX26" fmla="*/ 6907567 w 9662615"/>
              <a:gd name="connsiteY26" fmla="*/ 1419149 h 1587534"/>
              <a:gd name="connsiteX27" fmla="*/ 6748428 w 9662615"/>
              <a:gd name="connsiteY27" fmla="*/ 1420308 h 1587534"/>
              <a:gd name="connsiteX28" fmla="*/ 6654257 w 9662615"/>
              <a:gd name="connsiteY28" fmla="*/ 1424143 h 1587534"/>
              <a:gd name="connsiteX29" fmla="*/ 6620123 w 9662615"/>
              <a:gd name="connsiteY29" fmla="*/ 1430535 h 1587534"/>
              <a:gd name="connsiteX30" fmla="*/ 6571355 w 9662615"/>
              <a:gd name="connsiteY30" fmla="*/ 1436144 h 1587534"/>
              <a:gd name="connsiteX31" fmla="*/ 6486557 w 9662615"/>
              <a:gd name="connsiteY31" fmla="*/ 1449861 h 1587534"/>
              <a:gd name="connsiteX32" fmla="*/ 6370419 w 9662615"/>
              <a:gd name="connsiteY32" fmla="*/ 1461649 h 1587534"/>
              <a:gd name="connsiteX33" fmla="*/ 6278839 w 9662615"/>
              <a:gd name="connsiteY33" fmla="*/ 1449160 h 1587534"/>
              <a:gd name="connsiteX34" fmla="*/ 6272455 w 9662615"/>
              <a:gd name="connsiteY34" fmla="*/ 1453191 h 1587534"/>
              <a:gd name="connsiteX35" fmla="*/ 6212659 w 9662615"/>
              <a:gd name="connsiteY35" fmla="*/ 1454850 h 1587534"/>
              <a:gd name="connsiteX36" fmla="*/ 6069317 w 9662615"/>
              <a:gd name="connsiteY36" fmla="*/ 1445838 h 1587534"/>
              <a:gd name="connsiteX37" fmla="*/ 5878477 w 9662615"/>
              <a:gd name="connsiteY37" fmla="*/ 1439180 h 1587534"/>
              <a:gd name="connsiteX38" fmla="*/ 5838387 w 9662615"/>
              <a:gd name="connsiteY38" fmla="*/ 1444679 h 1587534"/>
              <a:gd name="connsiteX39" fmla="*/ 5771136 w 9662615"/>
              <a:gd name="connsiteY39" fmla="*/ 1453639 h 1587534"/>
              <a:gd name="connsiteX40" fmla="*/ 5724081 w 9662615"/>
              <a:gd name="connsiteY40" fmla="*/ 1470431 h 1587534"/>
              <a:gd name="connsiteX41" fmla="*/ 5666577 w 9662615"/>
              <a:gd name="connsiteY41" fmla="*/ 1473921 h 1587534"/>
              <a:gd name="connsiteX42" fmla="*/ 5649068 w 9662615"/>
              <a:gd name="connsiteY42" fmla="*/ 1461676 h 1587534"/>
              <a:gd name="connsiteX43" fmla="*/ 5588902 w 9662615"/>
              <a:gd name="connsiteY43" fmla="*/ 1469647 h 1587534"/>
              <a:gd name="connsiteX44" fmla="*/ 5498090 w 9662615"/>
              <a:gd name="connsiteY44" fmla="*/ 1483173 h 1587534"/>
              <a:gd name="connsiteX45" fmla="*/ 5444641 w 9662615"/>
              <a:gd name="connsiteY45" fmla="*/ 1487602 h 1587534"/>
              <a:gd name="connsiteX46" fmla="*/ 5299812 w 9662615"/>
              <a:gd name="connsiteY46" fmla="*/ 1503362 h 1587534"/>
              <a:gd name="connsiteX47" fmla="*/ 5213947 w 9662615"/>
              <a:gd name="connsiteY47" fmla="*/ 1516637 h 1587534"/>
              <a:gd name="connsiteX48" fmla="*/ 5090342 w 9662615"/>
              <a:gd name="connsiteY48" fmla="*/ 1546680 h 1587534"/>
              <a:gd name="connsiteX49" fmla="*/ 5082104 w 9662615"/>
              <a:gd name="connsiteY49" fmla="*/ 1547781 h 1587534"/>
              <a:gd name="connsiteX50" fmla="*/ 5059484 w 9662615"/>
              <a:gd name="connsiteY50" fmla="*/ 1546802 h 1587534"/>
              <a:gd name="connsiteX51" fmla="*/ 5050958 w 9662615"/>
              <a:gd name="connsiteY51" fmla="*/ 1545776 h 1587534"/>
              <a:gd name="connsiteX52" fmla="*/ 5038524 w 9662615"/>
              <a:gd name="connsiteY52" fmla="*/ 1545675 h 1587534"/>
              <a:gd name="connsiteX53" fmla="*/ 5038223 w 9662615"/>
              <a:gd name="connsiteY53" fmla="*/ 1545881 h 1587534"/>
              <a:gd name="connsiteX54" fmla="*/ 5026564 w 9662615"/>
              <a:gd name="connsiteY54" fmla="*/ 1545376 h 1587534"/>
              <a:gd name="connsiteX55" fmla="*/ 4969433 w 9662615"/>
              <a:gd name="connsiteY55" fmla="*/ 1540263 h 1587534"/>
              <a:gd name="connsiteX56" fmla="*/ 4894799 w 9662615"/>
              <a:gd name="connsiteY56" fmla="*/ 1559476 h 1587534"/>
              <a:gd name="connsiteX57" fmla="*/ 4863775 w 9662615"/>
              <a:gd name="connsiteY57" fmla="*/ 1562633 h 1587534"/>
              <a:gd name="connsiteX58" fmla="*/ 4847242 w 9662615"/>
              <a:gd name="connsiteY58" fmla="*/ 1565435 h 1587534"/>
              <a:gd name="connsiteX59" fmla="*/ 4830335 w 9662615"/>
              <a:gd name="connsiteY59" fmla="*/ 1587534 h 1587534"/>
              <a:gd name="connsiteX60" fmla="*/ 4791466 w 9662615"/>
              <a:gd name="connsiteY60" fmla="*/ 1561324 h 1587534"/>
              <a:gd name="connsiteX61" fmla="*/ 4784247 w 9662615"/>
              <a:gd name="connsiteY61" fmla="*/ 1562342 h 1587534"/>
              <a:gd name="connsiteX62" fmla="*/ 4748477 w 9662615"/>
              <a:gd name="connsiteY62" fmla="*/ 1556925 h 1587534"/>
              <a:gd name="connsiteX63" fmla="*/ 4730033 w 9662615"/>
              <a:gd name="connsiteY63" fmla="*/ 1555274 h 1587534"/>
              <a:gd name="connsiteX64" fmla="*/ 4724747 w 9662615"/>
              <a:gd name="connsiteY64" fmla="*/ 1552439 h 1587534"/>
              <a:gd name="connsiteX65" fmla="*/ 4697562 w 9662615"/>
              <a:gd name="connsiteY65" fmla="*/ 1551206 h 1587534"/>
              <a:gd name="connsiteX66" fmla="*/ 4662664 w 9662615"/>
              <a:gd name="connsiteY66" fmla="*/ 1573162 h 1587534"/>
              <a:gd name="connsiteX67" fmla="*/ 4603028 w 9662615"/>
              <a:gd name="connsiteY67" fmla="*/ 1568821 h 1587534"/>
              <a:gd name="connsiteX68" fmla="*/ 4541612 w 9662615"/>
              <a:gd name="connsiteY68" fmla="*/ 1545262 h 1587534"/>
              <a:gd name="connsiteX69" fmla="*/ 4422155 w 9662615"/>
              <a:gd name="connsiteY69" fmla="*/ 1542059 h 1587534"/>
              <a:gd name="connsiteX70" fmla="*/ 4221826 w 9662615"/>
              <a:gd name="connsiteY70" fmla="*/ 1508923 h 1587534"/>
              <a:gd name="connsiteX71" fmla="*/ 4096601 w 9662615"/>
              <a:gd name="connsiteY71" fmla="*/ 1521563 h 1587534"/>
              <a:gd name="connsiteX72" fmla="*/ 3970635 w 9662615"/>
              <a:gd name="connsiteY72" fmla="*/ 1544815 h 1587534"/>
              <a:gd name="connsiteX73" fmla="*/ 3833906 w 9662615"/>
              <a:gd name="connsiteY73" fmla="*/ 1516637 h 1587534"/>
              <a:gd name="connsiteX74" fmla="*/ 3696258 w 9662615"/>
              <a:gd name="connsiteY74" fmla="*/ 1537563 h 1587534"/>
              <a:gd name="connsiteX75" fmla="*/ 3594070 w 9662615"/>
              <a:gd name="connsiteY75" fmla="*/ 1509422 h 1587534"/>
              <a:gd name="connsiteX76" fmla="*/ 3565233 w 9662615"/>
              <a:gd name="connsiteY76" fmla="*/ 1515122 h 1587534"/>
              <a:gd name="connsiteX77" fmla="*/ 3560267 w 9662615"/>
              <a:gd name="connsiteY77" fmla="*/ 1516288 h 1587534"/>
              <a:gd name="connsiteX78" fmla="*/ 3540258 w 9662615"/>
              <a:gd name="connsiteY78" fmla="*/ 1516976 h 1587534"/>
              <a:gd name="connsiteX79" fmla="*/ 3534780 w 9662615"/>
              <a:gd name="connsiteY79" fmla="*/ 1522141 h 1587534"/>
              <a:gd name="connsiteX80" fmla="*/ 3504783 w 9662615"/>
              <a:gd name="connsiteY80" fmla="*/ 1526739 h 1587534"/>
              <a:gd name="connsiteX81" fmla="*/ 3430805 w 9662615"/>
              <a:gd name="connsiteY81" fmla="*/ 1542521 h 1587534"/>
              <a:gd name="connsiteX82" fmla="*/ 3292707 w 9662615"/>
              <a:gd name="connsiteY82" fmla="*/ 1520490 h 1587534"/>
              <a:gd name="connsiteX83" fmla="*/ 3187872 w 9662615"/>
              <a:gd name="connsiteY83" fmla="*/ 1519991 h 1587534"/>
              <a:gd name="connsiteX84" fmla="*/ 3148026 w 9662615"/>
              <a:gd name="connsiteY84" fmla="*/ 1524777 h 1587534"/>
              <a:gd name="connsiteX85" fmla="*/ 3092394 w 9662615"/>
              <a:gd name="connsiteY85" fmla="*/ 1528115 h 1587534"/>
              <a:gd name="connsiteX86" fmla="*/ 2994200 w 9662615"/>
              <a:gd name="connsiteY86" fmla="*/ 1537857 h 1587534"/>
              <a:gd name="connsiteX87" fmla="*/ 2862301 w 9662615"/>
              <a:gd name="connsiteY87" fmla="*/ 1544250 h 1587534"/>
              <a:gd name="connsiteX88" fmla="*/ 2766335 w 9662615"/>
              <a:gd name="connsiteY88" fmla="*/ 1527662 h 1587534"/>
              <a:gd name="connsiteX89" fmla="*/ 2757836 w 9662615"/>
              <a:gd name="connsiteY89" fmla="*/ 1531371 h 1587534"/>
              <a:gd name="connsiteX90" fmla="*/ 2691555 w 9662615"/>
              <a:gd name="connsiteY90" fmla="*/ 1530283 h 1587534"/>
              <a:gd name="connsiteX91" fmla="*/ 2491676 w 9662615"/>
              <a:gd name="connsiteY91" fmla="*/ 1500859 h 1587534"/>
              <a:gd name="connsiteX92" fmla="*/ 2378036 w 9662615"/>
              <a:gd name="connsiteY92" fmla="*/ 1520645 h 1587534"/>
              <a:gd name="connsiteX93" fmla="*/ 2284269 w 9662615"/>
              <a:gd name="connsiteY93" fmla="*/ 1503068 h 1587534"/>
              <a:gd name="connsiteX94" fmla="*/ 2207104 w 9662615"/>
              <a:gd name="connsiteY94" fmla="*/ 1508888 h 1587534"/>
              <a:gd name="connsiteX95" fmla="*/ 2149226 w 9662615"/>
              <a:gd name="connsiteY95" fmla="*/ 1523409 h 1587534"/>
              <a:gd name="connsiteX96" fmla="*/ 2084783 w 9662615"/>
              <a:gd name="connsiteY96" fmla="*/ 1524245 h 1587534"/>
              <a:gd name="connsiteX97" fmla="*/ 2070075 w 9662615"/>
              <a:gd name="connsiteY97" fmla="*/ 1511285 h 1587534"/>
              <a:gd name="connsiteX98" fmla="*/ 2001057 w 9662615"/>
              <a:gd name="connsiteY98" fmla="*/ 1516449 h 1587534"/>
              <a:gd name="connsiteX99" fmla="*/ 1896330 w 9662615"/>
              <a:gd name="connsiteY99" fmla="*/ 1525725 h 1587534"/>
              <a:gd name="connsiteX100" fmla="*/ 1835994 w 9662615"/>
              <a:gd name="connsiteY100" fmla="*/ 1527678 h 1587534"/>
              <a:gd name="connsiteX101" fmla="*/ 1671119 w 9662615"/>
              <a:gd name="connsiteY101" fmla="*/ 1536701 h 1587534"/>
              <a:gd name="connsiteX102" fmla="*/ 1601337 w 9662615"/>
              <a:gd name="connsiteY102" fmla="*/ 1548552 h 1587534"/>
              <a:gd name="connsiteX103" fmla="*/ 1407755 w 9662615"/>
              <a:gd name="connsiteY103" fmla="*/ 1571444 h 1587534"/>
              <a:gd name="connsiteX104" fmla="*/ 1271994 w 9662615"/>
              <a:gd name="connsiteY104" fmla="*/ 1579471 h 1587534"/>
              <a:gd name="connsiteX105" fmla="*/ 1249226 w 9662615"/>
              <a:gd name="connsiteY105" fmla="*/ 1583140 h 1587534"/>
              <a:gd name="connsiteX106" fmla="*/ 1217719 w 9662615"/>
              <a:gd name="connsiteY106" fmla="*/ 1580863 h 1587534"/>
              <a:gd name="connsiteX107" fmla="*/ 1091432 w 9662615"/>
              <a:gd name="connsiteY107" fmla="*/ 1571003 h 1587534"/>
              <a:gd name="connsiteX108" fmla="*/ 992039 w 9662615"/>
              <a:gd name="connsiteY108" fmla="*/ 1556662 h 1587534"/>
              <a:gd name="connsiteX109" fmla="*/ 868264 w 9662615"/>
              <a:gd name="connsiteY109" fmla="*/ 1566392 h 1587534"/>
              <a:gd name="connsiteX110" fmla="*/ 792765 w 9662615"/>
              <a:gd name="connsiteY110" fmla="*/ 1563102 h 1587534"/>
              <a:gd name="connsiteX111" fmla="*/ 669055 w 9662615"/>
              <a:gd name="connsiteY111" fmla="*/ 1543638 h 1587534"/>
              <a:gd name="connsiteX112" fmla="*/ 506152 w 9662615"/>
              <a:gd name="connsiteY112" fmla="*/ 1549124 h 1587534"/>
              <a:gd name="connsiteX113" fmla="*/ 472797 w 9662615"/>
              <a:gd name="connsiteY113" fmla="*/ 1568904 h 1587534"/>
              <a:gd name="connsiteX114" fmla="*/ 427864 w 9662615"/>
              <a:gd name="connsiteY114" fmla="*/ 1580848 h 1587534"/>
              <a:gd name="connsiteX115" fmla="*/ 408381 w 9662615"/>
              <a:gd name="connsiteY115" fmla="*/ 1552940 h 1587534"/>
              <a:gd name="connsiteX116" fmla="*/ 267163 w 9662615"/>
              <a:gd name="connsiteY116" fmla="*/ 1531913 h 1587534"/>
              <a:gd name="connsiteX117" fmla="*/ 196644 w 9662615"/>
              <a:gd name="connsiteY117" fmla="*/ 1524565 h 1587534"/>
              <a:gd name="connsiteX118" fmla="*/ 86819 w 9662615"/>
              <a:gd name="connsiteY118" fmla="*/ 1519517 h 1587534"/>
              <a:gd name="connsiteX119" fmla="*/ 53369 w 9662615"/>
              <a:gd name="connsiteY119" fmla="*/ 1516853 h 1587534"/>
              <a:gd name="connsiteX120" fmla="*/ 2359 w 9662615"/>
              <a:gd name="connsiteY120" fmla="*/ 1515247 h 1587534"/>
              <a:gd name="connsiteX121" fmla="*/ 0 w 9662615"/>
              <a:gd name="connsiteY121" fmla="*/ 1514932 h 1587534"/>
              <a:gd name="connsiteX122" fmla="*/ 0 w 9662615"/>
              <a:gd name="connsiteY122" fmla="*/ 0 h 1587534"/>
              <a:gd name="connsiteX0" fmla="*/ 0 w 9662615"/>
              <a:gd name="connsiteY0" fmla="*/ 0 h 1587534"/>
              <a:gd name="connsiteX1" fmla="*/ 9662615 w 9662615"/>
              <a:gd name="connsiteY1" fmla="*/ 0 h 1587534"/>
              <a:gd name="connsiteX2" fmla="*/ 9662615 w 9662615"/>
              <a:gd name="connsiteY2" fmla="*/ 1280346 h 1587534"/>
              <a:gd name="connsiteX3" fmla="*/ 9658420 w 9662615"/>
              <a:gd name="connsiteY3" fmla="*/ 1280106 h 1587534"/>
              <a:gd name="connsiteX4" fmla="*/ 9469546 w 9662615"/>
              <a:gd name="connsiteY4" fmla="*/ 1289837 h 1587534"/>
              <a:gd name="connsiteX5" fmla="*/ 9385895 w 9662615"/>
              <a:gd name="connsiteY5" fmla="*/ 1269203 h 1587534"/>
              <a:gd name="connsiteX6" fmla="*/ 9144767 w 9662615"/>
              <a:gd name="connsiteY6" fmla="*/ 1264120 h 1587534"/>
              <a:gd name="connsiteX7" fmla="*/ 8837252 w 9662615"/>
              <a:gd name="connsiteY7" fmla="*/ 1350515 h 1587534"/>
              <a:gd name="connsiteX8" fmla="*/ 8705466 w 9662615"/>
              <a:gd name="connsiteY8" fmla="*/ 1342419 h 1587534"/>
              <a:gd name="connsiteX9" fmla="*/ 8652221 w 9662615"/>
              <a:gd name="connsiteY9" fmla="*/ 1326906 h 1587534"/>
              <a:gd name="connsiteX10" fmla="*/ 8632312 w 9662615"/>
              <a:gd name="connsiteY10" fmla="*/ 1326025 h 1587534"/>
              <a:gd name="connsiteX11" fmla="*/ 8591582 w 9662615"/>
              <a:gd name="connsiteY11" fmla="*/ 1341666 h 1587534"/>
              <a:gd name="connsiteX12" fmla="*/ 8537336 w 9662615"/>
              <a:gd name="connsiteY12" fmla="*/ 1341684 h 1587534"/>
              <a:gd name="connsiteX13" fmla="*/ 8472508 w 9662615"/>
              <a:gd name="connsiteY13" fmla="*/ 1363109 h 1587534"/>
              <a:gd name="connsiteX14" fmla="*/ 8258477 w 9662615"/>
              <a:gd name="connsiteY14" fmla="*/ 1370666 h 1587534"/>
              <a:gd name="connsiteX15" fmla="*/ 8197961 w 9662615"/>
              <a:gd name="connsiteY15" fmla="*/ 1392804 h 1587534"/>
              <a:gd name="connsiteX16" fmla="*/ 8171196 w 9662615"/>
              <a:gd name="connsiteY16" fmla="*/ 1397216 h 1587534"/>
              <a:gd name="connsiteX17" fmla="*/ 8127667 w 9662615"/>
              <a:gd name="connsiteY17" fmla="*/ 1418254 h 1587534"/>
              <a:gd name="connsiteX18" fmla="*/ 7974579 w 9662615"/>
              <a:gd name="connsiteY18" fmla="*/ 1383439 h 1587534"/>
              <a:gd name="connsiteX19" fmla="*/ 7768351 w 9662615"/>
              <a:gd name="connsiteY19" fmla="*/ 1395051 h 1587534"/>
              <a:gd name="connsiteX20" fmla="*/ 7635985 w 9662615"/>
              <a:gd name="connsiteY20" fmla="*/ 1386363 h 1587534"/>
              <a:gd name="connsiteX21" fmla="*/ 7466069 w 9662615"/>
              <a:gd name="connsiteY21" fmla="*/ 1377654 h 1587534"/>
              <a:gd name="connsiteX22" fmla="*/ 7355642 w 9662615"/>
              <a:gd name="connsiteY22" fmla="*/ 1407761 h 1587534"/>
              <a:gd name="connsiteX23" fmla="*/ 7151610 w 9662615"/>
              <a:gd name="connsiteY23" fmla="*/ 1397856 h 1587534"/>
              <a:gd name="connsiteX24" fmla="*/ 7082147 w 9662615"/>
              <a:gd name="connsiteY24" fmla="*/ 1406113 h 1587534"/>
              <a:gd name="connsiteX25" fmla="*/ 7014958 w 9662615"/>
              <a:gd name="connsiteY25" fmla="*/ 1396883 h 1587534"/>
              <a:gd name="connsiteX26" fmla="*/ 6907567 w 9662615"/>
              <a:gd name="connsiteY26" fmla="*/ 1419149 h 1587534"/>
              <a:gd name="connsiteX27" fmla="*/ 6748428 w 9662615"/>
              <a:gd name="connsiteY27" fmla="*/ 1420308 h 1587534"/>
              <a:gd name="connsiteX28" fmla="*/ 6654257 w 9662615"/>
              <a:gd name="connsiteY28" fmla="*/ 1424143 h 1587534"/>
              <a:gd name="connsiteX29" fmla="*/ 6620123 w 9662615"/>
              <a:gd name="connsiteY29" fmla="*/ 1430535 h 1587534"/>
              <a:gd name="connsiteX30" fmla="*/ 6571355 w 9662615"/>
              <a:gd name="connsiteY30" fmla="*/ 1436144 h 1587534"/>
              <a:gd name="connsiteX31" fmla="*/ 6486557 w 9662615"/>
              <a:gd name="connsiteY31" fmla="*/ 1449861 h 1587534"/>
              <a:gd name="connsiteX32" fmla="*/ 6370419 w 9662615"/>
              <a:gd name="connsiteY32" fmla="*/ 1461649 h 1587534"/>
              <a:gd name="connsiteX33" fmla="*/ 6278839 w 9662615"/>
              <a:gd name="connsiteY33" fmla="*/ 1449160 h 1587534"/>
              <a:gd name="connsiteX34" fmla="*/ 6272455 w 9662615"/>
              <a:gd name="connsiteY34" fmla="*/ 1453191 h 1587534"/>
              <a:gd name="connsiteX35" fmla="*/ 6212659 w 9662615"/>
              <a:gd name="connsiteY35" fmla="*/ 1454850 h 1587534"/>
              <a:gd name="connsiteX36" fmla="*/ 6069317 w 9662615"/>
              <a:gd name="connsiteY36" fmla="*/ 1445838 h 1587534"/>
              <a:gd name="connsiteX37" fmla="*/ 5878477 w 9662615"/>
              <a:gd name="connsiteY37" fmla="*/ 1439180 h 1587534"/>
              <a:gd name="connsiteX38" fmla="*/ 5838387 w 9662615"/>
              <a:gd name="connsiteY38" fmla="*/ 1444679 h 1587534"/>
              <a:gd name="connsiteX39" fmla="*/ 5771136 w 9662615"/>
              <a:gd name="connsiteY39" fmla="*/ 1453639 h 1587534"/>
              <a:gd name="connsiteX40" fmla="*/ 5724081 w 9662615"/>
              <a:gd name="connsiteY40" fmla="*/ 1470431 h 1587534"/>
              <a:gd name="connsiteX41" fmla="*/ 5666577 w 9662615"/>
              <a:gd name="connsiteY41" fmla="*/ 1473921 h 1587534"/>
              <a:gd name="connsiteX42" fmla="*/ 5649068 w 9662615"/>
              <a:gd name="connsiteY42" fmla="*/ 1461676 h 1587534"/>
              <a:gd name="connsiteX43" fmla="*/ 5588902 w 9662615"/>
              <a:gd name="connsiteY43" fmla="*/ 1469647 h 1587534"/>
              <a:gd name="connsiteX44" fmla="*/ 5498090 w 9662615"/>
              <a:gd name="connsiteY44" fmla="*/ 1483173 h 1587534"/>
              <a:gd name="connsiteX45" fmla="*/ 5444641 w 9662615"/>
              <a:gd name="connsiteY45" fmla="*/ 1487602 h 1587534"/>
              <a:gd name="connsiteX46" fmla="*/ 5299812 w 9662615"/>
              <a:gd name="connsiteY46" fmla="*/ 1503362 h 1587534"/>
              <a:gd name="connsiteX47" fmla="*/ 5213947 w 9662615"/>
              <a:gd name="connsiteY47" fmla="*/ 1516637 h 1587534"/>
              <a:gd name="connsiteX48" fmla="*/ 5090342 w 9662615"/>
              <a:gd name="connsiteY48" fmla="*/ 1546680 h 1587534"/>
              <a:gd name="connsiteX49" fmla="*/ 5082104 w 9662615"/>
              <a:gd name="connsiteY49" fmla="*/ 1547781 h 1587534"/>
              <a:gd name="connsiteX50" fmla="*/ 5059484 w 9662615"/>
              <a:gd name="connsiteY50" fmla="*/ 1546802 h 1587534"/>
              <a:gd name="connsiteX51" fmla="*/ 5050958 w 9662615"/>
              <a:gd name="connsiteY51" fmla="*/ 1545776 h 1587534"/>
              <a:gd name="connsiteX52" fmla="*/ 5038524 w 9662615"/>
              <a:gd name="connsiteY52" fmla="*/ 1545675 h 1587534"/>
              <a:gd name="connsiteX53" fmla="*/ 5038223 w 9662615"/>
              <a:gd name="connsiteY53" fmla="*/ 1545881 h 1587534"/>
              <a:gd name="connsiteX54" fmla="*/ 5026564 w 9662615"/>
              <a:gd name="connsiteY54" fmla="*/ 1545376 h 1587534"/>
              <a:gd name="connsiteX55" fmla="*/ 4969433 w 9662615"/>
              <a:gd name="connsiteY55" fmla="*/ 1540263 h 1587534"/>
              <a:gd name="connsiteX56" fmla="*/ 4921303 w 9662615"/>
              <a:gd name="connsiteY56" fmla="*/ 1575379 h 1587534"/>
              <a:gd name="connsiteX57" fmla="*/ 4863775 w 9662615"/>
              <a:gd name="connsiteY57" fmla="*/ 1562633 h 1587534"/>
              <a:gd name="connsiteX58" fmla="*/ 4847242 w 9662615"/>
              <a:gd name="connsiteY58" fmla="*/ 1565435 h 1587534"/>
              <a:gd name="connsiteX59" fmla="*/ 4830335 w 9662615"/>
              <a:gd name="connsiteY59" fmla="*/ 1587534 h 1587534"/>
              <a:gd name="connsiteX60" fmla="*/ 4791466 w 9662615"/>
              <a:gd name="connsiteY60" fmla="*/ 1561324 h 1587534"/>
              <a:gd name="connsiteX61" fmla="*/ 4784247 w 9662615"/>
              <a:gd name="connsiteY61" fmla="*/ 1562342 h 1587534"/>
              <a:gd name="connsiteX62" fmla="*/ 4748477 w 9662615"/>
              <a:gd name="connsiteY62" fmla="*/ 1556925 h 1587534"/>
              <a:gd name="connsiteX63" fmla="*/ 4730033 w 9662615"/>
              <a:gd name="connsiteY63" fmla="*/ 1555274 h 1587534"/>
              <a:gd name="connsiteX64" fmla="*/ 4724747 w 9662615"/>
              <a:gd name="connsiteY64" fmla="*/ 1552439 h 1587534"/>
              <a:gd name="connsiteX65" fmla="*/ 4697562 w 9662615"/>
              <a:gd name="connsiteY65" fmla="*/ 1551206 h 1587534"/>
              <a:gd name="connsiteX66" fmla="*/ 4662664 w 9662615"/>
              <a:gd name="connsiteY66" fmla="*/ 1573162 h 1587534"/>
              <a:gd name="connsiteX67" fmla="*/ 4603028 w 9662615"/>
              <a:gd name="connsiteY67" fmla="*/ 1568821 h 1587534"/>
              <a:gd name="connsiteX68" fmla="*/ 4541612 w 9662615"/>
              <a:gd name="connsiteY68" fmla="*/ 1545262 h 1587534"/>
              <a:gd name="connsiteX69" fmla="*/ 4422155 w 9662615"/>
              <a:gd name="connsiteY69" fmla="*/ 1542059 h 1587534"/>
              <a:gd name="connsiteX70" fmla="*/ 4221826 w 9662615"/>
              <a:gd name="connsiteY70" fmla="*/ 1508923 h 1587534"/>
              <a:gd name="connsiteX71" fmla="*/ 4096601 w 9662615"/>
              <a:gd name="connsiteY71" fmla="*/ 1521563 h 1587534"/>
              <a:gd name="connsiteX72" fmla="*/ 3970635 w 9662615"/>
              <a:gd name="connsiteY72" fmla="*/ 1544815 h 1587534"/>
              <a:gd name="connsiteX73" fmla="*/ 3833906 w 9662615"/>
              <a:gd name="connsiteY73" fmla="*/ 1516637 h 1587534"/>
              <a:gd name="connsiteX74" fmla="*/ 3696258 w 9662615"/>
              <a:gd name="connsiteY74" fmla="*/ 1537563 h 1587534"/>
              <a:gd name="connsiteX75" fmla="*/ 3594070 w 9662615"/>
              <a:gd name="connsiteY75" fmla="*/ 1509422 h 1587534"/>
              <a:gd name="connsiteX76" fmla="*/ 3565233 w 9662615"/>
              <a:gd name="connsiteY76" fmla="*/ 1515122 h 1587534"/>
              <a:gd name="connsiteX77" fmla="*/ 3560267 w 9662615"/>
              <a:gd name="connsiteY77" fmla="*/ 1516288 h 1587534"/>
              <a:gd name="connsiteX78" fmla="*/ 3540258 w 9662615"/>
              <a:gd name="connsiteY78" fmla="*/ 1516976 h 1587534"/>
              <a:gd name="connsiteX79" fmla="*/ 3534780 w 9662615"/>
              <a:gd name="connsiteY79" fmla="*/ 1522141 h 1587534"/>
              <a:gd name="connsiteX80" fmla="*/ 3504783 w 9662615"/>
              <a:gd name="connsiteY80" fmla="*/ 1526739 h 1587534"/>
              <a:gd name="connsiteX81" fmla="*/ 3430805 w 9662615"/>
              <a:gd name="connsiteY81" fmla="*/ 1542521 h 1587534"/>
              <a:gd name="connsiteX82" fmla="*/ 3292707 w 9662615"/>
              <a:gd name="connsiteY82" fmla="*/ 1520490 h 1587534"/>
              <a:gd name="connsiteX83" fmla="*/ 3187872 w 9662615"/>
              <a:gd name="connsiteY83" fmla="*/ 1519991 h 1587534"/>
              <a:gd name="connsiteX84" fmla="*/ 3148026 w 9662615"/>
              <a:gd name="connsiteY84" fmla="*/ 1524777 h 1587534"/>
              <a:gd name="connsiteX85" fmla="*/ 3092394 w 9662615"/>
              <a:gd name="connsiteY85" fmla="*/ 1528115 h 1587534"/>
              <a:gd name="connsiteX86" fmla="*/ 2994200 w 9662615"/>
              <a:gd name="connsiteY86" fmla="*/ 1537857 h 1587534"/>
              <a:gd name="connsiteX87" fmla="*/ 2862301 w 9662615"/>
              <a:gd name="connsiteY87" fmla="*/ 1544250 h 1587534"/>
              <a:gd name="connsiteX88" fmla="*/ 2766335 w 9662615"/>
              <a:gd name="connsiteY88" fmla="*/ 1527662 h 1587534"/>
              <a:gd name="connsiteX89" fmla="*/ 2757836 w 9662615"/>
              <a:gd name="connsiteY89" fmla="*/ 1531371 h 1587534"/>
              <a:gd name="connsiteX90" fmla="*/ 2691555 w 9662615"/>
              <a:gd name="connsiteY90" fmla="*/ 1530283 h 1587534"/>
              <a:gd name="connsiteX91" fmla="*/ 2491676 w 9662615"/>
              <a:gd name="connsiteY91" fmla="*/ 1500859 h 1587534"/>
              <a:gd name="connsiteX92" fmla="*/ 2378036 w 9662615"/>
              <a:gd name="connsiteY92" fmla="*/ 1520645 h 1587534"/>
              <a:gd name="connsiteX93" fmla="*/ 2284269 w 9662615"/>
              <a:gd name="connsiteY93" fmla="*/ 1503068 h 1587534"/>
              <a:gd name="connsiteX94" fmla="*/ 2207104 w 9662615"/>
              <a:gd name="connsiteY94" fmla="*/ 1508888 h 1587534"/>
              <a:gd name="connsiteX95" fmla="*/ 2149226 w 9662615"/>
              <a:gd name="connsiteY95" fmla="*/ 1523409 h 1587534"/>
              <a:gd name="connsiteX96" fmla="*/ 2084783 w 9662615"/>
              <a:gd name="connsiteY96" fmla="*/ 1524245 h 1587534"/>
              <a:gd name="connsiteX97" fmla="*/ 2070075 w 9662615"/>
              <a:gd name="connsiteY97" fmla="*/ 1511285 h 1587534"/>
              <a:gd name="connsiteX98" fmla="*/ 2001057 w 9662615"/>
              <a:gd name="connsiteY98" fmla="*/ 1516449 h 1587534"/>
              <a:gd name="connsiteX99" fmla="*/ 1896330 w 9662615"/>
              <a:gd name="connsiteY99" fmla="*/ 1525725 h 1587534"/>
              <a:gd name="connsiteX100" fmla="*/ 1835994 w 9662615"/>
              <a:gd name="connsiteY100" fmla="*/ 1527678 h 1587534"/>
              <a:gd name="connsiteX101" fmla="*/ 1671119 w 9662615"/>
              <a:gd name="connsiteY101" fmla="*/ 1536701 h 1587534"/>
              <a:gd name="connsiteX102" fmla="*/ 1601337 w 9662615"/>
              <a:gd name="connsiteY102" fmla="*/ 1548552 h 1587534"/>
              <a:gd name="connsiteX103" fmla="*/ 1407755 w 9662615"/>
              <a:gd name="connsiteY103" fmla="*/ 1571444 h 1587534"/>
              <a:gd name="connsiteX104" fmla="*/ 1271994 w 9662615"/>
              <a:gd name="connsiteY104" fmla="*/ 1579471 h 1587534"/>
              <a:gd name="connsiteX105" fmla="*/ 1249226 w 9662615"/>
              <a:gd name="connsiteY105" fmla="*/ 1583140 h 1587534"/>
              <a:gd name="connsiteX106" fmla="*/ 1217719 w 9662615"/>
              <a:gd name="connsiteY106" fmla="*/ 1580863 h 1587534"/>
              <a:gd name="connsiteX107" fmla="*/ 1091432 w 9662615"/>
              <a:gd name="connsiteY107" fmla="*/ 1571003 h 1587534"/>
              <a:gd name="connsiteX108" fmla="*/ 992039 w 9662615"/>
              <a:gd name="connsiteY108" fmla="*/ 1556662 h 1587534"/>
              <a:gd name="connsiteX109" fmla="*/ 868264 w 9662615"/>
              <a:gd name="connsiteY109" fmla="*/ 1566392 h 1587534"/>
              <a:gd name="connsiteX110" fmla="*/ 792765 w 9662615"/>
              <a:gd name="connsiteY110" fmla="*/ 1563102 h 1587534"/>
              <a:gd name="connsiteX111" fmla="*/ 669055 w 9662615"/>
              <a:gd name="connsiteY111" fmla="*/ 1543638 h 1587534"/>
              <a:gd name="connsiteX112" fmla="*/ 506152 w 9662615"/>
              <a:gd name="connsiteY112" fmla="*/ 1549124 h 1587534"/>
              <a:gd name="connsiteX113" fmla="*/ 472797 w 9662615"/>
              <a:gd name="connsiteY113" fmla="*/ 1568904 h 1587534"/>
              <a:gd name="connsiteX114" fmla="*/ 427864 w 9662615"/>
              <a:gd name="connsiteY114" fmla="*/ 1580848 h 1587534"/>
              <a:gd name="connsiteX115" fmla="*/ 408381 w 9662615"/>
              <a:gd name="connsiteY115" fmla="*/ 1552940 h 1587534"/>
              <a:gd name="connsiteX116" fmla="*/ 267163 w 9662615"/>
              <a:gd name="connsiteY116" fmla="*/ 1531913 h 1587534"/>
              <a:gd name="connsiteX117" fmla="*/ 196644 w 9662615"/>
              <a:gd name="connsiteY117" fmla="*/ 1524565 h 1587534"/>
              <a:gd name="connsiteX118" fmla="*/ 86819 w 9662615"/>
              <a:gd name="connsiteY118" fmla="*/ 1519517 h 1587534"/>
              <a:gd name="connsiteX119" fmla="*/ 53369 w 9662615"/>
              <a:gd name="connsiteY119" fmla="*/ 1516853 h 1587534"/>
              <a:gd name="connsiteX120" fmla="*/ 2359 w 9662615"/>
              <a:gd name="connsiteY120" fmla="*/ 1515247 h 1587534"/>
              <a:gd name="connsiteX121" fmla="*/ 0 w 9662615"/>
              <a:gd name="connsiteY121" fmla="*/ 1514932 h 1587534"/>
              <a:gd name="connsiteX122" fmla="*/ 0 w 9662615"/>
              <a:gd name="connsiteY122" fmla="*/ 0 h 1587534"/>
              <a:gd name="connsiteX0" fmla="*/ 0 w 9662615"/>
              <a:gd name="connsiteY0" fmla="*/ 0 h 1598136"/>
              <a:gd name="connsiteX1" fmla="*/ 9662615 w 9662615"/>
              <a:gd name="connsiteY1" fmla="*/ 0 h 1598136"/>
              <a:gd name="connsiteX2" fmla="*/ 9662615 w 9662615"/>
              <a:gd name="connsiteY2" fmla="*/ 1280346 h 1598136"/>
              <a:gd name="connsiteX3" fmla="*/ 9658420 w 9662615"/>
              <a:gd name="connsiteY3" fmla="*/ 1280106 h 1598136"/>
              <a:gd name="connsiteX4" fmla="*/ 9469546 w 9662615"/>
              <a:gd name="connsiteY4" fmla="*/ 1289837 h 1598136"/>
              <a:gd name="connsiteX5" fmla="*/ 9385895 w 9662615"/>
              <a:gd name="connsiteY5" fmla="*/ 1269203 h 1598136"/>
              <a:gd name="connsiteX6" fmla="*/ 9144767 w 9662615"/>
              <a:gd name="connsiteY6" fmla="*/ 1264120 h 1598136"/>
              <a:gd name="connsiteX7" fmla="*/ 8837252 w 9662615"/>
              <a:gd name="connsiteY7" fmla="*/ 1350515 h 1598136"/>
              <a:gd name="connsiteX8" fmla="*/ 8705466 w 9662615"/>
              <a:gd name="connsiteY8" fmla="*/ 1342419 h 1598136"/>
              <a:gd name="connsiteX9" fmla="*/ 8652221 w 9662615"/>
              <a:gd name="connsiteY9" fmla="*/ 1326906 h 1598136"/>
              <a:gd name="connsiteX10" fmla="*/ 8632312 w 9662615"/>
              <a:gd name="connsiteY10" fmla="*/ 1326025 h 1598136"/>
              <a:gd name="connsiteX11" fmla="*/ 8591582 w 9662615"/>
              <a:gd name="connsiteY11" fmla="*/ 1341666 h 1598136"/>
              <a:gd name="connsiteX12" fmla="*/ 8537336 w 9662615"/>
              <a:gd name="connsiteY12" fmla="*/ 1341684 h 1598136"/>
              <a:gd name="connsiteX13" fmla="*/ 8472508 w 9662615"/>
              <a:gd name="connsiteY13" fmla="*/ 1363109 h 1598136"/>
              <a:gd name="connsiteX14" fmla="*/ 8258477 w 9662615"/>
              <a:gd name="connsiteY14" fmla="*/ 1370666 h 1598136"/>
              <a:gd name="connsiteX15" fmla="*/ 8197961 w 9662615"/>
              <a:gd name="connsiteY15" fmla="*/ 1392804 h 1598136"/>
              <a:gd name="connsiteX16" fmla="*/ 8171196 w 9662615"/>
              <a:gd name="connsiteY16" fmla="*/ 1397216 h 1598136"/>
              <a:gd name="connsiteX17" fmla="*/ 8127667 w 9662615"/>
              <a:gd name="connsiteY17" fmla="*/ 1418254 h 1598136"/>
              <a:gd name="connsiteX18" fmla="*/ 7974579 w 9662615"/>
              <a:gd name="connsiteY18" fmla="*/ 1383439 h 1598136"/>
              <a:gd name="connsiteX19" fmla="*/ 7768351 w 9662615"/>
              <a:gd name="connsiteY19" fmla="*/ 1395051 h 1598136"/>
              <a:gd name="connsiteX20" fmla="*/ 7635985 w 9662615"/>
              <a:gd name="connsiteY20" fmla="*/ 1386363 h 1598136"/>
              <a:gd name="connsiteX21" fmla="*/ 7466069 w 9662615"/>
              <a:gd name="connsiteY21" fmla="*/ 1377654 h 1598136"/>
              <a:gd name="connsiteX22" fmla="*/ 7355642 w 9662615"/>
              <a:gd name="connsiteY22" fmla="*/ 1407761 h 1598136"/>
              <a:gd name="connsiteX23" fmla="*/ 7151610 w 9662615"/>
              <a:gd name="connsiteY23" fmla="*/ 1397856 h 1598136"/>
              <a:gd name="connsiteX24" fmla="*/ 7082147 w 9662615"/>
              <a:gd name="connsiteY24" fmla="*/ 1406113 h 1598136"/>
              <a:gd name="connsiteX25" fmla="*/ 7014958 w 9662615"/>
              <a:gd name="connsiteY25" fmla="*/ 1396883 h 1598136"/>
              <a:gd name="connsiteX26" fmla="*/ 6907567 w 9662615"/>
              <a:gd name="connsiteY26" fmla="*/ 1419149 h 1598136"/>
              <a:gd name="connsiteX27" fmla="*/ 6748428 w 9662615"/>
              <a:gd name="connsiteY27" fmla="*/ 1420308 h 1598136"/>
              <a:gd name="connsiteX28" fmla="*/ 6654257 w 9662615"/>
              <a:gd name="connsiteY28" fmla="*/ 1424143 h 1598136"/>
              <a:gd name="connsiteX29" fmla="*/ 6620123 w 9662615"/>
              <a:gd name="connsiteY29" fmla="*/ 1430535 h 1598136"/>
              <a:gd name="connsiteX30" fmla="*/ 6571355 w 9662615"/>
              <a:gd name="connsiteY30" fmla="*/ 1436144 h 1598136"/>
              <a:gd name="connsiteX31" fmla="*/ 6486557 w 9662615"/>
              <a:gd name="connsiteY31" fmla="*/ 1449861 h 1598136"/>
              <a:gd name="connsiteX32" fmla="*/ 6370419 w 9662615"/>
              <a:gd name="connsiteY32" fmla="*/ 1461649 h 1598136"/>
              <a:gd name="connsiteX33" fmla="*/ 6278839 w 9662615"/>
              <a:gd name="connsiteY33" fmla="*/ 1449160 h 1598136"/>
              <a:gd name="connsiteX34" fmla="*/ 6272455 w 9662615"/>
              <a:gd name="connsiteY34" fmla="*/ 1453191 h 1598136"/>
              <a:gd name="connsiteX35" fmla="*/ 6212659 w 9662615"/>
              <a:gd name="connsiteY35" fmla="*/ 1454850 h 1598136"/>
              <a:gd name="connsiteX36" fmla="*/ 6069317 w 9662615"/>
              <a:gd name="connsiteY36" fmla="*/ 1445838 h 1598136"/>
              <a:gd name="connsiteX37" fmla="*/ 5878477 w 9662615"/>
              <a:gd name="connsiteY37" fmla="*/ 1439180 h 1598136"/>
              <a:gd name="connsiteX38" fmla="*/ 5838387 w 9662615"/>
              <a:gd name="connsiteY38" fmla="*/ 1444679 h 1598136"/>
              <a:gd name="connsiteX39" fmla="*/ 5771136 w 9662615"/>
              <a:gd name="connsiteY39" fmla="*/ 1453639 h 1598136"/>
              <a:gd name="connsiteX40" fmla="*/ 5724081 w 9662615"/>
              <a:gd name="connsiteY40" fmla="*/ 1470431 h 1598136"/>
              <a:gd name="connsiteX41" fmla="*/ 5666577 w 9662615"/>
              <a:gd name="connsiteY41" fmla="*/ 1473921 h 1598136"/>
              <a:gd name="connsiteX42" fmla="*/ 5649068 w 9662615"/>
              <a:gd name="connsiteY42" fmla="*/ 1461676 h 1598136"/>
              <a:gd name="connsiteX43" fmla="*/ 5588902 w 9662615"/>
              <a:gd name="connsiteY43" fmla="*/ 1469647 h 1598136"/>
              <a:gd name="connsiteX44" fmla="*/ 5498090 w 9662615"/>
              <a:gd name="connsiteY44" fmla="*/ 1483173 h 1598136"/>
              <a:gd name="connsiteX45" fmla="*/ 5444641 w 9662615"/>
              <a:gd name="connsiteY45" fmla="*/ 1487602 h 1598136"/>
              <a:gd name="connsiteX46" fmla="*/ 5299812 w 9662615"/>
              <a:gd name="connsiteY46" fmla="*/ 1503362 h 1598136"/>
              <a:gd name="connsiteX47" fmla="*/ 5213947 w 9662615"/>
              <a:gd name="connsiteY47" fmla="*/ 1516637 h 1598136"/>
              <a:gd name="connsiteX48" fmla="*/ 5090342 w 9662615"/>
              <a:gd name="connsiteY48" fmla="*/ 1546680 h 1598136"/>
              <a:gd name="connsiteX49" fmla="*/ 5082104 w 9662615"/>
              <a:gd name="connsiteY49" fmla="*/ 1547781 h 1598136"/>
              <a:gd name="connsiteX50" fmla="*/ 5059484 w 9662615"/>
              <a:gd name="connsiteY50" fmla="*/ 1546802 h 1598136"/>
              <a:gd name="connsiteX51" fmla="*/ 5050958 w 9662615"/>
              <a:gd name="connsiteY51" fmla="*/ 1545776 h 1598136"/>
              <a:gd name="connsiteX52" fmla="*/ 5038524 w 9662615"/>
              <a:gd name="connsiteY52" fmla="*/ 1545675 h 1598136"/>
              <a:gd name="connsiteX53" fmla="*/ 5038223 w 9662615"/>
              <a:gd name="connsiteY53" fmla="*/ 1545881 h 1598136"/>
              <a:gd name="connsiteX54" fmla="*/ 5026564 w 9662615"/>
              <a:gd name="connsiteY54" fmla="*/ 1545376 h 1598136"/>
              <a:gd name="connsiteX55" fmla="*/ 4969433 w 9662615"/>
              <a:gd name="connsiteY55" fmla="*/ 1540263 h 1598136"/>
              <a:gd name="connsiteX56" fmla="*/ 4921303 w 9662615"/>
              <a:gd name="connsiteY56" fmla="*/ 1575379 h 1598136"/>
              <a:gd name="connsiteX57" fmla="*/ 4863775 w 9662615"/>
              <a:gd name="connsiteY57" fmla="*/ 1562633 h 1598136"/>
              <a:gd name="connsiteX58" fmla="*/ 4847242 w 9662615"/>
              <a:gd name="connsiteY58" fmla="*/ 1565435 h 1598136"/>
              <a:gd name="connsiteX59" fmla="*/ 4856839 w 9662615"/>
              <a:gd name="connsiteY59" fmla="*/ 1598136 h 1598136"/>
              <a:gd name="connsiteX60" fmla="*/ 4791466 w 9662615"/>
              <a:gd name="connsiteY60" fmla="*/ 1561324 h 1598136"/>
              <a:gd name="connsiteX61" fmla="*/ 4784247 w 9662615"/>
              <a:gd name="connsiteY61" fmla="*/ 1562342 h 1598136"/>
              <a:gd name="connsiteX62" fmla="*/ 4748477 w 9662615"/>
              <a:gd name="connsiteY62" fmla="*/ 1556925 h 1598136"/>
              <a:gd name="connsiteX63" fmla="*/ 4730033 w 9662615"/>
              <a:gd name="connsiteY63" fmla="*/ 1555274 h 1598136"/>
              <a:gd name="connsiteX64" fmla="*/ 4724747 w 9662615"/>
              <a:gd name="connsiteY64" fmla="*/ 1552439 h 1598136"/>
              <a:gd name="connsiteX65" fmla="*/ 4697562 w 9662615"/>
              <a:gd name="connsiteY65" fmla="*/ 1551206 h 1598136"/>
              <a:gd name="connsiteX66" fmla="*/ 4662664 w 9662615"/>
              <a:gd name="connsiteY66" fmla="*/ 1573162 h 1598136"/>
              <a:gd name="connsiteX67" fmla="*/ 4603028 w 9662615"/>
              <a:gd name="connsiteY67" fmla="*/ 1568821 h 1598136"/>
              <a:gd name="connsiteX68" fmla="*/ 4541612 w 9662615"/>
              <a:gd name="connsiteY68" fmla="*/ 1545262 h 1598136"/>
              <a:gd name="connsiteX69" fmla="*/ 4422155 w 9662615"/>
              <a:gd name="connsiteY69" fmla="*/ 1542059 h 1598136"/>
              <a:gd name="connsiteX70" fmla="*/ 4221826 w 9662615"/>
              <a:gd name="connsiteY70" fmla="*/ 1508923 h 1598136"/>
              <a:gd name="connsiteX71" fmla="*/ 4096601 w 9662615"/>
              <a:gd name="connsiteY71" fmla="*/ 1521563 h 1598136"/>
              <a:gd name="connsiteX72" fmla="*/ 3970635 w 9662615"/>
              <a:gd name="connsiteY72" fmla="*/ 1544815 h 1598136"/>
              <a:gd name="connsiteX73" fmla="*/ 3833906 w 9662615"/>
              <a:gd name="connsiteY73" fmla="*/ 1516637 h 1598136"/>
              <a:gd name="connsiteX74" fmla="*/ 3696258 w 9662615"/>
              <a:gd name="connsiteY74" fmla="*/ 1537563 h 1598136"/>
              <a:gd name="connsiteX75" fmla="*/ 3594070 w 9662615"/>
              <a:gd name="connsiteY75" fmla="*/ 1509422 h 1598136"/>
              <a:gd name="connsiteX76" fmla="*/ 3565233 w 9662615"/>
              <a:gd name="connsiteY76" fmla="*/ 1515122 h 1598136"/>
              <a:gd name="connsiteX77" fmla="*/ 3560267 w 9662615"/>
              <a:gd name="connsiteY77" fmla="*/ 1516288 h 1598136"/>
              <a:gd name="connsiteX78" fmla="*/ 3540258 w 9662615"/>
              <a:gd name="connsiteY78" fmla="*/ 1516976 h 1598136"/>
              <a:gd name="connsiteX79" fmla="*/ 3534780 w 9662615"/>
              <a:gd name="connsiteY79" fmla="*/ 1522141 h 1598136"/>
              <a:gd name="connsiteX80" fmla="*/ 3504783 w 9662615"/>
              <a:gd name="connsiteY80" fmla="*/ 1526739 h 1598136"/>
              <a:gd name="connsiteX81" fmla="*/ 3430805 w 9662615"/>
              <a:gd name="connsiteY81" fmla="*/ 1542521 h 1598136"/>
              <a:gd name="connsiteX82" fmla="*/ 3292707 w 9662615"/>
              <a:gd name="connsiteY82" fmla="*/ 1520490 h 1598136"/>
              <a:gd name="connsiteX83" fmla="*/ 3187872 w 9662615"/>
              <a:gd name="connsiteY83" fmla="*/ 1519991 h 1598136"/>
              <a:gd name="connsiteX84" fmla="*/ 3148026 w 9662615"/>
              <a:gd name="connsiteY84" fmla="*/ 1524777 h 1598136"/>
              <a:gd name="connsiteX85" fmla="*/ 3092394 w 9662615"/>
              <a:gd name="connsiteY85" fmla="*/ 1528115 h 1598136"/>
              <a:gd name="connsiteX86" fmla="*/ 2994200 w 9662615"/>
              <a:gd name="connsiteY86" fmla="*/ 1537857 h 1598136"/>
              <a:gd name="connsiteX87" fmla="*/ 2862301 w 9662615"/>
              <a:gd name="connsiteY87" fmla="*/ 1544250 h 1598136"/>
              <a:gd name="connsiteX88" fmla="*/ 2766335 w 9662615"/>
              <a:gd name="connsiteY88" fmla="*/ 1527662 h 1598136"/>
              <a:gd name="connsiteX89" fmla="*/ 2757836 w 9662615"/>
              <a:gd name="connsiteY89" fmla="*/ 1531371 h 1598136"/>
              <a:gd name="connsiteX90" fmla="*/ 2691555 w 9662615"/>
              <a:gd name="connsiteY90" fmla="*/ 1530283 h 1598136"/>
              <a:gd name="connsiteX91" fmla="*/ 2491676 w 9662615"/>
              <a:gd name="connsiteY91" fmla="*/ 1500859 h 1598136"/>
              <a:gd name="connsiteX92" fmla="*/ 2378036 w 9662615"/>
              <a:gd name="connsiteY92" fmla="*/ 1520645 h 1598136"/>
              <a:gd name="connsiteX93" fmla="*/ 2284269 w 9662615"/>
              <a:gd name="connsiteY93" fmla="*/ 1503068 h 1598136"/>
              <a:gd name="connsiteX94" fmla="*/ 2207104 w 9662615"/>
              <a:gd name="connsiteY94" fmla="*/ 1508888 h 1598136"/>
              <a:gd name="connsiteX95" fmla="*/ 2149226 w 9662615"/>
              <a:gd name="connsiteY95" fmla="*/ 1523409 h 1598136"/>
              <a:gd name="connsiteX96" fmla="*/ 2084783 w 9662615"/>
              <a:gd name="connsiteY96" fmla="*/ 1524245 h 1598136"/>
              <a:gd name="connsiteX97" fmla="*/ 2070075 w 9662615"/>
              <a:gd name="connsiteY97" fmla="*/ 1511285 h 1598136"/>
              <a:gd name="connsiteX98" fmla="*/ 2001057 w 9662615"/>
              <a:gd name="connsiteY98" fmla="*/ 1516449 h 1598136"/>
              <a:gd name="connsiteX99" fmla="*/ 1896330 w 9662615"/>
              <a:gd name="connsiteY99" fmla="*/ 1525725 h 1598136"/>
              <a:gd name="connsiteX100" fmla="*/ 1835994 w 9662615"/>
              <a:gd name="connsiteY100" fmla="*/ 1527678 h 1598136"/>
              <a:gd name="connsiteX101" fmla="*/ 1671119 w 9662615"/>
              <a:gd name="connsiteY101" fmla="*/ 1536701 h 1598136"/>
              <a:gd name="connsiteX102" fmla="*/ 1601337 w 9662615"/>
              <a:gd name="connsiteY102" fmla="*/ 1548552 h 1598136"/>
              <a:gd name="connsiteX103" fmla="*/ 1407755 w 9662615"/>
              <a:gd name="connsiteY103" fmla="*/ 1571444 h 1598136"/>
              <a:gd name="connsiteX104" fmla="*/ 1271994 w 9662615"/>
              <a:gd name="connsiteY104" fmla="*/ 1579471 h 1598136"/>
              <a:gd name="connsiteX105" fmla="*/ 1249226 w 9662615"/>
              <a:gd name="connsiteY105" fmla="*/ 1583140 h 1598136"/>
              <a:gd name="connsiteX106" fmla="*/ 1217719 w 9662615"/>
              <a:gd name="connsiteY106" fmla="*/ 1580863 h 1598136"/>
              <a:gd name="connsiteX107" fmla="*/ 1091432 w 9662615"/>
              <a:gd name="connsiteY107" fmla="*/ 1571003 h 1598136"/>
              <a:gd name="connsiteX108" fmla="*/ 992039 w 9662615"/>
              <a:gd name="connsiteY108" fmla="*/ 1556662 h 1598136"/>
              <a:gd name="connsiteX109" fmla="*/ 868264 w 9662615"/>
              <a:gd name="connsiteY109" fmla="*/ 1566392 h 1598136"/>
              <a:gd name="connsiteX110" fmla="*/ 792765 w 9662615"/>
              <a:gd name="connsiteY110" fmla="*/ 1563102 h 1598136"/>
              <a:gd name="connsiteX111" fmla="*/ 669055 w 9662615"/>
              <a:gd name="connsiteY111" fmla="*/ 1543638 h 1598136"/>
              <a:gd name="connsiteX112" fmla="*/ 506152 w 9662615"/>
              <a:gd name="connsiteY112" fmla="*/ 1549124 h 1598136"/>
              <a:gd name="connsiteX113" fmla="*/ 472797 w 9662615"/>
              <a:gd name="connsiteY113" fmla="*/ 1568904 h 1598136"/>
              <a:gd name="connsiteX114" fmla="*/ 427864 w 9662615"/>
              <a:gd name="connsiteY114" fmla="*/ 1580848 h 1598136"/>
              <a:gd name="connsiteX115" fmla="*/ 408381 w 9662615"/>
              <a:gd name="connsiteY115" fmla="*/ 1552940 h 1598136"/>
              <a:gd name="connsiteX116" fmla="*/ 267163 w 9662615"/>
              <a:gd name="connsiteY116" fmla="*/ 1531913 h 1598136"/>
              <a:gd name="connsiteX117" fmla="*/ 196644 w 9662615"/>
              <a:gd name="connsiteY117" fmla="*/ 1524565 h 1598136"/>
              <a:gd name="connsiteX118" fmla="*/ 86819 w 9662615"/>
              <a:gd name="connsiteY118" fmla="*/ 1519517 h 1598136"/>
              <a:gd name="connsiteX119" fmla="*/ 53369 w 9662615"/>
              <a:gd name="connsiteY119" fmla="*/ 1516853 h 1598136"/>
              <a:gd name="connsiteX120" fmla="*/ 2359 w 9662615"/>
              <a:gd name="connsiteY120" fmla="*/ 1515247 h 1598136"/>
              <a:gd name="connsiteX121" fmla="*/ 0 w 9662615"/>
              <a:gd name="connsiteY121" fmla="*/ 1514932 h 1598136"/>
              <a:gd name="connsiteX122" fmla="*/ 0 w 9662615"/>
              <a:gd name="connsiteY122" fmla="*/ 0 h 1598136"/>
              <a:gd name="connsiteX0" fmla="*/ 0 w 9662615"/>
              <a:gd name="connsiteY0" fmla="*/ 0 h 1598136"/>
              <a:gd name="connsiteX1" fmla="*/ 9662615 w 9662615"/>
              <a:gd name="connsiteY1" fmla="*/ 0 h 1598136"/>
              <a:gd name="connsiteX2" fmla="*/ 9662615 w 9662615"/>
              <a:gd name="connsiteY2" fmla="*/ 1280346 h 1598136"/>
              <a:gd name="connsiteX3" fmla="*/ 9658420 w 9662615"/>
              <a:gd name="connsiteY3" fmla="*/ 1280106 h 1598136"/>
              <a:gd name="connsiteX4" fmla="*/ 9469546 w 9662615"/>
              <a:gd name="connsiteY4" fmla="*/ 1289837 h 1598136"/>
              <a:gd name="connsiteX5" fmla="*/ 9385895 w 9662615"/>
              <a:gd name="connsiteY5" fmla="*/ 1269203 h 1598136"/>
              <a:gd name="connsiteX6" fmla="*/ 9144767 w 9662615"/>
              <a:gd name="connsiteY6" fmla="*/ 1264120 h 1598136"/>
              <a:gd name="connsiteX7" fmla="*/ 8837252 w 9662615"/>
              <a:gd name="connsiteY7" fmla="*/ 1350515 h 1598136"/>
              <a:gd name="connsiteX8" fmla="*/ 8705466 w 9662615"/>
              <a:gd name="connsiteY8" fmla="*/ 1342419 h 1598136"/>
              <a:gd name="connsiteX9" fmla="*/ 8652221 w 9662615"/>
              <a:gd name="connsiteY9" fmla="*/ 1326906 h 1598136"/>
              <a:gd name="connsiteX10" fmla="*/ 8632312 w 9662615"/>
              <a:gd name="connsiteY10" fmla="*/ 1326025 h 1598136"/>
              <a:gd name="connsiteX11" fmla="*/ 8591582 w 9662615"/>
              <a:gd name="connsiteY11" fmla="*/ 1341666 h 1598136"/>
              <a:gd name="connsiteX12" fmla="*/ 8537336 w 9662615"/>
              <a:gd name="connsiteY12" fmla="*/ 1341684 h 1598136"/>
              <a:gd name="connsiteX13" fmla="*/ 8472508 w 9662615"/>
              <a:gd name="connsiteY13" fmla="*/ 1363109 h 1598136"/>
              <a:gd name="connsiteX14" fmla="*/ 8258477 w 9662615"/>
              <a:gd name="connsiteY14" fmla="*/ 1370666 h 1598136"/>
              <a:gd name="connsiteX15" fmla="*/ 8197961 w 9662615"/>
              <a:gd name="connsiteY15" fmla="*/ 1392804 h 1598136"/>
              <a:gd name="connsiteX16" fmla="*/ 8171196 w 9662615"/>
              <a:gd name="connsiteY16" fmla="*/ 1397216 h 1598136"/>
              <a:gd name="connsiteX17" fmla="*/ 8127667 w 9662615"/>
              <a:gd name="connsiteY17" fmla="*/ 1418254 h 1598136"/>
              <a:gd name="connsiteX18" fmla="*/ 7974579 w 9662615"/>
              <a:gd name="connsiteY18" fmla="*/ 1383439 h 1598136"/>
              <a:gd name="connsiteX19" fmla="*/ 7768351 w 9662615"/>
              <a:gd name="connsiteY19" fmla="*/ 1395051 h 1598136"/>
              <a:gd name="connsiteX20" fmla="*/ 7635985 w 9662615"/>
              <a:gd name="connsiteY20" fmla="*/ 1386363 h 1598136"/>
              <a:gd name="connsiteX21" fmla="*/ 7466069 w 9662615"/>
              <a:gd name="connsiteY21" fmla="*/ 1377654 h 1598136"/>
              <a:gd name="connsiteX22" fmla="*/ 7355642 w 9662615"/>
              <a:gd name="connsiteY22" fmla="*/ 1407761 h 1598136"/>
              <a:gd name="connsiteX23" fmla="*/ 7151610 w 9662615"/>
              <a:gd name="connsiteY23" fmla="*/ 1397856 h 1598136"/>
              <a:gd name="connsiteX24" fmla="*/ 7082147 w 9662615"/>
              <a:gd name="connsiteY24" fmla="*/ 1406113 h 1598136"/>
              <a:gd name="connsiteX25" fmla="*/ 7014958 w 9662615"/>
              <a:gd name="connsiteY25" fmla="*/ 1396883 h 1598136"/>
              <a:gd name="connsiteX26" fmla="*/ 6907567 w 9662615"/>
              <a:gd name="connsiteY26" fmla="*/ 1419149 h 1598136"/>
              <a:gd name="connsiteX27" fmla="*/ 6748428 w 9662615"/>
              <a:gd name="connsiteY27" fmla="*/ 1420308 h 1598136"/>
              <a:gd name="connsiteX28" fmla="*/ 6654257 w 9662615"/>
              <a:gd name="connsiteY28" fmla="*/ 1424143 h 1598136"/>
              <a:gd name="connsiteX29" fmla="*/ 6620123 w 9662615"/>
              <a:gd name="connsiteY29" fmla="*/ 1430535 h 1598136"/>
              <a:gd name="connsiteX30" fmla="*/ 6571355 w 9662615"/>
              <a:gd name="connsiteY30" fmla="*/ 1436144 h 1598136"/>
              <a:gd name="connsiteX31" fmla="*/ 6486557 w 9662615"/>
              <a:gd name="connsiteY31" fmla="*/ 1449861 h 1598136"/>
              <a:gd name="connsiteX32" fmla="*/ 6370419 w 9662615"/>
              <a:gd name="connsiteY32" fmla="*/ 1461649 h 1598136"/>
              <a:gd name="connsiteX33" fmla="*/ 6278839 w 9662615"/>
              <a:gd name="connsiteY33" fmla="*/ 1449160 h 1598136"/>
              <a:gd name="connsiteX34" fmla="*/ 6272455 w 9662615"/>
              <a:gd name="connsiteY34" fmla="*/ 1453191 h 1598136"/>
              <a:gd name="connsiteX35" fmla="*/ 6212659 w 9662615"/>
              <a:gd name="connsiteY35" fmla="*/ 1454850 h 1598136"/>
              <a:gd name="connsiteX36" fmla="*/ 6069317 w 9662615"/>
              <a:gd name="connsiteY36" fmla="*/ 1445838 h 1598136"/>
              <a:gd name="connsiteX37" fmla="*/ 5878477 w 9662615"/>
              <a:gd name="connsiteY37" fmla="*/ 1439180 h 1598136"/>
              <a:gd name="connsiteX38" fmla="*/ 5838387 w 9662615"/>
              <a:gd name="connsiteY38" fmla="*/ 1444679 h 1598136"/>
              <a:gd name="connsiteX39" fmla="*/ 5771136 w 9662615"/>
              <a:gd name="connsiteY39" fmla="*/ 1453639 h 1598136"/>
              <a:gd name="connsiteX40" fmla="*/ 5724081 w 9662615"/>
              <a:gd name="connsiteY40" fmla="*/ 1470431 h 1598136"/>
              <a:gd name="connsiteX41" fmla="*/ 5666577 w 9662615"/>
              <a:gd name="connsiteY41" fmla="*/ 1473921 h 1598136"/>
              <a:gd name="connsiteX42" fmla="*/ 5649068 w 9662615"/>
              <a:gd name="connsiteY42" fmla="*/ 1461676 h 1598136"/>
              <a:gd name="connsiteX43" fmla="*/ 5588902 w 9662615"/>
              <a:gd name="connsiteY43" fmla="*/ 1469647 h 1598136"/>
              <a:gd name="connsiteX44" fmla="*/ 5498090 w 9662615"/>
              <a:gd name="connsiteY44" fmla="*/ 1483173 h 1598136"/>
              <a:gd name="connsiteX45" fmla="*/ 5444641 w 9662615"/>
              <a:gd name="connsiteY45" fmla="*/ 1487602 h 1598136"/>
              <a:gd name="connsiteX46" fmla="*/ 5299812 w 9662615"/>
              <a:gd name="connsiteY46" fmla="*/ 1503362 h 1598136"/>
              <a:gd name="connsiteX47" fmla="*/ 5213947 w 9662615"/>
              <a:gd name="connsiteY47" fmla="*/ 1516637 h 1598136"/>
              <a:gd name="connsiteX48" fmla="*/ 5090342 w 9662615"/>
              <a:gd name="connsiteY48" fmla="*/ 1546680 h 1598136"/>
              <a:gd name="connsiteX49" fmla="*/ 5129812 w 9662615"/>
              <a:gd name="connsiteY49" fmla="*/ 1521277 h 1598136"/>
              <a:gd name="connsiteX50" fmla="*/ 5059484 w 9662615"/>
              <a:gd name="connsiteY50" fmla="*/ 1546802 h 1598136"/>
              <a:gd name="connsiteX51" fmla="*/ 5050958 w 9662615"/>
              <a:gd name="connsiteY51" fmla="*/ 1545776 h 1598136"/>
              <a:gd name="connsiteX52" fmla="*/ 5038524 w 9662615"/>
              <a:gd name="connsiteY52" fmla="*/ 1545675 h 1598136"/>
              <a:gd name="connsiteX53" fmla="*/ 5038223 w 9662615"/>
              <a:gd name="connsiteY53" fmla="*/ 1545881 h 1598136"/>
              <a:gd name="connsiteX54" fmla="*/ 5026564 w 9662615"/>
              <a:gd name="connsiteY54" fmla="*/ 1545376 h 1598136"/>
              <a:gd name="connsiteX55" fmla="*/ 4969433 w 9662615"/>
              <a:gd name="connsiteY55" fmla="*/ 1540263 h 1598136"/>
              <a:gd name="connsiteX56" fmla="*/ 4921303 w 9662615"/>
              <a:gd name="connsiteY56" fmla="*/ 1575379 h 1598136"/>
              <a:gd name="connsiteX57" fmla="*/ 4863775 w 9662615"/>
              <a:gd name="connsiteY57" fmla="*/ 1562633 h 1598136"/>
              <a:gd name="connsiteX58" fmla="*/ 4847242 w 9662615"/>
              <a:gd name="connsiteY58" fmla="*/ 1565435 h 1598136"/>
              <a:gd name="connsiteX59" fmla="*/ 4856839 w 9662615"/>
              <a:gd name="connsiteY59" fmla="*/ 1598136 h 1598136"/>
              <a:gd name="connsiteX60" fmla="*/ 4791466 w 9662615"/>
              <a:gd name="connsiteY60" fmla="*/ 1561324 h 1598136"/>
              <a:gd name="connsiteX61" fmla="*/ 4784247 w 9662615"/>
              <a:gd name="connsiteY61" fmla="*/ 1562342 h 1598136"/>
              <a:gd name="connsiteX62" fmla="*/ 4748477 w 9662615"/>
              <a:gd name="connsiteY62" fmla="*/ 1556925 h 1598136"/>
              <a:gd name="connsiteX63" fmla="*/ 4730033 w 9662615"/>
              <a:gd name="connsiteY63" fmla="*/ 1555274 h 1598136"/>
              <a:gd name="connsiteX64" fmla="*/ 4724747 w 9662615"/>
              <a:gd name="connsiteY64" fmla="*/ 1552439 h 1598136"/>
              <a:gd name="connsiteX65" fmla="*/ 4697562 w 9662615"/>
              <a:gd name="connsiteY65" fmla="*/ 1551206 h 1598136"/>
              <a:gd name="connsiteX66" fmla="*/ 4662664 w 9662615"/>
              <a:gd name="connsiteY66" fmla="*/ 1573162 h 1598136"/>
              <a:gd name="connsiteX67" fmla="*/ 4603028 w 9662615"/>
              <a:gd name="connsiteY67" fmla="*/ 1568821 h 1598136"/>
              <a:gd name="connsiteX68" fmla="*/ 4541612 w 9662615"/>
              <a:gd name="connsiteY68" fmla="*/ 1545262 h 1598136"/>
              <a:gd name="connsiteX69" fmla="*/ 4422155 w 9662615"/>
              <a:gd name="connsiteY69" fmla="*/ 1542059 h 1598136"/>
              <a:gd name="connsiteX70" fmla="*/ 4221826 w 9662615"/>
              <a:gd name="connsiteY70" fmla="*/ 1508923 h 1598136"/>
              <a:gd name="connsiteX71" fmla="*/ 4096601 w 9662615"/>
              <a:gd name="connsiteY71" fmla="*/ 1521563 h 1598136"/>
              <a:gd name="connsiteX72" fmla="*/ 3970635 w 9662615"/>
              <a:gd name="connsiteY72" fmla="*/ 1544815 h 1598136"/>
              <a:gd name="connsiteX73" fmla="*/ 3833906 w 9662615"/>
              <a:gd name="connsiteY73" fmla="*/ 1516637 h 1598136"/>
              <a:gd name="connsiteX74" fmla="*/ 3696258 w 9662615"/>
              <a:gd name="connsiteY74" fmla="*/ 1537563 h 1598136"/>
              <a:gd name="connsiteX75" fmla="*/ 3594070 w 9662615"/>
              <a:gd name="connsiteY75" fmla="*/ 1509422 h 1598136"/>
              <a:gd name="connsiteX76" fmla="*/ 3565233 w 9662615"/>
              <a:gd name="connsiteY76" fmla="*/ 1515122 h 1598136"/>
              <a:gd name="connsiteX77" fmla="*/ 3560267 w 9662615"/>
              <a:gd name="connsiteY77" fmla="*/ 1516288 h 1598136"/>
              <a:gd name="connsiteX78" fmla="*/ 3540258 w 9662615"/>
              <a:gd name="connsiteY78" fmla="*/ 1516976 h 1598136"/>
              <a:gd name="connsiteX79" fmla="*/ 3534780 w 9662615"/>
              <a:gd name="connsiteY79" fmla="*/ 1522141 h 1598136"/>
              <a:gd name="connsiteX80" fmla="*/ 3504783 w 9662615"/>
              <a:gd name="connsiteY80" fmla="*/ 1526739 h 1598136"/>
              <a:gd name="connsiteX81" fmla="*/ 3430805 w 9662615"/>
              <a:gd name="connsiteY81" fmla="*/ 1542521 h 1598136"/>
              <a:gd name="connsiteX82" fmla="*/ 3292707 w 9662615"/>
              <a:gd name="connsiteY82" fmla="*/ 1520490 h 1598136"/>
              <a:gd name="connsiteX83" fmla="*/ 3187872 w 9662615"/>
              <a:gd name="connsiteY83" fmla="*/ 1519991 h 1598136"/>
              <a:gd name="connsiteX84" fmla="*/ 3148026 w 9662615"/>
              <a:gd name="connsiteY84" fmla="*/ 1524777 h 1598136"/>
              <a:gd name="connsiteX85" fmla="*/ 3092394 w 9662615"/>
              <a:gd name="connsiteY85" fmla="*/ 1528115 h 1598136"/>
              <a:gd name="connsiteX86" fmla="*/ 2994200 w 9662615"/>
              <a:gd name="connsiteY86" fmla="*/ 1537857 h 1598136"/>
              <a:gd name="connsiteX87" fmla="*/ 2862301 w 9662615"/>
              <a:gd name="connsiteY87" fmla="*/ 1544250 h 1598136"/>
              <a:gd name="connsiteX88" fmla="*/ 2766335 w 9662615"/>
              <a:gd name="connsiteY88" fmla="*/ 1527662 h 1598136"/>
              <a:gd name="connsiteX89" fmla="*/ 2757836 w 9662615"/>
              <a:gd name="connsiteY89" fmla="*/ 1531371 h 1598136"/>
              <a:gd name="connsiteX90" fmla="*/ 2691555 w 9662615"/>
              <a:gd name="connsiteY90" fmla="*/ 1530283 h 1598136"/>
              <a:gd name="connsiteX91" fmla="*/ 2491676 w 9662615"/>
              <a:gd name="connsiteY91" fmla="*/ 1500859 h 1598136"/>
              <a:gd name="connsiteX92" fmla="*/ 2378036 w 9662615"/>
              <a:gd name="connsiteY92" fmla="*/ 1520645 h 1598136"/>
              <a:gd name="connsiteX93" fmla="*/ 2284269 w 9662615"/>
              <a:gd name="connsiteY93" fmla="*/ 1503068 h 1598136"/>
              <a:gd name="connsiteX94" fmla="*/ 2207104 w 9662615"/>
              <a:gd name="connsiteY94" fmla="*/ 1508888 h 1598136"/>
              <a:gd name="connsiteX95" fmla="*/ 2149226 w 9662615"/>
              <a:gd name="connsiteY95" fmla="*/ 1523409 h 1598136"/>
              <a:gd name="connsiteX96" fmla="*/ 2084783 w 9662615"/>
              <a:gd name="connsiteY96" fmla="*/ 1524245 h 1598136"/>
              <a:gd name="connsiteX97" fmla="*/ 2070075 w 9662615"/>
              <a:gd name="connsiteY97" fmla="*/ 1511285 h 1598136"/>
              <a:gd name="connsiteX98" fmla="*/ 2001057 w 9662615"/>
              <a:gd name="connsiteY98" fmla="*/ 1516449 h 1598136"/>
              <a:gd name="connsiteX99" fmla="*/ 1896330 w 9662615"/>
              <a:gd name="connsiteY99" fmla="*/ 1525725 h 1598136"/>
              <a:gd name="connsiteX100" fmla="*/ 1835994 w 9662615"/>
              <a:gd name="connsiteY100" fmla="*/ 1527678 h 1598136"/>
              <a:gd name="connsiteX101" fmla="*/ 1671119 w 9662615"/>
              <a:gd name="connsiteY101" fmla="*/ 1536701 h 1598136"/>
              <a:gd name="connsiteX102" fmla="*/ 1601337 w 9662615"/>
              <a:gd name="connsiteY102" fmla="*/ 1548552 h 1598136"/>
              <a:gd name="connsiteX103" fmla="*/ 1407755 w 9662615"/>
              <a:gd name="connsiteY103" fmla="*/ 1571444 h 1598136"/>
              <a:gd name="connsiteX104" fmla="*/ 1271994 w 9662615"/>
              <a:gd name="connsiteY104" fmla="*/ 1579471 h 1598136"/>
              <a:gd name="connsiteX105" fmla="*/ 1249226 w 9662615"/>
              <a:gd name="connsiteY105" fmla="*/ 1583140 h 1598136"/>
              <a:gd name="connsiteX106" fmla="*/ 1217719 w 9662615"/>
              <a:gd name="connsiteY106" fmla="*/ 1580863 h 1598136"/>
              <a:gd name="connsiteX107" fmla="*/ 1091432 w 9662615"/>
              <a:gd name="connsiteY107" fmla="*/ 1571003 h 1598136"/>
              <a:gd name="connsiteX108" fmla="*/ 992039 w 9662615"/>
              <a:gd name="connsiteY108" fmla="*/ 1556662 h 1598136"/>
              <a:gd name="connsiteX109" fmla="*/ 868264 w 9662615"/>
              <a:gd name="connsiteY109" fmla="*/ 1566392 h 1598136"/>
              <a:gd name="connsiteX110" fmla="*/ 792765 w 9662615"/>
              <a:gd name="connsiteY110" fmla="*/ 1563102 h 1598136"/>
              <a:gd name="connsiteX111" fmla="*/ 669055 w 9662615"/>
              <a:gd name="connsiteY111" fmla="*/ 1543638 h 1598136"/>
              <a:gd name="connsiteX112" fmla="*/ 506152 w 9662615"/>
              <a:gd name="connsiteY112" fmla="*/ 1549124 h 1598136"/>
              <a:gd name="connsiteX113" fmla="*/ 472797 w 9662615"/>
              <a:gd name="connsiteY113" fmla="*/ 1568904 h 1598136"/>
              <a:gd name="connsiteX114" fmla="*/ 427864 w 9662615"/>
              <a:gd name="connsiteY114" fmla="*/ 1580848 h 1598136"/>
              <a:gd name="connsiteX115" fmla="*/ 408381 w 9662615"/>
              <a:gd name="connsiteY115" fmla="*/ 1552940 h 1598136"/>
              <a:gd name="connsiteX116" fmla="*/ 267163 w 9662615"/>
              <a:gd name="connsiteY116" fmla="*/ 1531913 h 1598136"/>
              <a:gd name="connsiteX117" fmla="*/ 196644 w 9662615"/>
              <a:gd name="connsiteY117" fmla="*/ 1524565 h 1598136"/>
              <a:gd name="connsiteX118" fmla="*/ 86819 w 9662615"/>
              <a:gd name="connsiteY118" fmla="*/ 1519517 h 1598136"/>
              <a:gd name="connsiteX119" fmla="*/ 53369 w 9662615"/>
              <a:gd name="connsiteY119" fmla="*/ 1516853 h 1598136"/>
              <a:gd name="connsiteX120" fmla="*/ 2359 w 9662615"/>
              <a:gd name="connsiteY120" fmla="*/ 1515247 h 1598136"/>
              <a:gd name="connsiteX121" fmla="*/ 0 w 9662615"/>
              <a:gd name="connsiteY121" fmla="*/ 1514932 h 1598136"/>
              <a:gd name="connsiteX122" fmla="*/ 0 w 9662615"/>
              <a:gd name="connsiteY122" fmla="*/ 0 h 1598136"/>
              <a:gd name="connsiteX0" fmla="*/ 0 w 9662615"/>
              <a:gd name="connsiteY0" fmla="*/ 0 h 1598136"/>
              <a:gd name="connsiteX1" fmla="*/ 9662615 w 9662615"/>
              <a:gd name="connsiteY1" fmla="*/ 0 h 1598136"/>
              <a:gd name="connsiteX2" fmla="*/ 9662615 w 9662615"/>
              <a:gd name="connsiteY2" fmla="*/ 1280346 h 1598136"/>
              <a:gd name="connsiteX3" fmla="*/ 9658420 w 9662615"/>
              <a:gd name="connsiteY3" fmla="*/ 1280106 h 1598136"/>
              <a:gd name="connsiteX4" fmla="*/ 9469546 w 9662615"/>
              <a:gd name="connsiteY4" fmla="*/ 1289837 h 1598136"/>
              <a:gd name="connsiteX5" fmla="*/ 9385895 w 9662615"/>
              <a:gd name="connsiteY5" fmla="*/ 1269203 h 1598136"/>
              <a:gd name="connsiteX6" fmla="*/ 9144767 w 9662615"/>
              <a:gd name="connsiteY6" fmla="*/ 1264120 h 1598136"/>
              <a:gd name="connsiteX7" fmla="*/ 8837252 w 9662615"/>
              <a:gd name="connsiteY7" fmla="*/ 1350515 h 1598136"/>
              <a:gd name="connsiteX8" fmla="*/ 8705466 w 9662615"/>
              <a:gd name="connsiteY8" fmla="*/ 1342419 h 1598136"/>
              <a:gd name="connsiteX9" fmla="*/ 8652221 w 9662615"/>
              <a:gd name="connsiteY9" fmla="*/ 1326906 h 1598136"/>
              <a:gd name="connsiteX10" fmla="*/ 8632312 w 9662615"/>
              <a:gd name="connsiteY10" fmla="*/ 1326025 h 1598136"/>
              <a:gd name="connsiteX11" fmla="*/ 8591582 w 9662615"/>
              <a:gd name="connsiteY11" fmla="*/ 1341666 h 1598136"/>
              <a:gd name="connsiteX12" fmla="*/ 8537336 w 9662615"/>
              <a:gd name="connsiteY12" fmla="*/ 1341684 h 1598136"/>
              <a:gd name="connsiteX13" fmla="*/ 8472508 w 9662615"/>
              <a:gd name="connsiteY13" fmla="*/ 1363109 h 1598136"/>
              <a:gd name="connsiteX14" fmla="*/ 8258477 w 9662615"/>
              <a:gd name="connsiteY14" fmla="*/ 1370666 h 1598136"/>
              <a:gd name="connsiteX15" fmla="*/ 8197961 w 9662615"/>
              <a:gd name="connsiteY15" fmla="*/ 1392804 h 1598136"/>
              <a:gd name="connsiteX16" fmla="*/ 8171196 w 9662615"/>
              <a:gd name="connsiteY16" fmla="*/ 1397216 h 1598136"/>
              <a:gd name="connsiteX17" fmla="*/ 8127667 w 9662615"/>
              <a:gd name="connsiteY17" fmla="*/ 1418254 h 1598136"/>
              <a:gd name="connsiteX18" fmla="*/ 7974579 w 9662615"/>
              <a:gd name="connsiteY18" fmla="*/ 1383439 h 1598136"/>
              <a:gd name="connsiteX19" fmla="*/ 7768351 w 9662615"/>
              <a:gd name="connsiteY19" fmla="*/ 1395051 h 1598136"/>
              <a:gd name="connsiteX20" fmla="*/ 7635985 w 9662615"/>
              <a:gd name="connsiteY20" fmla="*/ 1386363 h 1598136"/>
              <a:gd name="connsiteX21" fmla="*/ 7466069 w 9662615"/>
              <a:gd name="connsiteY21" fmla="*/ 1377654 h 1598136"/>
              <a:gd name="connsiteX22" fmla="*/ 7355642 w 9662615"/>
              <a:gd name="connsiteY22" fmla="*/ 1407761 h 1598136"/>
              <a:gd name="connsiteX23" fmla="*/ 7151610 w 9662615"/>
              <a:gd name="connsiteY23" fmla="*/ 1397856 h 1598136"/>
              <a:gd name="connsiteX24" fmla="*/ 7082147 w 9662615"/>
              <a:gd name="connsiteY24" fmla="*/ 1406113 h 1598136"/>
              <a:gd name="connsiteX25" fmla="*/ 7014958 w 9662615"/>
              <a:gd name="connsiteY25" fmla="*/ 1396883 h 1598136"/>
              <a:gd name="connsiteX26" fmla="*/ 6907567 w 9662615"/>
              <a:gd name="connsiteY26" fmla="*/ 1419149 h 1598136"/>
              <a:gd name="connsiteX27" fmla="*/ 6748428 w 9662615"/>
              <a:gd name="connsiteY27" fmla="*/ 1420308 h 1598136"/>
              <a:gd name="connsiteX28" fmla="*/ 6654257 w 9662615"/>
              <a:gd name="connsiteY28" fmla="*/ 1424143 h 1598136"/>
              <a:gd name="connsiteX29" fmla="*/ 6620123 w 9662615"/>
              <a:gd name="connsiteY29" fmla="*/ 1430535 h 1598136"/>
              <a:gd name="connsiteX30" fmla="*/ 6571355 w 9662615"/>
              <a:gd name="connsiteY30" fmla="*/ 1436144 h 1598136"/>
              <a:gd name="connsiteX31" fmla="*/ 6486557 w 9662615"/>
              <a:gd name="connsiteY31" fmla="*/ 1449861 h 1598136"/>
              <a:gd name="connsiteX32" fmla="*/ 6370419 w 9662615"/>
              <a:gd name="connsiteY32" fmla="*/ 1461649 h 1598136"/>
              <a:gd name="connsiteX33" fmla="*/ 6278839 w 9662615"/>
              <a:gd name="connsiteY33" fmla="*/ 1449160 h 1598136"/>
              <a:gd name="connsiteX34" fmla="*/ 6272455 w 9662615"/>
              <a:gd name="connsiteY34" fmla="*/ 1453191 h 1598136"/>
              <a:gd name="connsiteX35" fmla="*/ 6212659 w 9662615"/>
              <a:gd name="connsiteY35" fmla="*/ 1454850 h 1598136"/>
              <a:gd name="connsiteX36" fmla="*/ 6069317 w 9662615"/>
              <a:gd name="connsiteY36" fmla="*/ 1445838 h 1598136"/>
              <a:gd name="connsiteX37" fmla="*/ 5878477 w 9662615"/>
              <a:gd name="connsiteY37" fmla="*/ 1439180 h 1598136"/>
              <a:gd name="connsiteX38" fmla="*/ 5838387 w 9662615"/>
              <a:gd name="connsiteY38" fmla="*/ 1444679 h 1598136"/>
              <a:gd name="connsiteX39" fmla="*/ 5771136 w 9662615"/>
              <a:gd name="connsiteY39" fmla="*/ 1453639 h 1598136"/>
              <a:gd name="connsiteX40" fmla="*/ 5724081 w 9662615"/>
              <a:gd name="connsiteY40" fmla="*/ 1470431 h 1598136"/>
              <a:gd name="connsiteX41" fmla="*/ 5666577 w 9662615"/>
              <a:gd name="connsiteY41" fmla="*/ 1473921 h 1598136"/>
              <a:gd name="connsiteX42" fmla="*/ 5649068 w 9662615"/>
              <a:gd name="connsiteY42" fmla="*/ 1461676 h 1598136"/>
              <a:gd name="connsiteX43" fmla="*/ 5588902 w 9662615"/>
              <a:gd name="connsiteY43" fmla="*/ 1469647 h 1598136"/>
              <a:gd name="connsiteX44" fmla="*/ 5498090 w 9662615"/>
              <a:gd name="connsiteY44" fmla="*/ 1483173 h 1598136"/>
              <a:gd name="connsiteX45" fmla="*/ 5444641 w 9662615"/>
              <a:gd name="connsiteY45" fmla="*/ 1487602 h 1598136"/>
              <a:gd name="connsiteX46" fmla="*/ 5299812 w 9662615"/>
              <a:gd name="connsiteY46" fmla="*/ 1503362 h 1598136"/>
              <a:gd name="connsiteX47" fmla="*/ 5213947 w 9662615"/>
              <a:gd name="connsiteY47" fmla="*/ 1516637 h 1598136"/>
              <a:gd name="connsiteX48" fmla="*/ 5090342 w 9662615"/>
              <a:gd name="connsiteY48" fmla="*/ 1546680 h 1598136"/>
              <a:gd name="connsiteX49" fmla="*/ 5129812 w 9662615"/>
              <a:gd name="connsiteY49" fmla="*/ 1521277 h 1598136"/>
              <a:gd name="connsiteX50" fmla="*/ 5059484 w 9662615"/>
              <a:gd name="connsiteY50" fmla="*/ 1546802 h 1598136"/>
              <a:gd name="connsiteX51" fmla="*/ 5050958 w 9662615"/>
              <a:gd name="connsiteY51" fmla="*/ 1545776 h 1598136"/>
              <a:gd name="connsiteX52" fmla="*/ 5038524 w 9662615"/>
              <a:gd name="connsiteY52" fmla="*/ 1545675 h 1598136"/>
              <a:gd name="connsiteX53" fmla="*/ 5026564 w 9662615"/>
              <a:gd name="connsiteY53" fmla="*/ 1545376 h 1598136"/>
              <a:gd name="connsiteX54" fmla="*/ 4969433 w 9662615"/>
              <a:gd name="connsiteY54" fmla="*/ 1540263 h 1598136"/>
              <a:gd name="connsiteX55" fmla="*/ 4921303 w 9662615"/>
              <a:gd name="connsiteY55" fmla="*/ 1575379 h 1598136"/>
              <a:gd name="connsiteX56" fmla="*/ 4863775 w 9662615"/>
              <a:gd name="connsiteY56" fmla="*/ 1562633 h 1598136"/>
              <a:gd name="connsiteX57" fmla="*/ 4847242 w 9662615"/>
              <a:gd name="connsiteY57" fmla="*/ 1565435 h 1598136"/>
              <a:gd name="connsiteX58" fmla="*/ 4856839 w 9662615"/>
              <a:gd name="connsiteY58" fmla="*/ 1598136 h 1598136"/>
              <a:gd name="connsiteX59" fmla="*/ 4791466 w 9662615"/>
              <a:gd name="connsiteY59" fmla="*/ 1561324 h 1598136"/>
              <a:gd name="connsiteX60" fmla="*/ 4784247 w 9662615"/>
              <a:gd name="connsiteY60" fmla="*/ 1562342 h 1598136"/>
              <a:gd name="connsiteX61" fmla="*/ 4748477 w 9662615"/>
              <a:gd name="connsiteY61" fmla="*/ 1556925 h 1598136"/>
              <a:gd name="connsiteX62" fmla="*/ 4730033 w 9662615"/>
              <a:gd name="connsiteY62" fmla="*/ 1555274 h 1598136"/>
              <a:gd name="connsiteX63" fmla="*/ 4724747 w 9662615"/>
              <a:gd name="connsiteY63" fmla="*/ 1552439 h 1598136"/>
              <a:gd name="connsiteX64" fmla="*/ 4697562 w 9662615"/>
              <a:gd name="connsiteY64" fmla="*/ 1551206 h 1598136"/>
              <a:gd name="connsiteX65" fmla="*/ 4662664 w 9662615"/>
              <a:gd name="connsiteY65" fmla="*/ 1573162 h 1598136"/>
              <a:gd name="connsiteX66" fmla="*/ 4603028 w 9662615"/>
              <a:gd name="connsiteY66" fmla="*/ 1568821 h 1598136"/>
              <a:gd name="connsiteX67" fmla="*/ 4541612 w 9662615"/>
              <a:gd name="connsiteY67" fmla="*/ 1545262 h 1598136"/>
              <a:gd name="connsiteX68" fmla="*/ 4422155 w 9662615"/>
              <a:gd name="connsiteY68" fmla="*/ 1542059 h 1598136"/>
              <a:gd name="connsiteX69" fmla="*/ 4221826 w 9662615"/>
              <a:gd name="connsiteY69" fmla="*/ 1508923 h 1598136"/>
              <a:gd name="connsiteX70" fmla="*/ 4096601 w 9662615"/>
              <a:gd name="connsiteY70" fmla="*/ 1521563 h 1598136"/>
              <a:gd name="connsiteX71" fmla="*/ 3970635 w 9662615"/>
              <a:gd name="connsiteY71" fmla="*/ 1544815 h 1598136"/>
              <a:gd name="connsiteX72" fmla="*/ 3833906 w 9662615"/>
              <a:gd name="connsiteY72" fmla="*/ 1516637 h 1598136"/>
              <a:gd name="connsiteX73" fmla="*/ 3696258 w 9662615"/>
              <a:gd name="connsiteY73" fmla="*/ 1537563 h 1598136"/>
              <a:gd name="connsiteX74" fmla="*/ 3594070 w 9662615"/>
              <a:gd name="connsiteY74" fmla="*/ 1509422 h 1598136"/>
              <a:gd name="connsiteX75" fmla="*/ 3565233 w 9662615"/>
              <a:gd name="connsiteY75" fmla="*/ 1515122 h 1598136"/>
              <a:gd name="connsiteX76" fmla="*/ 3560267 w 9662615"/>
              <a:gd name="connsiteY76" fmla="*/ 1516288 h 1598136"/>
              <a:gd name="connsiteX77" fmla="*/ 3540258 w 9662615"/>
              <a:gd name="connsiteY77" fmla="*/ 1516976 h 1598136"/>
              <a:gd name="connsiteX78" fmla="*/ 3534780 w 9662615"/>
              <a:gd name="connsiteY78" fmla="*/ 1522141 h 1598136"/>
              <a:gd name="connsiteX79" fmla="*/ 3504783 w 9662615"/>
              <a:gd name="connsiteY79" fmla="*/ 1526739 h 1598136"/>
              <a:gd name="connsiteX80" fmla="*/ 3430805 w 9662615"/>
              <a:gd name="connsiteY80" fmla="*/ 1542521 h 1598136"/>
              <a:gd name="connsiteX81" fmla="*/ 3292707 w 9662615"/>
              <a:gd name="connsiteY81" fmla="*/ 1520490 h 1598136"/>
              <a:gd name="connsiteX82" fmla="*/ 3187872 w 9662615"/>
              <a:gd name="connsiteY82" fmla="*/ 1519991 h 1598136"/>
              <a:gd name="connsiteX83" fmla="*/ 3148026 w 9662615"/>
              <a:gd name="connsiteY83" fmla="*/ 1524777 h 1598136"/>
              <a:gd name="connsiteX84" fmla="*/ 3092394 w 9662615"/>
              <a:gd name="connsiteY84" fmla="*/ 1528115 h 1598136"/>
              <a:gd name="connsiteX85" fmla="*/ 2994200 w 9662615"/>
              <a:gd name="connsiteY85" fmla="*/ 1537857 h 1598136"/>
              <a:gd name="connsiteX86" fmla="*/ 2862301 w 9662615"/>
              <a:gd name="connsiteY86" fmla="*/ 1544250 h 1598136"/>
              <a:gd name="connsiteX87" fmla="*/ 2766335 w 9662615"/>
              <a:gd name="connsiteY87" fmla="*/ 1527662 h 1598136"/>
              <a:gd name="connsiteX88" fmla="*/ 2757836 w 9662615"/>
              <a:gd name="connsiteY88" fmla="*/ 1531371 h 1598136"/>
              <a:gd name="connsiteX89" fmla="*/ 2691555 w 9662615"/>
              <a:gd name="connsiteY89" fmla="*/ 1530283 h 1598136"/>
              <a:gd name="connsiteX90" fmla="*/ 2491676 w 9662615"/>
              <a:gd name="connsiteY90" fmla="*/ 1500859 h 1598136"/>
              <a:gd name="connsiteX91" fmla="*/ 2378036 w 9662615"/>
              <a:gd name="connsiteY91" fmla="*/ 1520645 h 1598136"/>
              <a:gd name="connsiteX92" fmla="*/ 2284269 w 9662615"/>
              <a:gd name="connsiteY92" fmla="*/ 1503068 h 1598136"/>
              <a:gd name="connsiteX93" fmla="*/ 2207104 w 9662615"/>
              <a:gd name="connsiteY93" fmla="*/ 1508888 h 1598136"/>
              <a:gd name="connsiteX94" fmla="*/ 2149226 w 9662615"/>
              <a:gd name="connsiteY94" fmla="*/ 1523409 h 1598136"/>
              <a:gd name="connsiteX95" fmla="*/ 2084783 w 9662615"/>
              <a:gd name="connsiteY95" fmla="*/ 1524245 h 1598136"/>
              <a:gd name="connsiteX96" fmla="*/ 2070075 w 9662615"/>
              <a:gd name="connsiteY96" fmla="*/ 1511285 h 1598136"/>
              <a:gd name="connsiteX97" fmla="*/ 2001057 w 9662615"/>
              <a:gd name="connsiteY97" fmla="*/ 1516449 h 1598136"/>
              <a:gd name="connsiteX98" fmla="*/ 1896330 w 9662615"/>
              <a:gd name="connsiteY98" fmla="*/ 1525725 h 1598136"/>
              <a:gd name="connsiteX99" fmla="*/ 1835994 w 9662615"/>
              <a:gd name="connsiteY99" fmla="*/ 1527678 h 1598136"/>
              <a:gd name="connsiteX100" fmla="*/ 1671119 w 9662615"/>
              <a:gd name="connsiteY100" fmla="*/ 1536701 h 1598136"/>
              <a:gd name="connsiteX101" fmla="*/ 1601337 w 9662615"/>
              <a:gd name="connsiteY101" fmla="*/ 1548552 h 1598136"/>
              <a:gd name="connsiteX102" fmla="*/ 1407755 w 9662615"/>
              <a:gd name="connsiteY102" fmla="*/ 1571444 h 1598136"/>
              <a:gd name="connsiteX103" fmla="*/ 1271994 w 9662615"/>
              <a:gd name="connsiteY103" fmla="*/ 1579471 h 1598136"/>
              <a:gd name="connsiteX104" fmla="*/ 1249226 w 9662615"/>
              <a:gd name="connsiteY104" fmla="*/ 1583140 h 1598136"/>
              <a:gd name="connsiteX105" fmla="*/ 1217719 w 9662615"/>
              <a:gd name="connsiteY105" fmla="*/ 1580863 h 1598136"/>
              <a:gd name="connsiteX106" fmla="*/ 1091432 w 9662615"/>
              <a:gd name="connsiteY106" fmla="*/ 1571003 h 1598136"/>
              <a:gd name="connsiteX107" fmla="*/ 992039 w 9662615"/>
              <a:gd name="connsiteY107" fmla="*/ 1556662 h 1598136"/>
              <a:gd name="connsiteX108" fmla="*/ 868264 w 9662615"/>
              <a:gd name="connsiteY108" fmla="*/ 1566392 h 1598136"/>
              <a:gd name="connsiteX109" fmla="*/ 792765 w 9662615"/>
              <a:gd name="connsiteY109" fmla="*/ 1563102 h 1598136"/>
              <a:gd name="connsiteX110" fmla="*/ 669055 w 9662615"/>
              <a:gd name="connsiteY110" fmla="*/ 1543638 h 1598136"/>
              <a:gd name="connsiteX111" fmla="*/ 506152 w 9662615"/>
              <a:gd name="connsiteY111" fmla="*/ 1549124 h 1598136"/>
              <a:gd name="connsiteX112" fmla="*/ 472797 w 9662615"/>
              <a:gd name="connsiteY112" fmla="*/ 1568904 h 1598136"/>
              <a:gd name="connsiteX113" fmla="*/ 427864 w 9662615"/>
              <a:gd name="connsiteY113" fmla="*/ 1580848 h 1598136"/>
              <a:gd name="connsiteX114" fmla="*/ 408381 w 9662615"/>
              <a:gd name="connsiteY114" fmla="*/ 1552940 h 1598136"/>
              <a:gd name="connsiteX115" fmla="*/ 267163 w 9662615"/>
              <a:gd name="connsiteY115" fmla="*/ 1531913 h 1598136"/>
              <a:gd name="connsiteX116" fmla="*/ 196644 w 9662615"/>
              <a:gd name="connsiteY116" fmla="*/ 1524565 h 1598136"/>
              <a:gd name="connsiteX117" fmla="*/ 86819 w 9662615"/>
              <a:gd name="connsiteY117" fmla="*/ 1519517 h 1598136"/>
              <a:gd name="connsiteX118" fmla="*/ 53369 w 9662615"/>
              <a:gd name="connsiteY118" fmla="*/ 1516853 h 1598136"/>
              <a:gd name="connsiteX119" fmla="*/ 2359 w 9662615"/>
              <a:gd name="connsiteY119" fmla="*/ 1515247 h 1598136"/>
              <a:gd name="connsiteX120" fmla="*/ 0 w 9662615"/>
              <a:gd name="connsiteY120" fmla="*/ 1514932 h 1598136"/>
              <a:gd name="connsiteX121" fmla="*/ 0 w 9662615"/>
              <a:gd name="connsiteY121" fmla="*/ 0 h 1598136"/>
              <a:gd name="connsiteX0" fmla="*/ 0 w 9662615"/>
              <a:gd name="connsiteY0" fmla="*/ 0 h 1598136"/>
              <a:gd name="connsiteX1" fmla="*/ 9662615 w 9662615"/>
              <a:gd name="connsiteY1" fmla="*/ 0 h 1598136"/>
              <a:gd name="connsiteX2" fmla="*/ 9662615 w 9662615"/>
              <a:gd name="connsiteY2" fmla="*/ 1280346 h 1598136"/>
              <a:gd name="connsiteX3" fmla="*/ 9658420 w 9662615"/>
              <a:gd name="connsiteY3" fmla="*/ 1280106 h 1598136"/>
              <a:gd name="connsiteX4" fmla="*/ 9469546 w 9662615"/>
              <a:gd name="connsiteY4" fmla="*/ 1289837 h 1598136"/>
              <a:gd name="connsiteX5" fmla="*/ 9385895 w 9662615"/>
              <a:gd name="connsiteY5" fmla="*/ 1269203 h 1598136"/>
              <a:gd name="connsiteX6" fmla="*/ 9144767 w 9662615"/>
              <a:gd name="connsiteY6" fmla="*/ 1264120 h 1598136"/>
              <a:gd name="connsiteX7" fmla="*/ 8837252 w 9662615"/>
              <a:gd name="connsiteY7" fmla="*/ 1350515 h 1598136"/>
              <a:gd name="connsiteX8" fmla="*/ 8705466 w 9662615"/>
              <a:gd name="connsiteY8" fmla="*/ 1342419 h 1598136"/>
              <a:gd name="connsiteX9" fmla="*/ 8652221 w 9662615"/>
              <a:gd name="connsiteY9" fmla="*/ 1326906 h 1598136"/>
              <a:gd name="connsiteX10" fmla="*/ 8632312 w 9662615"/>
              <a:gd name="connsiteY10" fmla="*/ 1326025 h 1598136"/>
              <a:gd name="connsiteX11" fmla="*/ 8591582 w 9662615"/>
              <a:gd name="connsiteY11" fmla="*/ 1341666 h 1598136"/>
              <a:gd name="connsiteX12" fmla="*/ 8537336 w 9662615"/>
              <a:gd name="connsiteY12" fmla="*/ 1341684 h 1598136"/>
              <a:gd name="connsiteX13" fmla="*/ 8472508 w 9662615"/>
              <a:gd name="connsiteY13" fmla="*/ 1363109 h 1598136"/>
              <a:gd name="connsiteX14" fmla="*/ 8258477 w 9662615"/>
              <a:gd name="connsiteY14" fmla="*/ 1370666 h 1598136"/>
              <a:gd name="connsiteX15" fmla="*/ 8197961 w 9662615"/>
              <a:gd name="connsiteY15" fmla="*/ 1392804 h 1598136"/>
              <a:gd name="connsiteX16" fmla="*/ 8171196 w 9662615"/>
              <a:gd name="connsiteY16" fmla="*/ 1397216 h 1598136"/>
              <a:gd name="connsiteX17" fmla="*/ 8127667 w 9662615"/>
              <a:gd name="connsiteY17" fmla="*/ 1418254 h 1598136"/>
              <a:gd name="connsiteX18" fmla="*/ 7974579 w 9662615"/>
              <a:gd name="connsiteY18" fmla="*/ 1383439 h 1598136"/>
              <a:gd name="connsiteX19" fmla="*/ 7768351 w 9662615"/>
              <a:gd name="connsiteY19" fmla="*/ 1395051 h 1598136"/>
              <a:gd name="connsiteX20" fmla="*/ 7635985 w 9662615"/>
              <a:gd name="connsiteY20" fmla="*/ 1386363 h 1598136"/>
              <a:gd name="connsiteX21" fmla="*/ 7466069 w 9662615"/>
              <a:gd name="connsiteY21" fmla="*/ 1377654 h 1598136"/>
              <a:gd name="connsiteX22" fmla="*/ 7355642 w 9662615"/>
              <a:gd name="connsiteY22" fmla="*/ 1407761 h 1598136"/>
              <a:gd name="connsiteX23" fmla="*/ 7151610 w 9662615"/>
              <a:gd name="connsiteY23" fmla="*/ 1397856 h 1598136"/>
              <a:gd name="connsiteX24" fmla="*/ 7082147 w 9662615"/>
              <a:gd name="connsiteY24" fmla="*/ 1406113 h 1598136"/>
              <a:gd name="connsiteX25" fmla="*/ 7014958 w 9662615"/>
              <a:gd name="connsiteY25" fmla="*/ 1396883 h 1598136"/>
              <a:gd name="connsiteX26" fmla="*/ 6907567 w 9662615"/>
              <a:gd name="connsiteY26" fmla="*/ 1419149 h 1598136"/>
              <a:gd name="connsiteX27" fmla="*/ 6748428 w 9662615"/>
              <a:gd name="connsiteY27" fmla="*/ 1420308 h 1598136"/>
              <a:gd name="connsiteX28" fmla="*/ 6654257 w 9662615"/>
              <a:gd name="connsiteY28" fmla="*/ 1424143 h 1598136"/>
              <a:gd name="connsiteX29" fmla="*/ 6620123 w 9662615"/>
              <a:gd name="connsiteY29" fmla="*/ 1430535 h 1598136"/>
              <a:gd name="connsiteX30" fmla="*/ 6571355 w 9662615"/>
              <a:gd name="connsiteY30" fmla="*/ 1436144 h 1598136"/>
              <a:gd name="connsiteX31" fmla="*/ 6486557 w 9662615"/>
              <a:gd name="connsiteY31" fmla="*/ 1449861 h 1598136"/>
              <a:gd name="connsiteX32" fmla="*/ 6370419 w 9662615"/>
              <a:gd name="connsiteY32" fmla="*/ 1461649 h 1598136"/>
              <a:gd name="connsiteX33" fmla="*/ 6278839 w 9662615"/>
              <a:gd name="connsiteY33" fmla="*/ 1449160 h 1598136"/>
              <a:gd name="connsiteX34" fmla="*/ 6272455 w 9662615"/>
              <a:gd name="connsiteY34" fmla="*/ 1453191 h 1598136"/>
              <a:gd name="connsiteX35" fmla="*/ 6212659 w 9662615"/>
              <a:gd name="connsiteY35" fmla="*/ 1454850 h 1598136"/>
              <a:gd name="connsiteX36" fmla="*/ 6069317 w 9662615"/>
              <a:gd name="connsiteY36" fmla="*/ 1445838 h 1598136"/>
              <a:gd name="connsiteX37" fmla="*/ 5878477 w 9662615"/>
              <a:gd name="connsiteY37" fmla="*/ 1439180 h 1598136"/>
              <a:gd name="connsiteX38" fmla="*/ 5838387 w 9662615"/>
              <a:gd name="connsiteY38" fmla="*/ 1444679 h 1598136"/>
              <a:gd name="connsiteX39" fmla="*/ 5771136 w 9662615"/>
              <a:gd name="connsiteY39" fmla="*/ 1453639 h 1598136"/>
              <a:gd name="connsiteX40" fmla="*/ 5724081 w 9662615"/>
              <a:gd name="connsiteY40" fmla="*/ 1470431 h 1598136"/>
              <a:gd name="connsiteX41" fmla="*/ 5666577 w 9662615"/>
              <a:gd name="connsiteY41" fmla="*/ 1473921 h 1598136"/>
              <a:gd name="connsiteX42" fmla="*/ 5649068 w 9662615"/>
              <a:gd name="connsiteY42" fmla="*/ 1461676 h 1598136"/>
              <a:gd name="connsiteX43" fmla="*/ 5588902 w 9662615"/>
              <a:gd name="connsiteY43" fmla="*/ 1469647 h 1598136"/>
              <a:gd name="connsiteX44" fmla="*/ 5498090 w 9662615"/>
              <a:gd name="connsiteY44" fmla="*/ 1483173 h 1598136"/>
              <a:gd name="connsiteX45" fmla="*/ 5444641 w 9662615"/>
              <a:gd name="connsiteY45" fmla="*/ 1487602 h 1598136"/>
              <a:gd name="connsiteX46" fmla="*/ 5299812 w 9662615"/>
              <a:gd name="connsiteY46" fmla="*/ 1503362 h 1598136"/>
              <a:gd name="connsiteX47" fmla="*/ 5213947 w 9662615"/>
              <a:gd name="connsiteY47" fmla="*/ 1516637 h 1598136"/>
              <a:gd name="connsiteX48" fmla="*/ 5090342 w 9662615"/>
              <a:gd name="connsiteY48" fmla="*/ 1546680 h 1598136"/>
              <a:gd name="connsiteX49" fmla="*/ 5129812 w 9662615"/>
              <a:gd name="connsiteY49" fmla="*/ 1521277 h 1598136"/>
              <a:gd name="connsiteX50" fmla="*/ 5059484 w 9662615"/>
              <a:gd name="connsiteY50" fmla="*/ 1546802 h 1598136"/>
              <a:gd name="connsiteX51" fmla="*/ 5038524 w 9662615"/>
              <a:gd name="connsiteY51" fmla="*/ 1545675 h 1598136"/>
              <a:gd name="connsiteX52" fmla="*/ 5026564 w 9662615"/>
              <a:gd name="connsiteY52" fmla="*/ 1545376 h 1598136"/>
              <a:gd name="connsiteX53" fmla="*/ 4969433 w 9662615"/>
              <a:gd name="connsiteY53" fmla="*/ 1540263 h 1598136"/>
              <a:gd name="connsiteX54" fmla="*/ 4921303 w 9662615"/>
              <a:gd name="connsiteY54" fmla="*/ 1575379 h 1598136"/>
              <a:gd name="connsiteX55" fmla="*/ 4863775 w 9662615"/>
              <a:gd name="connsiteY55" fmla="*/ 1562633 h 1598136"/>
              <a:gd name="connsiteX56" fmla="*/ 4847242 w 9662615"/>
              <a:gd name="connsiteY56" fmla="*/ 1565435 h 1598136"/>
              <a:gd name="connsiteX57" fmla="*/ 4856839 w 9662615"/>
              <a:gd name="connsiteY57" fmla="*/ 1598136 h 1598136"/>
              <a:gd name="connsiteX58" fmla="*/ 4791466 w 9662615"/>
              <a:gd name="connsiteY58" fmla="*/ 1561324 h 1598136"/>
              <a:gd name="connsiteX59" fmla="*/ 4784247 w 9662615"/>
              <a:gd name="connsiteY59" fmla="*/ 1562342 h 1598136"/>
              <a:gd name="connsiteX60" fmla="*/ 4748477 w 9662615"/>
              <a:gd name="connsiteY60" fmla="*/ 1556925 h 1598136"/>
              <a:gd name="connsiteX61" fmla="*/ 4730033 w 9662615"/>
              <a:gd name="connsiteY61" fmla="*/ 1555274 h 1598136"/>
              <a:gd name="connsiteX62" fmla="*/ 4724747 w 9662615"/>
              <a:gd name="connsiteY62" fmla="*/ 1552439 h 1598136"/>
              <a:gd name="connsiteX63" fmla="*/ 4697562 w 9662615"/>
              <a:gd name="connsiteY63" fmla="*/ 1551206 h 1598136"/>
              <a:gd name="connsiteX64" fmla="*/ 4662664 w 9662615"/>
              <a:gd name="connsiteY64" fmla="*/ 1573162 h 1598136"/>
              <a:gd name="connsiteX65" fmla="*/ 4603028 w 9662615"/>
              <a:gd name="connsiteY65" fmla="*/ 1568821 h 1598136"/>
              <a:gd name="connsiteX66" fmla="*/ 4541612 w 9662615"/>
              <a:gd name="connsiteY66" fmla="*/ 1545262 h 1598136"/>
              <a:gd name="connsiteX67" fmla="*/ 4422155 w 9662615"/>
              <a:gd name="connsiteY67" fmla="*/ 1542059 h 1598136"/>
              <a:gd name="connsiteX68" fmla="*/ 4221826 w 9662615"/>
              <a:gd name="connsiteY68" fmla="*/ 1508923 h 1598136"/>
              <a:gd name="connsiteX69" fmla="*/ 4096601 w 9662615"/>
              <a:gd name="connsiteY69" fmla="*/ 1521563 h 1598136"/>
              <a:gd name="connsiteX70" fmla="*/ 3970635 w 9662615"/>
              <a:gd name="connsiteY70" fmla="*/ 1544815 h 1598136"/>
              <a:gd name="connsiteX71" fmla="*/ 3833906 w 9662615"/>
              <a:gd name="connsiteY71" fmla="*/ 1516637 h 1598136"/>
              <a:gd name="connsiteX72" fmla="*/ 3696258 w 9662615"/>
              <a:gd name="connsiteY72" fmla="*/ 1537563 h 1598136"/>
              <a:gd name="connsiteX73" fmla="*/ 3594070 w 9662615"/>
              <a:gd name="connsiteY73" fmla="*/ 1509422 h 1598136"/>
              <a:gd name="connsiteX74" fmla="*/ 3565233 w 9662615"/>
              <a:gd name="connsiteY74" fmla="*/ 1515122 h 1598136"/>
              <a:gd name="connsiteX75" fmla="*/ 3560267 w 9662615"/>
              <a:gd name="connsiteY75" fmla="*/ 1516288 h 1598136"/>
              <a:gd name="connsiteX76" fmla="*/ 3540258 w 9662615"/>
              <a:gd name="connsiteY76" fmla="*/ 1516976 h 1598136"/>
              <a:gd name="connsiteX77" fmla="*/ 3534780 w 9662615"/>
              <a:gd name="connsiteY77" fmla="*/ 1522141 h 1598136"/>
              <a:gd name="connsiteX78" fmla="*/ 3504783 w 9662615"/>
              <a:gd name="connsiteY78" fmla="*/ 1526739 h 1598136"/>
              <a:gd name="connsiteX79" fmla="*/ 3430805 w 9662615"/>
              <a:gd name="connsiteY79" fmla="*/ 1542521 h 1598136"/>
              <a:gd name="connsiteX80" fmla="*/ 3292707 w 9662615"/>
              <a:gd name="connsiteY80" fmla="*/ 1520490 h 1598136"/>
              <a:gd name="connsiteX81" fmla="*/ 3187872 w 9662615"/>
              <a:gd name="connsiteY81" fmla="*/ 1519991 h 1598136"/>
              <a:gd name="connsiteX82" fmla="*/ 3148026 w 9662615"/>
              <a:gd name="connsiteY82" fmla="*/ 1524777 h 1598136"/>
              <a:gd name="connsiteX83" fmla="*/ 3092394 w 9662615"/>
              <a:gd name="connsiteY83" fmla="*/ 1528115 h 1598136"/>
              <a:gd name="connsiteX84" fmla="*/ 2994200 w 9662615"/>
              <a:gd name="connsiteY84" fmla="*/ 1537857 h 1598136"/>
              <a:gd name="connsiteX85" fmla="*/ 2862301 w 9662615"/>
              <a:gd name="connsiteY85" fmla="*/ 1544250 h 1598136"/>
              <a:gd name="connsiteX86" fmla="*/ 2766335 w 9662615"/>
              <a:gd name="connsiteY86" fmla="*/ 1527662 h 1598136"/>
              <a:gd name="connsiteX87" fmla="*/ 2757836 w 9662615"/>
              <a:gd name="connsiteY87" fmla="*/ 1531371 h 1598136"/>
              <a:gd name="connsiteX88" fmla="*/ 2691555 w 9662615"/>
              <a:gd name="connsiteY88" fmla="*/ 1530283 h 1598136"/>
              <a:gd name="connsiteX89" fmla="*/ 2491676 w 9662615"/>
              <a:gd name="connsiteY89" fmla="*/ 1500859 h 1598136"/>
              <a:gd name="connsiteX90" fmla="*/ 2378036 w 9662615"/>
              <a:gd name="connsiteY90" fmla="*/ 1520645 h 1598136"/>
              <a:gd name="connsiteX91" fmla="*/ 2284269 w 9662615"/>
              <a:gd name="connsiteY91" fmla="*/ 1503068 h 1598136"/>
              <a:gd name="connsiteX92" fmla="*/ 2207104 w 9662615"/>
              <a:gd name="connsiteY92" fmla="*/ 1508888 h 1598136"/>
              <a:gd name="connsiteX93" fmla="*/ 2149226 w 9662615"/>
              <a:gd name="connsiteY93" fmla="*/ 1523409 h 1598136"/>
              <a:gd name="connsiteX94" fmla="*/ 2084783 w 9662615"/>
              <a:gd name="connsiteY94" fmla="*/ 1524245 h 1598136"/>
              <a:gd name="connsiteX95" fmla="*/ 2070075 w 9662615"/>
              <a:gd name="connsiteY95" fmla="*/ 1511285 h 1598136"/>
              <a:gd name="connsiteX96" fmla="*/ 2001057 w 9662615"/>
              <a:gd name="connsiteY96" fmla="*/ 1516449 h 1598136"/>
              <a:gd name="connsiteX97" fmla="*/ 1896330 w 9662615"/>
              <a:gd name="connsiteY97" fmla="*/ 1525725 h 1598136"/>
              <a:gd name="connsiteX98" fmla="*/ 1835994 w 9662615"/>
              <a:gd name="connsiteY98" fmla="*/ 1527678 h 1598136"/>
              <a:gd name="connsiteX99" fmla="*/ 1671119 w 9662615"/>
              <a:gd name="connsiteY99" fmla="*/ 1536701 h 1598136"/>
              <a:gd name="connsiteX100" fmla="*/ 1601337 w 9662615"/>
              <a:gd name="connsiteY100" fmla="*/ 1548552 h 1598136"/>
              <a:gd name="connsiteX101" fmla="*/ 1407755 w 9662615"/>
              <a:gd name="connsiteY101" fmla="*/ 1571444 h 1598136"/>
              <a:gd name="connsiteX102" fmla="*/ 1271994 w 9662615"/>
              <a:gd name="connsiteY102" fmla="*/ 1579471 h 1598136"/>
              <a:gd name="connsiteX103" fmla="*/ 1249226 w 9662615"/>
              <a:gd name="connsiteY103" fmla="*/ 1583140 h 1598136"/>
              <a:gd name="connsiteX104" fmla="*/ 1217719 w 9662615"/>
              <a:gd name="connsiteY104" fmla="*/ 1580863 h 1598136"/>
              <a:gd name="connsiteX105" fmla="*/ 1091432 w 9662615"/>
              <a:gd name="connsiteY105" fmla="*/ 1571003 h 1598136"/>
              <a:gd name="connsiteX106" fmla="*/ 992039 w 9662615"/>
              <a:gd name="connsiteY106" fmla="*/ 1556662 h 1598136"/>
              <a:gd name="connsiteX107" fmla="*/ 868264 w 9662615"/>
              <a:gd name="connsiteY107" fmla="*/ 1566392 h 1598136"/>
              <a:gd name="connsiteX108" fmla="*/ 792765 w 9662615"/>
              <a:gd name="connsiteY108" fmla="*/ 1563102 h 1598136"/>
              <a:gd name="connsiteX109" fmla="*/ 669055 w 9662615"/>
              <a:gd name="connsiteY109" fmla="*/ 1543638 h 1598136"/>
              <a:gd name="connsiteX110" fmla="*/ 506152 w 9662615"/>
              <a:gd name="connsiteY110" fmla="*/ 1549124 h 1598136"/>
              <a:gd name="connsiteX111" fmla="*/ 472797 w 9662615"/>
              <a:gd name="connsiteY111" fmla="*/ 1568904 h 1598136"/>
              <a:gd name="connsiteX112" fmla="*/ 427864 w 9662615"/>
              <a:gd name="connsiteY112" fmla="*/ 1580848 h 1598136"/>
              <a:gd name="connsiteX113" fmla="*/ 408381 w 9662615"/>
              <a:gd name="connsiteY113" fmla="*/ 1552940 h 1598136"/>
              <a:gd name="connsiteX114" fmla="*/ 267163 w 9662615"/>
              <a:gd name="connsiteY114" fmla="*/ 1531913 h 1598136"/>
              <a:gd name="connsiteX115" fmla="*/ 196644 w 9662615"/>
              <a:gd name="connsiteY115" fmla="*/ 1524565 h 1598136"/>
              <a:gd name="connsiteX116" fmla="*/ 86819 w 9662615"/>
              <a:gd name="connsiteY116" fmla="*/ 1519517 h 1598136"/>
              <a:gd name="connsiteX117" fmla="*/ 53369 w 9662615"/>
              <a:gd name="connsiteY117" fmla="*/ 1516853 h 1598136"/>
              <a:gd name="connsiteX118" fmla="*/ 2359 w 9662615"/>
              <a:gd name="connsiteY118" fmla="*/ 1515247 h 1598136"/>
              <a:gd name="connsiteX119" fmla="*/ 0 w 9662615"/>
              <a:gd name="connsiteY119" fmla="*/ 1514932 h 1598136"/>
              <a:gd name="connsiteX120" fmla="*/ 0 w 9662615"/>
              <a:gd name="connsiteY120" fmla="*/ 0 h 1598136"/>
              <a:gd name="connsiteX0" fmla="*/ 0 w 9662615"/>
              <a:gd name="connsiteY0" fmla="*/ 0 h 1598136"/>
              <a:gd name="connsiteX1" fmla="*/ 9662615 w 9662615"/>
              <a:gd name="connsiteY1" fmla="*/ 0 h 1598136"/>
              <a:gd name="connsiteX2" fmla="*/ 9662615 w 9662615"/>
              <a:gd name="connsiteY2" fmla="*/ 1280346 h 1598136"/>
              <a:gd name="connsiteX3" fmla="*/ 9658420 w 9662615"/>
              <a:gd name="connsiteY3" fmla="*/ 1280106 h 1598136"/>
              <a:gd name="connsiteX4" fmla="*/ 9469546 w 9662615"/>
              <a:gd name="connsiteY4" fmla="*/ 1289837 h 1598136"/>
              <a:gd name="connsiteX5" fmla="*/ 9385895 w 9662615"/>
              <a:gd name="connsiteY5" fmla="*/ 1269203 h 1598136"/>
              <a:gd name="connsiteX6" fmla="*/ 9144767 w 9662615"/>
              <a:gd name="connsiteY6" fmla="*/ 1264120 h 1598136"/>
              <a:gd name="connsiteX7" fmla="*/ 8837252 w 9662615"/>
              <a:gd name="connsiteY7" fmla="*/ 1350515 h 1598136"/>
              <a:gd name="connsiteX8" fmla="*/ 8705466 w 9662615"/>
              <a:gd name="connsiteY8" fmla="*/ 1342419 h 1598136"/>
              <a:gd name="connsiteX9" fmla="*/ 8652221 w 9662615"/>
              <a:gd name="connsiteY9" fmla="*/ 1326906 h 1598136"/>
              <a:gd name="connsiteX10" fmla="*/ 8632312 w 9662615"/>
              <a:gd name="connsiteY10" fmla="*/ 1326025 h 1598136"/>
              <a:gd name="connsiteX11" fmla="*/ 8591582 w 9662615"/>
              <a:gd name="connsiteY11" fmla="*/ 1341666 h 1598136"/>
              <a:gd name="connsiteX12" fmla="*/ 8537336 w 9662615"/>
              <a:gd name="connsiteY12" fmla="*/ 1341684 h 1598136"/>
              <a:gd name="connsiteX13" fmla="*/ 8472508 w 9662615"/>
              <a:gd name="connsiteY13" fmla="*/ 1363109 h 1598136"/>
              <a:gd name="connsiteX14" fmla="*/ 8258477 w 9662615"/>
              <a:gd name="connsiteY14" fmla="*/ 1370666 h 1598136"/>
              <a:gd name="connsiteX15" fmla="*/ 8197961 w 9662615"/>
              <a:gd name="connsiteY15" fmla="*/ 1392804 h 1598136"/>
              <a:gd name="connsiteX16" fmla="*/ 8171196 w 9662615"/>
              <a:gd name="connsiteY16" fmla="*/ 1397216 h 1598136"/>
              <a:gd name="connsiteX17" fmla="*/ 8127667 w 9662615"/>
              <a:gd name="connsiteY17" fmla="*/ 1418254 h 1598136"/>
              <a:gd name="connsiteX18" fmla="*/ 7974579 w 9662615"/>
              <a:gd name="connsiteY18" fmla="*/ 1383439 h 1598136"/>
              <a:gd name="connsiteX19" fmla="*/ 7768351 w 9662615"/>
              <a:gd name="connsiteY19" fmla="*/ 1395051 h 1598136"/>
              <a:gd name="connsiteX20" fmla="*/ 7635985 w 9662615"/>
              <a:gd name="connsiteY20" fmla="*/ 1386363 h 1598136"/>
              <a:gd name="connsiteX21" fmla="*/ 7466069 w 9662615"/>
              <a:gd name="connsiteY21" fmla="*/ 1377654 h 1598136"/>
              <a:gd name="connsiteX22" fmla="*/ 7355642 w 9662615"/>
              <a:gd name="connsiteY22" fmla="*/ 1407761 h 1598136"/>
              <a:gd name="connsiteX23" fmla="*/ 7151610 w 9662615"/>
              <a:gd name="connsiteY23" fmla="*/ 1397856 h 1598136"/>
              <a:gd name="connsiteX24" fmla="*/ 7082147 w 9662615"/>
              <a:gd name="connsiteY24" fmla="*/ 1406113 h 1598136"/>
              <a:gd name="connsiteX25" fmla="*/ 7014958 w 9662615"/>
              <a:gd name="connsiteY25" fmla="*/ 1396883 h 1598136"/>
              <a:gd name="connsiteX26" fmla="*/ 6907567 w 9662615"/>
              <a:gd name="connsiteY26" fmla="*/ 1419149 h 1598136"/>
              <a:gd name="connsiteX27" fmla="*/ 6748428 w 9662615"/>
              <a:gd name="connsiteY27" fmla="*/ 1420308 h 1598136"/>
              <a:gd name="connsiteX28" fmla="*/ 6654257 w 9662615"/>
              <a:gd name="connsiteY28" fmla="*/ 1424143 h 1598136"/>
              <a:gd name="connsiteX29" fmla="*/ 6620123 w 9662615"/>
              <a:gd name="connsiteY29" fmla="*/ 1430535 h 1598136"/>
              <a:gd name="connsiteX30" fmla="*/ 6571355 w 9662615"/>
              <a:gd name="connsiteY30" fmla="*/ 1436144 h 1598136"/>
              <a:gd name="connsiteX31" fmla="*/ 6486557 w 9662615"/>
              <a:gd name="connsiteY31" fmla="*/ 1449861 h 1598136"/>
              <a:gd name="connsiteX32" fmla="*/ 6370419 w 9662615"/>
              <a:gd name="connsiteY32" fmla="*/ 1461649 h 1598136"/>
              <a:gd name="connsiteX33" fmla="*/ 6278839 w 9662615"/>
              <a:gd name="connsiteY33" fmla="*/ 1449160 h 1598136"/>
              <a:gd name="connsiteX34" fmla="*/ 6272455 w 9662615"/>
              <a:gd name="connsiteY34" fmla="*/ 1453191 h 1598136"/>
              <a:gd name="connsiteX35" fmla="*/ 6212659 w 9662615"/>
              <a:gd name="connsiteY35" fmla="*/ 1454850 h 1598136"/>
              <a:gd name="connsiteX36" fmla="*/ 6069317 w 9662615"/>
              <a:gd name="connsiteY36" fmla="*/ 1445838 h 1598136"/>
              <a:gd name="connsiteX37" fmla="*/ 5878477 w 9662615"/>
              <a:gd name="connsiteY37" fmla="*/ 1439180 h 1598136"/>
              <a:gd name="connsiteX38" fmla="*/ 5838387 w 9662615"/>
              <a:gd name="connsiteY38" fmla="*/ 1444679 h 1598136"/>
              <a:gd name="connsiteX39" fmla="*/ 5771136 w 9662615"/>
              <a:gd name="connsiteY39" fmla="*/ 1453639 h 1598136"/>
              <a:gd name="connsiteX40" fmla="*/ 5724081 w 9662615"/>
              <a:gd name="connsiteY40" fmla="*/ 1470431 h 1598136"/>
              <a:gd name="connsiteX41" fmla="*/ 5666577 w 9662615"/>
              <a:gd name="connsiteY41" fmla="*/ 1473921 h 1598136"/>
              <a:gd name="connsiteX42" fmla="*/ 5649068 w 9662615"/>
              <a:gd name="connsiteY42" fmla="*/ 1461676 h 1598136"/>
              <a:gd name="connsiteX43" fmla="*/ 5588902 w 9662615"/>
              <a:gd name="connsiteY43" fmla="*/ 1469647 h 1598136"/>
              <a:gd name="connsiteX44" fmla="*/ 5498090 w 9662615"/>
              <a:gd name="connsiteY44" fmla="*/ 1483173 h 1598136"/>
              <a:gd name="connsiteX45" fmla="*/ 5444641 w 9662615"/>
              <a:gd name="connsiteY45" fmla="*/ 1487602 h 1598136"/>
              <a:gd name="connsiteX46" fmla="*/ 5299812 w 9662615"/>
              <a:gd name="connsiteY46" fmla="*/ 1503362 h 1598136"/>
              <a:gd name="connsiteX47" fmla="*/ 5213947 w 9662615"/>
              <a:gd name="connsiteY47" fmla="*/ 1516637 h 1598136"/>
              <a:gd name="connsiteX48" fmla="*/ 5090342 w 9662615"/>
              <a:gd name="connsiteY48" fmla="*/ 1546680 h 1598136"/>
              <a:gd name="connsiteX49" fmla="*/ 5129812 w 9662615"/>
              <a:gd name="connsiteY49" fmla="*/ 1521277 h 1598136"/>
              <a:gd name="connsiteX50" fmla="*/ 5059484 w 9662615"/>
              <a:gd name="connsiteY50" fmla="*/ 1546802 h 1598136"/>
              <a:gd name="connsiteX51" fmla="*/ 5038524 w 9662615"/>
              <a:gd name="connsiteY51" fmla="*/ 1545675 h 1598136"/>
              <a:gd name="connsiteX52" fmla="*/ 5026564 w 9662615"/>
              <a:gd name="connsiteY52" fmla="*/ 1545376 h 1598136"/>
              <a:gd name="connsiteX53" fmla="*/ 4969433 w 9662615"/>
              <a:gd name="connsiteY53" fmla="*/ 1550865 h 1598136"/>
              <a:gd name="connsiteX54" fmla="*/ 4921303 w 9662615"/>
              <a:gd name="connsiteY54" fmla="*/ 1575379 h 1598136"/>
              <a:gd name="connsiteX55" fmla="*/ 4863775 w 9662615"/>
              <a:gd name="connsiteY55" fmla="*/ 1562633 h 1598136"/>
              <a:gd name="connsiteX56" fmla="*/ 4847242 w 9662615"/>
              <a:gd name="connsiteY56" fmla="*/ 1565435 h 1598136"/>
              <a:gd name="connsiteX57" fmla="*/ 4856839 w 9662615"/>
              <a:gd name="connsiteY57" fmla="*/ 1598136 h 1598136"/>
              <a:gd name="connsiteX58" fmla="*/ 4791466 w 9662615"/>
              <a:gd name="connsiteY58" fmla="*/ 1561324 h 1598136"/>
              <a:gd name="connsiteX59" fmla="*/ 4784247 w 9662615"/>
              <a:gd name="connsiteY59" fmla="*/ 1562342 h 1598136"/>
              <a:gd name="connsiteX60" fmla="*/ 4748477 w 9662615"/>
              <a:gd name="connsiteY60" fmla="*/ 1556925 h 1598136"/>
              <a:gd name="connsiteX61" fmla="*/ 4730033 w 9662615"/>
              <a:gd name="connsiteY61" fmla="*/ 1555274 h 1598136"/>
              <a:gd name="connsiteX62" fmla="*/ 4724747 w 9662615"/>
              <a:gd name="connsiteY62" fmla="*/ 1552439 h 1598136"/>
              <a:gd name="connsiteX63" fmla="*/ 4697562 w 9662615"/>
              <a:gd name="connsiteY63" fmla="*/ 1551206 h 1598136"/>
              <a:gd name="connsiteX64" fmla="*/ 4662664 w 9662615"/>
              <a:gd name="connsiteY64" fmla="*/ 1573162 h 1598136"/>
              <a:gd name="connsiteX65" fmla="*/ 4603028 w 9662615"/>
              <a:gd name="connsiteY65" fmla="*/ 1568821 h 1598136"/>
              <a:gd name="connsiteX66" fmla="*/ 4541612 w 9662615"/>
              <a:gd name="connsiteY66" fmla="*/ 1545262 h 1598136"/>
              <a:gd name="connsiteX67" fmla="*/ 4422155 w 9662615"/>
              <a:gd name="connsiteY67" fmla="*/ 1542059 h 1598136"/>
              <a:gd name="connsiteX68" fmla="*/ 4221826 w 9662615"/>
              <a:gd name="connsiteY68" fmla="*/ 1508923 h 1598136"/>
              <a:gd name="connsiteX69" fmla="*/ 4096601 w 9662615"/>
              <a:gd name="connsiteY69" fmla="*/ 1521563 h 1598136"/>
              <a:gd name="connsiteX70" fmla="*/ 3970635 w 9662615"/>
              <a:gd name="connsiteY70" fmla="*/ 1544815 h 1598136"/>
              <a:gd name="connsiteX71" fmla="*/ 3833906 w 9662615"/>
              <a:gd name="connsiteY71" fmla="*/ 1516637 h 1598136"/>
              <a:gd name="connsiteX72" fmla="*/ 3696258 w 9662615"/>
              <a:gd name="connsiteY72" fmla="*/ 1537563 h 1598136"/>
              <a:gd name="connsiteX73" fmla="*/ 3594070 w 9662615"/>
              <a:gd name="connsiteY73" fmla="*/ 1509422 h 1598136"/>
              <a:gd name="connsiteX74" fmla="*/ 3565233 w 9662615"/>
              <a:gd name="connsiteY74" fmla="*/ 1515122 h 1598136"/>
              <a:gd name="connsiteX75" fmla="*/ 3560267 w 9662615"/>
              <a:gd name="connsiteY75" fmla="*/ 1516288 h 1598136"/>
              <a:gd name="connsiteX76" fmla="*/ 3540258 w 9662615"/>
              <a:gd name="connsiteY76" fmla="*/ 1516976 h 1598136"/>
              <a:gd name="connsiteX77" fmla="*/ 3534780 w 9662615"/>
              <a:gd name="connsiteY77" fmla="*/ 1522141 h 1598136"/>
              <a:gd name="connsiteX78" fmla="*/ 3504783 w 9662615"/>
              <a:gd name="connsiteY78" fmla="*/ 1526739 h 1598136"/>
              <a:gd name="connsiteX79" fmla="*/ 3430805 w 9662615"/>
              <a:gd name="connsiteY79" fmla="*/ 1542521 h 1598136"/>
              <a:gd name="connsiteX80" fmla="*/ 3292707 w 9662615"/>
              <a:gd name="connsiteY80" fmla="*/ 1520490 h 1598136"/>
              <a:gd name="connsiteX81" fmla="*/ 3187872 w 9662615"/>
              <a:gd name="connsiteY81" fmla="*/ 1519991 h 1598136"/>
              <a:gd name="connsiteX82" fmla="*/ 3148026 w 9662615"/>
              <a:gd name="connsiteY82" fmla="*/ 1524777 h 1598136"/>
              <a:gd name="connsiteX83" fmla="*/ 3092394 w 9662615"/>
              <a:gd name="connsiteY83" fmla="*/ 1528115 h 1598136"/>
              <a:gd name="connsiteX84" fmla="*/ 2994200 w 9662615"/>
              <a:gd name="connsiteY84" fmla="*/ 1537857 h 1598136"/>
              <a:gd name="connsiteX85" fmla="*/ 2862301 w 9662615"/>
              <a:gd name="connsiteY85" fmla="*/ 1544250 h 1598136"/>
              <a:gd name="connsiteX86" fmla="*/ 2766335 w 9662615"/>
              <a:gd name="connsiteY86" fmla="*/ 1527662 h 1598136"/>
              <a:gd name="connsiteX87" fmla="*/ 2757836 w 9662615"/>
              <a:gd name="connsiteY87" fmla="*/ 1531371 h 1598136"/>
              <a:gd name="connsiteX88" fmla="*/ 2691555 w 9662615"/>
              <a:gd name="connsiteY88" fmla="*/ 1530283 h 1598136"/>
              <a:gd name="connsiteX89" fmla="*/ 2491676 w 9662615"/>
              <a:gd name="connsiteY89" fmla="*/ 1500859 h 1598136"/>
              <a:gd name="connsiteX90" fmla="*/ 2378036 w 9662615"/>
              <a:gd name="connsiteY90" fmla="*/ 1520645 h 1598136"/>
              <a:gd name="connsiteX91" fmla="*/ 2284269 w 9662615"/>
              <a:gd name="connsiteY91" fmla="*/ 1503068 h 1598136"/>
              <a:gd name="connsiteX92" fmla="*/ 2207104 w 9662615"/>
              <a:gd name="connsiteY92" fmla="*/ 1508888 h 1598136"/>
              <a:gd name="connsiteX93" fmla="*/ 2149226 w 9662615"/>
              <a:gd name="connsiteY93" fmla="*/ 1523409 h 1598136"/>
              <a:gd name="connsiteX94" fmla="*/ 2084783 w 9662615"/>
              <a:gd name="connsiteY94" fmla="*/ 1524245 h 1598136"/>
              <a:gd name="connsiteX95" fmla="*/ 2070075 w 9662615"/>
              <a:gd name="connsiteY95" fmla="*/ 1511285 h 1598136"/>
              <a:gd name="connsiteX96" fmla="*/ 2001057 w 9662615"/>
              <a:gd name="connsiteY96" fmla="*/ 1516449 h 1598136"/>
              <a:gd name="connsiteX97" fmla="*/ 1896330 w 9662615"/>
              <a:gd name="connsiteY97" fmla="*/ 1525725 h 1598136"/>
              <a:gd name="connsiteX98" fmla="*/ 1835994 w 9662615"/>
              <a:gd name="connsiteY98" fmla="*/ 1527678 h 1598136"/>
              <a:gd name="connsiteX99" fmla="*/ 1671119 w 9662615"/>
              <a:gd name="connsiteY99" fmla="*/ 1536701 h 1598136"/>
              <a:gd name="connsiteX100" fmla="*/ 1601337 w 9662615"/>
              <a:gd name="connsiteY100" fmla="*/ 1548552 h 1598136"/>
              <a:gd name="connsiteX101" fmla="*/ 1407755 w 9662615"/>
              <a:gd name="connsiteY101" fmla="*/ 1571444 h 1598136"/>
              <a:gd name="connsiteX102" fmla="*/ 1271994 w 9662615"/>
              <a:gd name="connsiteY102" fmla="*/ 1579471 h 1598136"/>
              <a:gd name="connsiteX103" fmla="*/ 1249226 w 9662615"/>
              <a:gd name="connsiteY103" fmla="*/ 1583140 h 1598136"/>
              <a:gd name="connsiteX104" fmla="*/ 1217719 w 9662615"/>
              <a:gd name="connsiteY104" fmla="*/ 1580863 h 1598136"/>
              <a:gd name="connsiteX105" fmla="*/ 1091432 w 9662615"/>
              <a:gd name="connsiteY105" fmla="*/ 1571003 h 1598136"/>
              <a:gd name="connsiteX106" fmla="*/ 992039 w 9662615"/>
              <a:gd name="connsiteY106" fmla="*/ 1556662 h 1598136"/>
              <a:gd name="connsiteX107" fmla="*/ 868264 w 9662615"/>
              <a:gd name="connsiteY107" fmla="*/ 1566392 h 1598136"/>
              <a:gd name="connsiteX108" fmla="*/ 792765 w 9662615"/>
              <a:gd name="connsiteY108" fmla="*/ 1563102 h 1598136"/>
              <a:gd name="connsiteX109" fmla="*/ 669055 w 9662615"/>
              <a:gd name="connsiteY109" fmla="*/ 1543638 h 1598136"/>
              <a:gd name="connsiteX110" fmla="*/ 506152 w 9662615"/>
              <a:gd name="connsiteY110" fmla="*/ 1549124 h 1598136"/>
              <a:gd name="connsiteX111" fmla="*/ 472797 w 9662615"/>
              <a:gd name="connsiteY111" fmla="*/ 1568904 h 1598136"/>
              <a:gd name="connsiteX112" fmla="*/ 427864 w 9662615"/>
              <a:gd name="connsiteY112" fmla="*/ 1580848 h 1598136"/>
              <a:gd name="connsiteX113" fmla="*/ 408381 w 9662615"/>
              <a:gd name="connsiteY113" fmla="*/ 1552940 h 1598136"/>
              <a:gd name="connsiteX114" fmla="*/ 267163 w 9662615"/>
              <a:gd name="connsiteY114" fmla="*/ 1531913 h 1598136"/>
              <a:gd name="connsiteX115" fmla="*/ 196644 w 9662615"/>
              <a:gd name="connsiteY115" fmla="*/ 1524565 h 1598136"/>
              <a:gd name="connsiteX116" fmla="*/ 86819 w 9662615"/>
              <a:gd name="connsiteY116" fmla="*/ 1519517 h 1598136"/>
              <a:gd name="connsiteX117" fmla="*/ 53369 w 9662615"/>
              <a:gd name="connsiteY117" fmla="*/ 1516853 h 1598136"/>
              <a:gd name="connsiteX118" fmla="*/ 2359 w 9662615"/>
              <a:gd name="connsiteY118" fmla="*/ 1515247 h 1598136"/>
              <a:gd name="connsiteX119" fmla="*/ 0 w 9662615"/>
              <a:gd name="connsiteY119" fmla="*/ 1514932 h 1598136"/>
              <a:gd name="connsiteX120" fmla="*/ 0 w 9662615"/>
              <a:gd name="connsiteY120" fmla="*/ 0 h 1598136"/>
              <a:gd name="connsiteX0" fmla="*/ 0 w 9662615"/>
              <a:gd name="connsiteY0" fmla="*/ 0 h 1592835"/>
              <a:gd name="connsiteX1" fmla="*/ 9662615 w 9662615"/>
              <a:gd name="connsiteY1" fmla="*/ 0 h 1592835"/>
              <a:gd name="connsiteX2" fmla="*/ 9662615 w 9662615"/>
              <a:gd name="connsiteY2" fmla="*/ 1280346 h 1592835"/>
              <a:gd name="connsiteX3" fmla="*/ 9658420 w 9662615"/>
              <a:gd name="connsiteY3" fmla="*/ 1280106 h 1592835"/>
              <a:gd name="connsiteX4" fmla="*/ 9469546 w 9662615"/>
              <a:gd name="connsiteY4" fmla="*/ 1289837 h 1592835"/>
              <a:gd name="connsiteX5" fmla="*/ 9385895 w 9662615"/>
              <a:gd name="connsiteY5" fmla="*/ 1269203 h 1592835"/>
              <a:gd name="connsiteX6" fmla="*/ 9144767 w 9662615"/>
              <a:gd name="connsiteY6" fmla="*/ 1264120 h 1592835"/>
              <a:gd name="connsiteX7" fmla="*/ 8837252 w 9662615"/>
              <a:gd name="connsiteY7" fmla="*/ 1350515 h 1592835"/>
              <a:gd name="connsiteX8" fmla="*/ 8705466 w 9662615"/>
              <a:gd name="connsiteY8" fmla="*/ 1342419 h 1592835"/>
              <a:gd name="connsiteX9" fmla="*/ 8652221 w 9662615"/>
              <a:gd name="connsiteY9" fmla="*/ 1326906 h 1592835"/>
              <a:gd name="connsiteX10" fmla="*/ 8632312 w 9662615"/>
              <a:gd name="connsiteY10" fmla="*/ 1326025 h 1592835"/>
              <a:gd name="connsiteX11" fmla="*/ 8591582 w 9662615"/>
              <a:gd name="connsiteY11" fmla="*/ 1341666 h 1592835"/>
              <a:gd name="connsiteX12" fmla="*/ 8537336 w 9662615"/>
              <a:gd name="connsiteY12" fmla="*/ 1341684 h 1592835"/>
              <a:gd name="connsiteX13" fmla="*/ 8472508 w 9662615"/>
              <a:gd name="connsiteY13" fmla="*/ 1363109 h 1592835"/>
              <a:gd name="connsiteX14" fmla="*/ 8258477 w 9662615"/>
              <a:gd name="connsiteY14" fmla="*/ 1370666 h 1592835"/>
              <a:gd name="connsiteX15" fmla="*/ 8197961 w 9662615"/>
              <a:gd name="connsiteY15" fmla="*/ 1392804 h 1592835"/>
              <a:gd name="connsiteX16" fmla="*/ 8171196 w 9662615"/>
              <a:gd name="connsiteY16" fmla="*/ 1397216 h 1592835"/>
              <a:gd name="connsiteX17" fmla="*/ 8127667 w 9662615"/>
              <a:gd name="connsiteY17" fmla="*/ 1418254 h 1592835"/>
              <a:gd name="connsiteX18" fmla="*/ 7974579 w 9662615"/>
              <a:gd name="connsiteY18" fmla="*/ 1383439 h 1592835"/>
              <a:gd name="connsiteX19" fmla="*/ 7768351 w 9662615"/>
              <a:gd name="connsiteY19" fmla="*/ 1395051 h 1592835"/>
              <a:gd name="connsiteX20" fmla="*/ 7635985 w 9662615"/>
              <a:gd name="connsiteY20" fmla="*/ 1386363 h 1592835"/>
              <a:gd name="connsiteX21" fmla="*/ 7466069 w 9662615"/>
              <a:gd name="connsiteY21" fmla="*/ 1377654 h 1592835"/>
              <a:gd name="connsiteX22" fmla="*/ 7355642 w 9662615"/>
              <a:gd name="connsiteY22" fmla="*/ 1407761 h 1592835"/>
              <a:gd name="connsiteX23" fmla="*/ 7151610 w 9662615"/>
              <a:gd name="connsiteY23" fmla="*/ 1397856 h 1592835"/>
              <a:gd name="connsiteX24" fmla="*/ 7082147 w 9662615"/>
              <a:gd name="connsiteY24" fmla="*/ 1406113 h 1592835"/>
              <a:gd name="connsiteX25" fmla="*/ 7014958 w 9662615"/>
              <a:gd name="connsiteY25" fmla="*/ 1396883 h 1592835"/>
              <a:gd name="connsiteX26" fmla="*/ 6907567 w 9662615"/>
              <a:gd name="connsiteY26" fmla="*/ 1419149 h 1592835"/>
              <a:gd name="connsiteX27" fmla="*/ 6748428 w 9662615"/>
              <a:gd name="connsiteY27" fmla="*/ 1420308 h 1592835"/>
              <a:gd name="connsiteX28" fmla="*/ 6654257 w 9662615"/>
              <a:gd name="connsiteY28" fmla="*/ 1424143 h 1592835"/>
              <a:gd name="connsiteX29" fmla="*/ 6620123 w 9662615"/>
              <a:gd name="connsiteY29" fmla="*/ 1430535 h 1592835"/>
              <a:gd name="connsiteX30" fmla="*/ 6571355 w 9662615"/>
              <a:gd name="connsiteY30" fmla="*/ 1436144 h 1592835"/>
              <a:gd name="connsiteX31" fmla="*/ 6486557 w 9662615"/>
              <a:gd name="connsiteY31" fmla="*/ 1449861 h 1592835"/>
              <a:gd name="connsiteX32" fmla="*/ 6370419 w 9662615"/>
              <a:gd name="connsiteY32" fmla="*/ 1461649 h 1592835"/>
              <a:gd name="connsiteX33" fmla="*/ 6278839 w 9662615"/>
              <a:gd name="connsiteY33" fmla="*/ 1449160 h 1592835"/>
              <a:gd name="connsiteX34" fmla="*/ 6272455 w 9662615"/>
              <a:gd name="connsiteY34" fmla="*/ 1453191 h 1592835"/>
              <a:gd name="connsiteX35" fmla="*/ 6212659 w 9662615"/>
              <a:gd name="connsiteY35" fmla="*/ 1454850 h 1592835"/>
              <a:gd name="connsiteX36" fmla="*/ 6069317 w 9662615"/>
              <a:gd name="connsiteY36" fmla="*/ 1445838 h 1592835"/>
              <a:gd name="connsiteX37" fmla="*/ 5878477 w 9662615"/>
              <a:gd name="connsiteY37" fmla="*/ 1439180 h 1592835"/>
              <a:gd name="connsiteX38" fmla="*/ 5838387 w 9662615"/>
              <a:gd name="connsiteY38" fmla="*/ 1444679 h 1592835"/>
              <a:gd name="connsiteX39" fmla="*/ 5771136 w 9662615"/>
              <a:gd name="connsiteY39" fmla="*/ 1453639 h 1592835"/>
              <a:gd name="connsiteX40" fmla="*/ 5724081 w 9662615"/>
              <a:gd name="connsiteY40" fmla="*/ 1470431 h 1592835"/>
              <a:gd name="connsiteX41" fmla="*/ 5666577 w 9662615"/>
              <a:gd name="connsiteY41" fmla="*/ 1473921 h 1592835"/>
              <a:gd name="connsiteX42" fmla="*/ 5649068 w 9662615"/>
              <a:gd name="connsiteY42" fmla="*/ 1461676 h 1592835"/>
              <a:gd name="connsiteX43" fmla="*/ 5588902 w 9662615"/>
              <a:gd name="connsiteY43" fmla="*/ 1469647 h 1592835"/>
              <a:gd name="connsiteX44" fmla="*/ 5498090 w 9662615"/>
              <a:gd name="connsiteY44" fmla="*/ 1483173 h 1592835"/>
              <a:gd name="connsiteX45" fmla="*/ 5444641 w 9662615"/>
              <a:gd name="connsiteY45" fmla="*/ 1487602 h 1592835"/>
              <a:gd name="connsiteX46" fmla="*/ 5299812 w 9662615"/>
              <a:gd name="connsiteY46" fmla="*/ 1503362 h 1592835"/>
              <a:gd name="connsiteX47" fmla="*/ 5213947 w 9662615"/>
              <a:gd name="connsiteY47" fmla="*/ 1516637 h 1592835"/>
              <a:gd name="connsiteX48" fmla="*/ 5090342 w 9662615"/>
              <a:gd name="connsiteY48" fmla="*/ 1546680 h 1592835"/>
              <a:gd name="connsiteX49" fmla="*/ 5129812 w 9662615"/>
              <a:gd name="connsiteY49" fmla="*/ 1521277 h 1592835"/>
              <a:gd name="connsiteX50" fmla="*/ 5059484 w 9662615"/>
              <a:gd name="connsiteY50" fmla="*/ 1546802 h 1592835"/>
              <a:gd name="connsiteX51" fmla="*/ 5038524 w 9662615"/>
              <a:gd name="connsiteY51" fmla="*/ 1545675 h 1592835"/>
              <a:gd name="connsiteX52" fmla="*/ 5026564 w 9662615"/>
              <a:gd name="connsiteY52" fmla="*/ 1545376 h 1592835"/>
              <a:gd name="connsiteX53" fmla="*/ 4969433 w 9662615"/>
              <a:gd name="connsiteY53" fmla="*/ 1550865 h 1592835"/>
              <a:gd name="connsiteX54" fmla="*/ 4921303 w 9662615"/>
              <a:gd name="connsiteY54" fmla="*/ 1575379 h 1592835"/>
              <a:gd name="connsiteX55" fmla="*/ 4863775 w 9662615"/>
              <a:gd name="connsiteY55" fmla="*/ 1562633 h 1592835"/>
              <a:gd name="connsiteX56" fmla="*/ 4847242 w 9662615"/>
              <a:gd name="connsiteY56" fmla="*/ 1565435 h 1592835"/>
              <a:gd name="connsiteX57" fmla="*/ 4856839 w 9662615"/>
              <a:gd name="connsiteY57" fmla="*/ 1592835 h 1592835"/>
              <a:gd name="connsiteX58" fmla="*/ 4791466 w 9662615"/>
              <a:gd name="connsiteY58" fmla="*/ 1561324 h 1592835"/>
              <a:gd name="connsiteX59" fmla="*/ 4784247 w 9662615"/>
              <a:gd name="connsiteY59" fmla="*/ 1562342 h 1592835"/>
              <a:gd name="connsiteX60" fmla="*/ 4748477 w 9662615"/>
              <a:gd name="connsiteY60" fmla="*/ 1556925 h 1592835"/>
              <a:gd name="connsiteX61" fmla="*/ 4730033 w 9662615"/>
              <a:gd name="connsiteY61" fmla="*/ 1555274 h 1592835"/>
              <a:gd name="connsiteX62" fmla="*/ 4724747 w 9662615"/>
              <a:gd name="connsiteY62" fmla="*/ 1552439 h 1592835"/>
              <a:gd name="connsiteX63" fmla="*/ 4697562 w 9662615"/>
              <a:gd name="connsiteY63" fmla="*/ 1551206 h 1592835"/>
              <a:gd name="connsiteX64" fmla="*/ 4662664 w 9662615"/>
              <a:gd name="connsiteY64" fmla="*/ 1573162 h 1592835"/>
              <a:gd name="connsiteX65" fmla="*/ 4603028 w 9662615"/>
              <a:gd name="connsiteY65" fmla="*/ 1568821 h 1592835"/>
              <a:gd name="connsiteX66" fmla="*/ 4541612 w 9662615"/>
              <a:gd name="connsiteY66" fmla="*/ 1545262 h 1592835"/>
              <a:gd name="connsiteX67" fmla="*/ 4422155 w 9662615"/>
              <a:gd name="connsiteY67" fmla="*/ 1542059 h 1592835"/>
              <a:gd name="connsiteX68" fmla="*/ 4221826 w 9662615"/>
              <a:gd name="connsiteY68" fmla="*/ 1508923 h 1592835"/>
              <a:gd name="connsiteX69" fmla="*/ 4096601 w 9662615"/>
              <a:gd name="connsiteY69" fmla="*/ 1521563 h 1592835"/>
              <a:gd name="connsiteX70" fmla="*/ 3970635 w 9662615"/>
              <a:gd name="connsiteY70" fmla="*/ 1544815 h 1592835"/>
              <a:gd name="connsiteX71" fmla="*/ 3833906 w 9662615"/>
              <a:gd name="connsiteY71" fmla="*/ 1516637 h 1592835"/>
              <a:gd name="connsiteX72" fmla="*/ 3696258 w 9662615"/>
              <a:gd name="connsiteY72" fmla="*/ 1537563 h 1592835"/>
              <a:gd name="connsiteX73" fmla="*/ 3594070 w 9662615"/>
              <a:gd name="connsiteY73" fmla="*/ 1509422 h 1592835"/>
              <a:gd name="connsiteX74" fmla="*/ 3565233 w 9662615"/>
              <a:gd name="connsiteY74" fmla="*/ 1515122 h 1592835"/>
              <a:gd name="connsiteX75" fmla="*/ 3560267 w 9662615"/>
              <a:gd name="connsiteY75" fmla="*/ 1516288 h 1592835"/>
              <a:gd name="connsiteX76" fmla="*/ 3540258 w 9662615"/>
              <a:gd name="connsiteY76" fmla="*/ 1516976 h 1592835"/>
              <a:gd name="connsiteX77" fmla="*/ 3534780 w 9662615"/>
              <a:gd name="connsiteY77" fmla="*/ 1522141 h 1592835"/>
              <a:gd name="connsiteX78" fmla="*/ 3504783 w 9662615"/>
              <a:gd name="connsiteY78" fmla="*/ 1526739 h 1592835"/>
              <a:gd name="connsiteX79" fmla="*/ 3430805 w 9662615"/>
              <a:gd name="connsiteY79" fmla="*/ 1542521 h 1592835"/>
              <a:gd name="connsiteX80" fmla="*/ 3292707 w 9662615"/>
              <a:gd name="connsiteY80" fmla="*/ 1520490 h 1592835"/>
              <a:gd name="connsiteX81" fmla="*/ 3187872 w 9662615"/>
              <a:gd name="connsiteY81" fmla="*/ 1519991 h 1592835"/>
              <a:gd name="connsiteX82" fmla="*/ 3148026 w 9662615"/>
              <a:gd name="connsiteY82" fmla="*/ 1524777 h 1592835"/>
              <a:gd name="connsiteX83" fmla="*/ 3092394 w 9662615"/>
              <a:gd name="connsiteY83" fmla="*/ 1528115 h 1592835"/>
              <a:gd name="connsiteX84" fmla="*/ 2994200 w 9662615"/>
              <a:gd name="connsiteY84" fmla="*/ 1537857 h 1592835"/>
              <a:gd name="connsiteX85" fmla="*/ 2862301 w 9662615"/>
              <a:gd name="connsiteY85" fmla="*/ 1544250 h 1592835"/>
              <a:gd name="connsiteX86" fmla="*/ 2766335 w 9662615"/>
              <a:gd name="connsiteY86" fmla="*/ 1527662 h 1592835"/>
              <a:gd name="connsiteX87" fmla="*/ 2757836 w 9662615"/>
              <a:gd name="connsiteY87" fmla="*/ 1531371 h 1592835"/>
              <a:gd name="connsiteX88" fmla="*/ 2691555 w 9662615"/>
              <a:gd name="connsiteY88" fmla="*/ 1530283 h 1592835"/>
              <a:gd name="connsiteX89" fmla="*/ 2491676 w 9662615"/>
              <a:gd name="connsiteY89" fmla="*/ 1500859 h 1592835"/>
              <a:gd name="connsiteX90" fmla="*/ 2378036 w 9662615"/>
              <a:gd name="connsiteY90" fmla="*/ 1520645 h 1592835"/>
              <a:gd name="connsiteX91" fmla="*/ 2284269 w 9662615"/>
              <a:gd name="connsiteY91" fmla="*/ 1503068 h 1592835"/>
              <a:gd name="connsiteX92" fmla="*/ 2207104 w 9662615"/>
              <a:gd name="connsiteY92" fmla="*/ 1508888 h 1592835"/>
              <a:gd name="connsiteX93" fmla="*/ 2149226 w 9662615"/>
              <a:gd name="connsiteY93" fmla="*/ 1523409 h 1592835"/>
              <a:gd name="connsiteX94" fmla="*/ 2084783 w 9662615"/>
              <a:gd name="connsiteY94" fmla="*/ 1524245 h 1592835"/>
              <a:gd name="connsiteX95" fmla="*/ 2070075 w 9662615"/>
              <a:gd name="connsiteY95" fmla="*/ 1511285 h 1592835"/>
              <a:gd name="connsiteX96" fmla="*/ 2001057 w 9662615"/>
              <a:gd name="connsiteY96" fmla="*/ 1516449 h 1592835"/>
              <a:gd name="connsiteX97" fmla="*/ 1896330 w 9662615"/>
              <a:gd name="connsiteY97" fmla="*/ 1525725 h 1592835"/>
              <a:gd name="connsiteX98" fmla="*/ 1835994 w 9662615"/>
              <a:gd name="connsiteY98" fmla="*/ 1527678 h 1592835"/>
              <a:gd name="connsiteX99" fmla="*/ 1671119 w 9662615"/>
              <a:gd name="connsiteY99" fmla="*/ 1536701 h 1592835"/>
              <a:gd name="connsiteX100" fmla="*/ 1601337 w 9662615"/>
              <a:gd name="connsiteY100" fmla="*/ 1548552 h 1592835"/>
              <a:gd name="connsiteX101" fmla="*/ 1407755 w 9662615"/>
              <a:gd name="connsiteY101" fmla="*/ 1571444 h 1592835"/>
              <a:gd name="connsiteX102" fmla="*/ 1271994 w 9662615"/>
              <a:gd name="connsiteY102" fmla="*/ 1579471 h 1592835"/>
              <a:gd name="connsiteX103" fmla="*/ 1249226 w 9662615"/>
              <a:gd name="connsiteY103" fmla="*/ 1583140 h 1592835"/>
              <a:gd name="connsiteX104" fmla="*/ 1217719 w 9662615"/>
              <a:gd name="connsiteY104" fmla="*/ 1580863 h 1592835"/>
              <a:gd name="connsiteX105" fmla="*/ 1091432 w 9662615"/>
              <a:gd name="connsiteY105" fmla="*/ 1571003 h 1592835"/>
              <a:gd name="connsiteX106" fmla="*/ 992039 w 9662615"/>
              <a:gd name="connsiteY106" fmla="*/ 1556662 h 1592835"/>
              <a:gd name="connsiteX107" fmla="*/ 868264 w 9662615"/>
              <a:gd name="connsiteY107" fmla="*/ 1566392 h 1592835"/>
              <a:gd name="connsiteX108" fmla="*/ 792765 w 9662615"/>
              <a:gd name="connsiteY108" fmla="*/ 1563102 h 1592835"/>
              <a:gd name="connsiteX109" fmla="*/ 669055 w 9662615"/>
              <a:gd name="connsiteY109" fmla="*/ 1543638 h 1592835"/>
              <a:gd name="connsiteX110" fmla="*/ 506152 w 9662615"/>
              <a:gd name="connsiteY110" fmla="*/ 1549124 h 1592835"/>
              <a:gd name="connsiteX111" fmla="*/ 472797 w 9662615"/>
              <a:gd name="connsiteY111" fmla="*/ 1568904 h 1592835"/>
              <a:gd name="connsiteX112" fmla="*/ 427864 w 9662615"/>
              <a:gd name="connsiteY112" fmla="*/ 1580848 h 1592835"/>
              <a:gd name="connsiteX113" fmla="*/ 408381 w 9662615"/>
              <a:gd name="connsiteY113" fmla="*/ 1552940 h 1592835"/>
              <a:gd name="connsiteX114" fmla="*/ 267163 w 9662615"/>
              <a:gd name="connsiteY114" fmla="*/ 1531913 h 1592835"/>
              <a:gd name="connsiteX115" fmla="*/ 196644 w 9662615"/>
              <a:gd name="connsiteY115" fmla="*/ 1524565 h 1592835"/>
              <a:gd name="connsiteX116" fmla="*/ 86819 w 9662615"/>
              <a:gd name="connsiteY116" fmla="*/ 1519517 h 1592835"/>
              <a:gd name="connsiteX117" fmla="*/ 53369 w 9662615"/>
              <a:gd name="connsiteY117" fmla="*/ 1516853 h 1592835"/>
              <a:gd name="connsiteX118" fmla="*/ 2359 w 9662615"/>
              <a:gd name="connsiteY118" fmla="*/ 1515247 h 1592835"/>
              <a:gd name="connsiteX119" fmla="*/ 0 w 9662615"/>
              <a:gd name="connsiteY119" fmla="*/ 1514932 h 1592835"/>
              <a:gd name="connsiteX120" fmla="*/ 0 w 9662615"/>
              <a:gd name="connsiteY120" fmla="*/ 0 h 1592835"/>
              <a:gd name="connsiteX0" fmla="*/ 0 w 9662615"/>
              <a:gd name="connsiteY0" fmla="*/ 0 h 1592835"/>
              <a:gd name="connsiteX1" fmla="*/ 9662615 w 9662615"/>
              <a:gd name="connsiteY1" fmla="*/ 0 h 1592835"/>
              <a:gd name="connsiteX2" fmla="*/ 9662615 w 9662615"/>
              <a:gd name="connsiteY2" fmla="*/ 1280346 h 1592835"/>
              <a:gd name="connsiteX3" fmla="*/ 9658420 w 9662615"/>
              <a:gd name="connsiteY3" fmla="*/ 1280106 h 1592835"/>
              <a:gd name="connsiteX4" fmla="*/ 9469546 w 9662615"/>
              <a:gd name="connsiteY4" fmla="*/ 1289837 h 1592835"/>
              <a:gd name="connsiteX5" fmla="*/ 9385895 w 9662615"/>
              <a:gd name="connsiteY5" fmla="*/ 1269203 h 1592835"/>
              <a:gd name="connsiteX6" fmla="*/ 9144767 w 9662615"/>
              <a:gd name="connsiteY6" fmla="*/ 1264120 h 1592835"/>
              <a:gd name="connsiteX7" fmla="*/ 8837252 w 9662615"/>
              <a:gd name="connsiteY7" fmla="*/ 1350515 h 1592835"/>
              <a:gd name="connsiteX8" fmla="*/ 8705466 w 9662615"/>
              <a:gd name="connsiteY8" fmla="*/ 1342419 h 1592835"/>
              <a:gd name="connsiteX9" fmla="*/ 8652221 w 9662615"/>
              <a:gd name="connsiteY9" fmla="*/ 1326906 h 1592835"/>
              <a:gd name="connsiteX10" fmla="*/ 8632312 w 9662615"/>
              <a:gd name="connsiteY10" fmla="*/ 1326025 h 1592835"/>
              <a:gd name="connsiteX11" fmla="*/ 8591582 w 9662615"/>
              <a:gd name="connsiteY11" fmla="*/ 1341666 h 1592835"/>
              <a:gd name="connsiteX12" fmla="*/ 8537336 w 9662615"/>
              <a:gd name="connsiteY12" fmla="*/ 1341684 h 1592835"/>
              <a:gd name="connsiteX13" fmla="*/ 8472508 w 9662615"/>
              <a:gd name="connsiteY13" fmla="*/ 1363109 h 1592835"/>
              <a:gd name="connsiteX14" fmla="*/ 8258477 w 9662615"/>
              <a:gd name="connsiteY14" fmla="*/ 1370666 h 1592835"/>
              <a:gd name="connsiteX15" fmla="*/ 8197961 w 9662615"/>
              <a:gd name="connsiteY15" fmla="*/ 1392804 h 1592835"/>
              <a:gd name="connsiteX16" fmla="*/ 8171196 w 9662615"/>
              <a:gd name="connsiteY16" fmla="*/ 1397216 h 1592835"/>
              <a:gd name="connsiteX17" fmla="*/ 8127667 w 9662615"/>
              <a:gd name="connsiteY17" fmla="*/ 1418254 h 1592835"/>
              <a:gd name="connsiteX18" fmla="*/ 7974579 w 9662615"/>
              <a:gd name="connsiteY18" fmla="*/ 1383439 h 1592835"/>
              <a:gd name="connsiteX19" fmla="*/ 7768351 w 9662615"/>
              <a:gd name="connsiteY19" fmla="*/ 1395051 h 1592835"/>
              <a:gd name="connsiteX20" fmla="*/ 7635985 w 9662615"/>
              <a:gd name="connsiteY20" fmla="*/ 1386363 h 1592835"/>
              <a:gd name="connsiteX21" fmla="*/ 7466069 w 9662615"/>
              <a:gd name="connsiteY21" fmla="*/ 1377654 h 1592835"/>
              <a:gd name="connsiteX22" fmla="*/ 7355642 w 9662615"/>
              <a:gd name="connsiteY22" fmla="*/ 1407761 h 1592835"/>
              <a:gd name="connsiteX23" fmla="*/ 7151610 w 9662615"/>
              <a:gd name="connsiteY23" fmla="*/ 1397856 h 1592835"/>
              <a:gd name="connsiteX24" fmla="*/ 7082147 w 9662615"/>
              <a:gd name="connsiteY24" fmla="*/ 1406113 h 1592835"/>
              <a:gd name="connsiteX25" fmla="*/ 7014958 w 9662615"/>
              <a:gd name="connsiteY25" fmla="*/ 1396883 h 1592835"/>
              <a:gd name="connsiteX26" fmla="*/ 6907567 w 9662615"/>
              <a:gd name="connsiteY26" fmla="*/ 1419149 h 1592835"/>
              <a:gd name="connsiteX27" fmla="*/ 6748428 w 9662615"/>
              <a:gd name="connsiteY27" fmla="*/ 1420308 h 1592835"/>
              <a:gd name="connsiteX28" fmla="*/ 6654257 w 9662615"/>
              <a:gd name="connsiteY28" fmla="*/ 1424143 h 1592835"/>
              <a:gd name="connsiteX29" fmla="*/ 6620123 w 9662615"/>
              <a:gd name="connsiteY29" fmla="*/ 1430535 h 1592835"/>
              <a:gd name="connsiteX30" fmla="*/ 6571355 w 9662615"/>
              <a:gd name="connsiteY30" fmla="*/ 1436144 h 1592835"/>
              <a:gd name="connsiteX31" fmla="*/ 6486557 w 9662615"/>
              <a:gd name="connsiteY31" fmla="*/ 1449861 h 1592835"/>
              <a:gd name="connsiteX32" fmla="*/ 6370419 w 9662615"/>
              <a:gd name="connsiteY32" fmla="*/ 1461649 h 1592835"/>
              <a:gd name="connsiteX33" fmla="*/ 6278839 w 9662615"/>
              <a:gd name="connsiteY33" fmla="*/ 1449160 h 1592835"/>
              <a:gd name="connsiteX34" fmla="*/ 6272455 w 9662615"/>
              <a:gd name="connsiteY34" fmla="*/ 1453191 h 1592835"/>
              <a:gd name="connsiteX35" fmla="*/ 6212659 w 9662615"/>
              <a:gd name="connsiteY35" fmla="*/ 1454850 h 1592835"/>
              <a:gd name="connsiteX36" fmla="*/ 6069317 w 9662615"/>
              <a:gd name="connsiteY36" fmla="*/ 1445838 h 1592835"/>
              <a:gd name="connsiteX37" fmla="*/ 5878477 w 9662615"/>
              <a:gd name="connsiteY37" fmla="*/ 1439180 h 1592835"/>
              <a:gd name="connsiteX38" fmla="*/ 5838387 w 9662615"/>
              <a:gd name="connsiteY38" fmla="*/ 1444679 h 1592835"/>
              <a:gd name="connsiteX39" fmla="*/ 5771136 w 9662615"/>
              <a:gd name="connsiteY39" fmla="*/ 1453639 h 1592835"/>
              <a:gd name="connsiteX40" fmla="*/ 5724081 w 9662615"/>
              <a:gd name="connsiteY40" fmla="*/ 1470431 h 1592835"/>
              <a:gd name="connsiteX41" fmla="*/ 5666577 w 9662615"/>
              <a:gd name="connsiteY41" fmla="*/ 1473921 h 1592835"/>
              <a:gd name="connsiteX42" fmla="*/ 5649068 w 9662615"/>
              <a:gd name="connsiteY42" fmla="*/ 1461676 h 1592835"/>
              <a:gd name="connsiteX43" fmla="*/ 5588902 w 9662615"/>
              <a:gd name="connsiteY43" fmla="*/ 1469647 h 1592835"/>
              <a:gd name="connsiteX44" fmla="*/ 5498090 w 9662615"/>
              <a:gd name="connsiteY44" fmla="*/ 1483173 h 1592835"/>
              <a:gd name="connsiteX45" fmla="*/ 5444641 w 9662615"/>
              <a:gd name="connsiteY45" fmla="*/ 1487602 h 1592835"/>
              <a:gd name="connsiteX46" fmla="*/ 5299812 w 9662615"/>
              <a:gd name="connsiteY46" fmla="*/ 1503362 h 1592835"/>
              <a:gd name="connsiteX47" fmla="*/ 5213947 w 9662615"/>
              <a:gd name="connsiteY47" fmla="*/ 1516637 h 1592835"/>
              <a:gd name="connsiteX48" fmla="*/ 5090342 w 9662615"/>
              <a:gd name="connsiteY48" fmla="*/ 1546680 h 1592835"/>
              <a:gd name="connsiteX49" fmla="*/ 5129812 w 9662615"/>
              <a:gd name="connsiteY49" fmla="*/ 1521277 h 1592835"/>
              <a:gd name="connsiteX50" fmla="*/ 5059484 w 9662615"/>
              <a:gd name="connsiteY50" fmla="*/ 1546802 h 1592835"/>
              <a:gd name="connsiteX51" fmla="*/ 5038524 w 9662615"/>
              <a:gd name="connsiteY51" fmla="*/ 1545675 h 1592835"/>
              <a:gd name="connsiteX52" fmla="*/ 5026564 w 9662615"/>
              <a:gd name="connsiteY52" fmla="*/ 1545376 h 1592835"/>
              <a:gd name="connsiteX53" fmla="*/ 4969433 w 9662615"/>
              <a:gd name="connsiteY53" fmla="*/ 1550865 h 1592835"/>
              <a:gd name="connsiteX54" fmla="*/ 4921303 w 9662615"/>
              <a:gd name="connsiteY54" fmla="*/ 1575379 h 1592835"/>
              <a:gd name="connsiteX55" fmla="*/ 4863775 w 9662615"/>
              <a:gd name="connsiteY55" fmla="*/ 1562633 h 1592835"/>
              <a:gd name="connsiteX56" fmla="*/ 4847242 w 9662615"/>
              <a:gd name="connsiteY56" fmla="*/ 1565435 h 1592835"/>
              <a:gd name="connsiteX57" fmla="*/ 4856839 w 9662615"/>
              <a:gd name="connsiteY57" fmla="*/ 1592835 h 1592835"/>
              <a:gd name="connsiteX58" fmla="*/ 4791466 w 9662615"/>
              <a:gd name="connsiteY58" fmla="*/ 1561324 h 1592835"/>
              <a:gd name="connsiteX59" fmla="*/ 4784247 w 9662615"/>
              <a:gd name="connsiteY59" fmla="*/ 1562342 h 1592835"/>
              <a:gd name="connsiteX60" fmla="*/ 4748477 w 9662615"/>
              <a:gd name="connsiteY60" fmla="*/ 1556925 h 1592835"/>
              <a:gd name="connsiteX61" fmla="*/ 4730033 w 9662615"/>
              <a:gd name="connsiteY61" fmla="*/ 1555274 h 1592835"/>
              <a:gd name="connsiteX62" fmla="*/ 4697562 w 9662615"/>
              <a:gd name="connsiteY62" fmla="*/ 1551206 h 1592835"/>
              <a:gd name="connsiteX63" fmla="*/ 4662664 w 9662615"/>
              <a:gd name="connsiteY63" fmla="*/ 1573162 h 1592835"/>
              <a:gd name="connsiteX64" fmla="*/ 4603028 w 9662615"/>
              <a:gd name="connsiteY64" fmla="*/ 1568821 h 1592835"/>
              <a:gd name="connsiteX65" fmla="*/ 4541612 w 9662615"/>
              <a:gd name="connsiteY65" fmla="*/ 1545262 h 1592835"/>
              <a:gd name="connsiteX66" fmla="*/ 4422155 w 9662615"/>
              <a:gd name="connsiteY66" fmla="*/ 1542059 h 1592835"/>
              <a:gd name="connsiteX67" fmla="*/ 4221826 w 9662615"/>
              <a:gd name="connsiteY67" fmla="*/ 1508923 h 1592835"/>
              <a:gd name="connsiteX68" fmla="*/ 4096601 w 9662615"/>
              <a:gd name="connsiteY68" fmla="*/ 1521563 h 1592835"/>
              <a:gd name="connsiteX69" fmla="*/ 3970635 w 9662615"/>
              <a:gd name="connsiteY69" fmla="*/ 1544815 h 1592835"/>
              <a:gd name="connsiteX70" fmla="*/ 3833906 w 9662615"/>
              <a:gd name="connsiteY70" fmla="*/ 1516637 h 1592835"/>
              <a:gd name="connsiteX71" fmla="*/ 3696258 w 9662615"/>
              <a:gd name="connsiteY71" fmla="*/ 1537563 h 1592835"/>
              <a:gd name="connsiteX72" fmla="*/ 3594070 w 9662615"/>
              <a:gd name="connsiteY72" fmla="*/ 1509422 h 1592835"/>
              <a:gd name="connsiteX73" fmla="*/ 3565233 w 9662615"/>
              <a:gd name="connsiteY73" fmla="*/ 1515122 h 1592835"/>
              <a:gd name="connsiteX74" fmla="*/ 3560267 w 9662615"/>
              <a:gd name="connsiteY74" fmla="*/ 1516288 h 1592835"/>
              <a:gd name="connsiteX75" fmla="*/ 3540258 w 9662615"/>
              <a:gd name="connsiteY75" fmla="*/ 1516976 h 1592835"/>
              <a:gd name="connsiteX76" fmla="*/ 3534780 w 9662615"/>
              <a:gd name="connsiteY76" fmla="*/ 1522141 h 1592835"/>
              <a:gd name="connsiteX77" fmla="*/ 3504783 w 9662615"/>
              <a:gd name="connsiteY77" fmla="*/ 1526739 h 1592835"/>
              <a:gd name="connsiteX78" fmla="*/ 3430805 w 9662615"/>
              <a:gd name="connsiteY78" fmla="*/ 1542521 h 1592835"/>
              <a:gd name="connsiteX79" fmla="*/ 3292707 w 9662615"/>
              <a:gd name="connsiteY79" fmla="*/ 1520490 h 1592835"/>
              <a:gd name="connsiteX80" fmla="*/ 3187872 w 9662615"/>
              <a:gd name="connsiteY80" fmla="*/ 1519991 h 1592835"/>
              <a:gd name="connsiteX81" fmla="*/ 3148026 w 9662615"/>
              <a:gd name="connsiteY81" fmla="*/ 1524777 h 1592835"/>
              <a:gd name="connsiteX82" fmla="*/ 3092394 w 9662615"/>
              <a:gd name="connsiteY82" fmla="*/ 1528115 h 1592835"/>
              <a:gd name="connsiteX83" fmla="*/ 2994200 w 9662615"/>
              <a:gd name="connsiteY83" fmla="*/ 1537857 h 1592835"/>
              <a:gd name="connsiteX84" fmla="*/ 2862301 w 9662615"/>
              <a:gd name="connsiteY84" fmla="*/ 1544250 h 1592835"/>
              <a:gd name="connsiteX85" fmla="*/ 2766335 w 9662615"/>
              <a:gd name="connsiteY85" fmla="*/ 1527662 h 1592835"/>
              <a:gd name="connsiteX86" fmla="*/ 2757836 w 9662615"/>
              <a:gd name="connsiteY86" fmla="*/ 1531371 h 1592835"/>
              <a:gd name="connsiteX87" fmla="*/ 2691555 w 9662615"/>
              <a:gd name="connsiteY87" fmla="*/ 1530283 h 1592835"/>
              <a:gd name="connsiteX88" fmla="*/ 2491676 w 9662615"/>
              <a:gd name="connsiteY88" fmla="*/ 1500859 h 1592835"/>
              <a:gd name="connsiteX89" fmla="*/ 2378036 w 9662615"/>
              <a:gd name="connsiteY89" fmla="*/ 1520645 h 1592835"/>
              <a:gd name="connsiteX90" fmla="*/ 2284269 w 9662615"/>
              <a:gd name="connsiteY90" fmla="*/ 1503068 h 1592835"/>
              <a:gd name="connsiteX91" fmla="*/ 2207104 w 9662615"/>
              <a:gd name="connsiteY91" fmla="*/ 1508888 h 1592835"/>
              <a:gd name="connsiteX92" fmla="*/ 2149226 w 9662615"/>
              <a:gd name="connsiteY92" fmla="*/ 1523409 h 1592835"/>
              <a:gd name="connsiteX93" fmla="*/ 2084783 w 9662615"/>
              <a:gd name="connsiteY93" fmla="*/ 1524245 h 1592835"/>
              <a:gd name="connsiteX94" fmla="*/ 2070075 w 9662615"/>
              <a:gd name="connsiteY94" fmla="*/ 1511285 h 1592835"/>
              <a:gd name="connsiteX95" fmla="*/ 2001057 w 9662615"/>
              <a:gd name="connsiteY95" fmla="*/ 1516449 h 1592835"/>
              <a:gd name="connsiteX96" fmla="*/ 1896330 w 9662615"/>
              <a:gd name="connsiteY96" fmla="*/ 1525725 h 1592835"/>
              <a:gd name="connsiteX97" fmla="*/ 1835994 w 9662615"/>
              <a:gd name="connsiteY97" fmla="*/ 1527678 h 1592835"/>
              <a:gd name="connsiteX98" fmla="*/ 1671119 w 9662615"/>
              <a:gd name="connsiteY98" fmla="*/ 1536701 h 1592835"/>
              <a:gd name="connsiteX99" fmla="*/ 1601337 w 9662615"/>
              <a:gd name="connsiteY99" fmla="*/ 1548552 h 1592835"/>
              <a:gd name="connsiteX100" fmla="*/ 1407755 w 9662615"/>
              <a:gd name="connsiteY100" fmla="*/ 1571444 h 1592835"/>
              <a:gd name="connsiteX101" fmla="*/ 1271994 w 9662615"/>
              <a:gd name="connsiteY101" fmla="*/ 1579471 h 1592835"/>
              <a:gd name="connsiteX102" fmla="*/ 1249226 w 9662615"/>
              <a:gd name="connsiteY102" fmla="*/ 1583140 h 1592835"/>
              <a:gd name="connsiteX103" fmla="*/ 1217719 w 9662615"/>
              <a:gd name="connsiteY103" fmla="*/ 1580863 h 1592835"/>
              <a:gd name="connsiteX104" fmla="*/ 1091432 w 9662615"/>
              <a:gd name="connsiteY104" fmla="*/ 1571003 h 1592835"/>
              <a:gd name="connsiteX105" fmla="*/ 992039 w 9662615"/>
              <a:gd name="connsiteY105" fmla="*/ 1556662 h 1592835"/>
              <a:gd name="connsiteX106" fmla="*/ 868264 w 9662615"/>
              <a:gd name="connsiteY106" fmla="*/ 1566392 h 1592835"/>
              <a:gd name="connsiteX107" fmla="*/ 792765 w 9662615"/>
              <a:gd name="connsiteY107" fmla="*/ 1563102 h 1592835"/>
              <a:gd name="connsiteX108" fmla="*/ 669055 w 9662615"/>
              <a:gd name="connsiteY108" fmla="*/ 1543638 h 1592835"/>
              <a:gd name="connsiteX109" fmla="*/ 506152 w 9662615"/>
              <a:gd name="connsiteY109" fmla="*/ 1549124 h 1592835"/>
              <a:gd name="connsiteX110" fmla="*/ 472797 w 9662615"/>
              <a:gd name="connsiteY110" fmla="*/ 1568904 h 1592835"/>
              <a:gd name="connsiteX111" fmla="*/ 427864 w 9662615"/>
              <a:gd name="connsiteY111" fmla="*/ 1580848 h 1592835"/>
              <a:gd name="connsiteX112" fmla="*/ 408381 w 9662615"/>
              <a:gd name="connsiteY112" fmla="*/ 1552940 h 1592835"/>
              <a:gd name="connsiteX113" fmla="*/ 267163 w 9662615"/>
              <a:gd name="connsiteY113" fmla="*/ 1531913 h 1592835"/>
              <a:gd name="connsiteX114" fmla="*/ 196644 w 9662615"/>
              <a:gd name="connsiteY114" fmla="*/ 1524565 h 1592835"/>
              <a:gd name="connsiteX115" fmla="*/ 86819 w 9662615"/>
              <a:gd name="connsiteY115" fmla="*/ 1519517 h 1592835"/>
              <a:gd name="connsiteX116" fmla="*/ 53369 w 9662615"/>
              <a:gd name="connsiteY116" fmla="*/ 1516853 h 1592835"/>
              <a:gd name="connsiteX117" fmla="*/ 2359 w 9662615"/>
              <a:gd name="connsiteY117" fmla="*/ 1515247 h 1592835"/>
              <a:gd name="connsiteX118" fmla="*/ 0 w 9662615"/>
              <a:gd name="connsiteY118" fmla="*/ 1514932 h 1592835"/>
              <a:gd name="connsiteX119" fmla="*/ 0 w 9662615"/>
              <a:gd name="connsiteY119" fmla="*/ 0 h 1592835"/>
              <a:gd name="connsiteX0" fmla="*/ 0 w 9662615"/>
              <a:gd name="connsiteY0" fmla="*/ 0 h 1592835"/>
              <a:gd name="connsiteX1" fmla="*/ 9662615 w 9662615"/>
              <a:gd name="connsiteY1" fmla="*/ 0 h 1592835"/>
              <a:gd name="connsiteX2" fmla="*/ 9662615 w 9662615"/>
              <a:gd name="connsiteY2" fmla="*/ 1280346 h 1592835"/>
              <a:gd name="connsiteX3" fmla="*/ 9658420 w 9662615"/>
              <a:gd name="connsiteY3" fmla="*/ 1280106 h 1592835"/>
              <a:gd name="connsiteX4" fmla="*/ 9469546 w 9662615"/>
              <a:gd name="connsiteY4" fmla="*/ 1289837 h 1592835"/>
              <a:gd name="connsiteX5" fmla="*/ 9385895 w 9662615"/>
              <a:gd name="connsiteY5" fmla="*/ 1269203 h 1592835"/>
              <a:gd name="connsiteX6" fmla="*/ 9144767 w 9662615"/>
              <a:gd name="connsiteY6" fmla="*/ 1264120 h 1592835"/>
              <a:gd name="connsiteX7" fmla="*/ 8837252 w 9662615"/>
              <a:gd name="connsiteY7" fmla="*/ 1350515 h 1592835"/>
              <a:gd name="connsiteX8" fmla="*/ 8705466 w 9662615"/>
              <a:gd name="connsiteY8" fmla="*/ 1342419 h 1592835"/>
              <a:gd name="connsiteX9" fmla="*/ 8652221 w 9662615"/>
              <a:gd name="connsiteY9" fmla="*/ 1326906 h 1592835"/>
              <a:gd name="connsiteX10" fmla="*/ 8632312 w 9662615"/>
              <a:gd name="connsiteY10" fmla="*/ 1326025 h 1592835"/>
              <a:gd name="connsiteX11" fmla="*/ 8591582 w 9662615"/>
              <a:gd name="connsiteY11" fmla="*/ 1341666 h 1592835"/>
              <a:gd name="connsiteX12" fmla="*/ 8537336 w 9662615"/>
              <a:gd name="connsiteY12" fmla="*/ 1341684 h 1592835"/>
              <a:gd name="connsiteX13" fmla="*/ 8472508 w 9662615"/>
              <a:gd name="connsiteY13" fmla="*/ 1363109 h 1592835"/>
              <a:gd name="connsiteX14" fmla="*/ 8258477 w 9662615"/>
              <a:gd name="connsiteY14" fmla="*/ 1370666 h 1592835"/>
              <a:gd name="connsiteX15" fmla="*/ 8197961 w 9662615"/>
              <a:gd name="connsiteY15" fmla="*/ 1392804 h 1592835"/>
              <a:gd name="connsiteX16" fmla="*/ 8171196 w 9662615"/>
              <a:gd name="connsiteY16" fmla="*/ 1397216 h 1592835"/>
              <a:gd name="connsiteX17" fmla="*/ 8127667 w 9662615"/>
              <a:gd name="connsiteY17" fmla="*/ 1418254 h 1592835"/>
              <a:gd name="connsiteX18" fmla="*/ 7974579 w 9662615"/>
              <a:gd name="connsiteY18" fmla="*/ 1383439 h 1592835"/>
              <a:gd name="connsiteX19" fmla="*/ 7768351 w 9662615"/>
              <a:gd name="connsiteY19" fmla="*/ 1395051 h 1592835"/>
              <a:gd name="connsiteX20" fmla="*/ 7635985 w 9662615"/>
              <a:gd name="connsiteY20" fmla="*/ 1386363 h 1592835"/>
              <a:gd name="connsiteX21" fmla="*/ 7466069 w 9662615"/>
              <a:gd name="connsiteY21" fmla="*/ 1377654 h 1592835"/>
              <a:gd name="connsiteX22" fmla="*/ 7355642 w 9662615"/>
              <a:gd name="connsiteY22" fmla="*/ 1407761 h 1592835"/>
              <a:gd name="connsiteX23" fmla="*/ 7151610 w 9662615"/>
              <a:gd name="connsiteY23" fmla="*/ 1397856 h 1592835"/>
              <a:gd name="connsiteX24" fmla="*/ 7082147 w 9662615"/>
              <a:gd name="connsiteY24" fmla="*/ 1406113 h 1592835"/>
              <a:gd name="connsiteX25" fmla="*/ 7014958 w 9662615"/>
              <a:gd name="connsiteY25" fmla="*/ 1396883 h 1592835"/>
              <a:gd name="connsiteX26" fmla="*/ 6907567 w 9662615"/>
              <a:gd name="connsiteY26" fmla="*/ 1419149 h 1592835"/>
              <a:gd name="connsiteX27" fmla="*/ 6748428 w 9662615"/>
              <a:gd name="connsiteY27" fmla="*/ 1420308 h 1592835"/>
              <a:gd name="connsiteX28" fmla="*/ 6654257 w 9662615"/>
              <a:gd name="connsiteY28" fmla="*/ 1424143 h 1592835"/>
              <a:gd name="connsiteX29" fmla="*/ 6620123 w 9662615"/>
              <a:gd name="connsiteY29" fmla="*/ 1430535 h 1592835"/>
              <a:gd name="connsiteX30" fmla="*/ 6571355 w 9662615"/>
              <a:gd name="connsiteY30" fmla="*/ 1436144 h 1592835"/>
              <a:gd name="connsiteX31" fmla="*/ 6486557 w 9662615"/>
              <a:gd name="connsiteY31" fmla="*/ 1449861 h 1592835"/>
              <a:gd name="connsiteX32" fmla="*/ 6370419 w 9662615"/>
              <a:gd name="connsiteY32" fmla="*/ 1461649 h 1592835"/>
              <a:gd name="connsiteX33" fmla="*/ 6278839 w 9662615"/>
              <a:gd name="connsiteY33" fmla="*/ 1449160 h 1592835"/>
              <a:gd name="connsiteX34" fmla="*/ 6272455 w 9662615"/>
              <a:gd name="connsiteY34" fmla="*/ 1453191 h 1592835"/>
              <a:gd name="connsiteX35" fmla="*/ 6212659 w 9662615"/>
              <a:gd name="connsiteY35" fmla="*/ 1454850 h 1592835"/>
              <a:gd name="connsiteX36" fmla="*/ 6069317 w 9662615"/>
              <a:gd name="connsiteY36" fmla="*/ 1445838 h 1592835"/>
              <a:gd name="connsiteX37" fmla="*/ 5878477 w 9662615"/>
              <a:gd name="connsiteY37" fmla="*/ 1439180 h 1592835"/>
              <a:gd name="connsiteX38" fmla="*/ 5838387 w 9662615"/>
              <a:gd name="connsiteY38" fmla="*/ 1444679 h 1592835"/>
              <a:gd name="connsiteX39" fmla="*/ 5771136 w 9662615"/>
              <a:gd name="connsiteY39" fmla="*/ 1453639 h 1592835"/>
              <a:gd name="connsiteX40" fmla="*/ 5724081 w 9662615"/>
              <a:gd name="connsiteY40" fmla="*/ 1470431 h 1592835"/>
              <a:gd name="connsiteX41" fmla="*/ 5666577 w 9662615"/>
              <a:gd name="connsiteY41" fmla="*/ 1473921 h 1592835"/>
              <a:gd name="connsiteX42" fmla="*/ 5649068 w 9662615"/>
              <a:gd name="connsiteY42" fmla="*/ 1461676 h 1592835"/>
              <a:gd name="connsiteX43" fmla="*/ 5588902 w 9662615"/>
              <a:gd name="connsiteY43" fmla="*/ 1469647 h 1592835"/>
              <a:gd name="connsiteX44" fmla="*/ 5498090 w 9662615"/>
              <a:gd name="connsiteY44" fmla="*/ 1483173 h 1592835"/>
              <a:gd name="connsiteX45" fmla="*/ 5444641 w 9662615"/>
              <a:gd name="connsiteY45" fmla="*/ 1487602 h 1592835"/>
              <a:gd name="connsiteX46" fmla="*/ 5299812 w 9662615"/>
              <a:gd name="connsiteY46" fmla="*/ 1503362 h 1592835"/>
              <a:gd name="connsiteX47" fmla="*/ 5213947 w 9662615"/>
              <a:gd name="connsiteY47" fmla="*/ 1516637 h 1592835"/>
              <a:gd name="connsiteX48" fmla="*/ 5090342 w 9662615"/>
              <a:gd name="connsiteY48" fmla="*/ 1546680 h 1592835"/>
              <a:gd name="connsiteX49" fmla="*/ 5129812 w 9662615"/>
              <a:gd name="connsiteY49" fmla="*/ 1521277 h 1592835"/>
              <a:gd name="connsiteX50" fmla="*/ 5059484 w 9662615"/>
              <a:gd name="connsiteY50" fmla="*/ 1546802 h 1592835"/>
              <a:gd name="connsiteX51" fmla="*/ 5038524 w 9662615"/>
              <a:gd name="connsiteY51" fmla="*/ 1545675 h 1592835"/>
              <a:gd name="connsiteX52" fmla="*/ 5026564 w 9662615"/>
              <a:gd name="connsiteY52" fmla="*/ 1545376 h 1592835"/>
              <a:gd name="connsiteX53" fmla="*/ 4969433 w 9662615"/>
              <a:gd name="connsiteY53" fmla="*/ 1550865 h 1592835"/>
              <a:gd name="connsiteX54" fmla="*/ 4921303 w 9662615"/>
              <a:gd name="connsiteY54" fmla="*/ 1575379 h 1592835"/>
              <a:gd name="connsiteX55" fmla="*/ 4863775 w 9662615"/>
              <a:gd name="connsiteY55" fmla="*/ 1562633 h 1592835"/>
              <a:gd name="connsiteX56" fmla="*/ 4847242 w 9662615"/>
              <a:gd name="connsiteY56" fmla="*/ 1565435 h 1592835"/>
              <a:gd name="connsiteX57" fmla="*/ 4856839 w 9662615"/>
              <a:gd name="connsiteY57" fmla="*/ 1592835 h 1592835"/>
              <a:gd name="connsiteX58" fmla="*/ 4791466 w 9662615"/>
              <a:gd name="connsiteY58" fmla="*/ 1561324 h 1592835"/>
              <a:gd name="connsiteX59" fmla="*/ 4784247 w 9662615"/>
              <a:gd name="connsiteY59" fmla="*/ 1562342 h 1592835"/>
              <a:gd name="connsiteX60" fmla="*/ 4730033 w 9662615"/>
              <a:gd name="connsiteY60" fmla="*/ 1555274 h 1592835"/>
              <a:gd name="connsiteX61" fmla="*/ 4697562 w 9662615"/>
              <a:gd name="connsiteY61" fmla="*/ 1551206 h 1592835"/>
              <a:gd name="connsiteX62" fmla="*/ 4662664 w 9662615"/>
              <a:gd name="connsiteY62" fmla="*/ 1573162 h 1592835"/>
              <a:gd name="connsiteX63" fmla="*/ 4603028 w 9662615"/>
              <a:gd name="connsiteY63" fmla="*/ 1568821 h 1592835"/>
              <a:gd name="connsiteX64" fmla="*/ 4541612 w 9662615"/>
              <a:gd name="connsiteY64" fmla="*/ 1545262 h 1592835"/>
              <a:gd name="connsiteX65" fmla="*/ 4422155 w 9662615"/>
              <a:gd name="connsiteY65" fmla="*/ 1542059 h 1592835"/>
              <a:gd name="connsiteX66" fmla="*/ 4221826 w 9662615"/>
              <a:gd name="connsiteY66" fmla="*/ 1508923 h 1592835"/>
              <a:gd name="connsiteX67" fmla="*/ 4096601 w 9662615"/>
              <a:gd name="connsiteY67" fmla="*/ 1521563 h 1592835"/>
              <a:gd name="connsiteX68" fmla="*/ 3970635 w 9662615"/>
              <a:gd name="connsiteY68" fmla="*/ 1544815 h 1592835"/>
              <a:gd name="connsiteX69" fmla="*/ 3833906 w 9662615"/>
              <a:gd name="connsiteY69" fmla="*/ 1516637 h 1592835"/>
              <a:gd name="connsiteX70" fmla="*/ 3696258 w 9662615"/>
              <a:gd name="connsiteY70" fmla="*/ 1537563 h 1592835"/>
              <a:gd name="connsiteX71" fmla="*/ 3594070 w 9662615"/>
              <a:gd name="connsiteY71" fmla="*/ 1509422 h 1592835"/>
              <a:gd name="connsiteX72" fmla="*/ 3565233 w 9662615"/>
              <a:gd name="connsiteY72" fmla="*/ 1515122 h 1592835"/>
              <a:gd name="connsiteX73" fmla="*/ 3560267 w 9662615"/>
              <a:gd name="connsiteY73" fmla="*/ 1516288 h 1592835"/>
              <a:gd name="connsiteX74" fmla="*/ 3540258 w 9662615"/>
              <a:gd name="connsiteY74" fmla="*/ 1516976 h 1592835"/>
              <a:gd name="connsiteX75" fmla="*/ 3534780 w 9662615"/>
              <a:gd name="connsiteY75" fmla="*/ 1522141 h 1592835"/>
              <a:gd name="connsiteX76" fmla="*/ 3504783 w 9662615"/>
              <a:gd name="connsiteY76" fmla="*/ 1526739 h 1592835"/>
              <a:gd name="connsiteX77" fmla="*/ 3430805 w 9662615"/>
              <a:gd name="connsiteY77" fmla="*/ 1542521 h 1592835"/>
              <a:gd name="connsiteX78" fmla="*/ 3292707 w 9662615"/>
              <a:gd name="connsiteY78" fmla="*/ 1520490 h 1592835"/>
              <a:gd name="connsiteX79" fmla="*/ 3187872 w 9662615"/>
              <a:gd name="connsiteY79" fmla="*/ 1519991 h 1592835"/>
              <a:gd name="connsiteX80" fmla="*/ 3148026 w 9662615"/>
              <a:gd name="connsiteY80" fmla="*/ 1524777 h 1592835"/>
              <a:gd name="connsiteX81" fmla="*/ 3092394 w 9662615"/>
              <a:gd name="connsiteY81" fmla="*/ 1528115 h 1592835"/>
              <a:gd name="connsiteX82" fmla="*/ 2994200 w 9662615"/>
              <a:gd name="connsiteY82" fmla="*/ 1537857 h 1592835"/>
              <a:gd name="connsiteX83" fmla="*/ 2862301 w 9662615"/>
              <a:gd name="connsiteY83" fmla="*/ 1544250 h 1592835"/>
              <a:gd name="connsiteX84" fmla="*/ 2766335 w 9662615"/>
              <a:gd name="connsiteY84" fmla="*/ 1527662 h 1592835"/>
              <a:gd name="connsiteX85" fmla="*/ 2757836 w 9662615"/>
              <a:gd name="connsiteY85" fmla="*/ 1531371 h 1592835"/>
              <a:gd name="connsiteX86" fmla="*/ 2691555 w 9662615"/>
              <a:gd name="connsiteY86" fmla="*/ 1530283 h 1592835"/>
              <a:gd name="connsiteX87" fmla="*/ 2491676 w 9662615"/>
              <a:gd name="connsiteY87" fmla="*/ 1500859 h 1592835"/>
              <a:gd name="connsiteX88" fmla="*/ 2378036 w 9662615"/>
              <a:gd name="connsiteY88" fmla="*/ 1520645 h 1592835"/>
              <a:gd name="connsiteX89" fmla="*/ 2284269 w 9662615"/>
              <a:gd name="connsiteY89" fmla="*/ 1503068 h 1592835"/>
              <a:gd name="connsiteX90" fmla="*/ 2207104 w 9662615"/>
              <a:gd name="connsiteY90" fmla="*/ 1508888 h 1592835"/>
              <a:gd name="connsiteX91" fmla="*/ 2149226 w 9662615"/>
              <a:gd name="connsiteY91" fmla="*/ 1523409 h 1592835"/>
              <a:gd name="connsiteX92" fmla="*/ 2084783 w 9662615"/>
              <a:gd name="connsiteY92" fmla="*/ 1524245 h 1592835"/>
              <a:gd name="connsiteX93" fmla="*/ 2070075 w 9662615"/>
              <a:gd name="connsiteY93" fmla="*/ 1511285 h 1592835"/>
              <a:gd name="connsiteX94" fmla="*/ 2001057 w 9662615"/>
              <a:gd name="connsiteY94" fmla="*/ 1516449 h 1592835"/>
              <a:gd name="connsiteX95" fmla="*/ 1896330 w 9662615"/>
              <a:gd name="connsiteY95" fmla="*/ 1525725 h 1592835"/>
              <a:gd name="connsiteX96" fmla="*/ 1835994 w 9662615"/>
              <a:gd name="connsiteY96" fmla="*/ 1527678 h 1592835"/>
              <a:gd name="connsiteX97" fmla="*/ 1671119 w 9662615"/>
              <a:gd name="connsiteY97" fmla="*/ 1536701 h 1592835"/>
              <a:gd name="connsiteX98" fmla="*/ 1601337 w 9662615"/>
              <a:gd name="connsiteY98" fmla="*/ 1548552 h 1592835"/>
              <a:gd name="connsiteX99" fmla="*/ 1407755 w 9662615"/>
              <a:gd name="connsiteY99" fmla="*/ 1571444 h 1592835"/>
              <a:gd name="connsiteX100" fmla="*/ 1271994 w 9662615"/>
              <a:gd name="connsiteY100" fmla="*/ 1579471 h 1592835"/>
              <a:gd name="connsiteX101" fmla="*/ 1249226 w 9662615"/>
              <a:gd name="connsiteY101" fmla="*/ 1583140 h 1592835"/>
              <a:gd name="connsiteX102" fmla="*/ 1217719 w 9662615"/>
              <a:gd name="connsiteY102" fmla="*/ 1580863 h 1592835"/>
              <a:gd name="connsiteX103" fmla="*/ 1091432 w 9662615"/>
              <a:gd name="connsiteY103" fmla="*/ 1571003 h 1592835"/>
              <a:gd name="connsiteX104" fmla="*/ 992039 w 9662615"/>
              <a:gd name="connsiteY104" fmla="*/ 1556662 h 1592835"/>
              <a:gd name="connsiteX105" fmla="*/ 868264 w 9662615"/>
              <a:gd name="connsiteY105" fmla="*/ 1566392 h 1592835"/>
              <a:gd name="connsiteX106" fmla="*/ 792765 w 9662615"/>
              <a:gd name="connsiteY106" fmla="*/ 1563102 h 1592835"/>
              <a:gd name="connsiteX107" fmla="*/ 669055 w 9662615"/>
              <a:gd name="connsiteY107" fmla="*/ 1543638 h 1592835"/>
              <a:gd name="connsiteX108" fmla="*/ 506152 w 9662615"/>
              <a:gd name="connsiteY108" fmla="*/ 1549124 h 1592835"/>
              <a:gd name="connsiteX109" fmla="*/ 472797 w 9662615"/>
              <a:gd name="connsiteY109" fmla="*/ 1568904 h 1592835"/>
              <a:gd name="connsiteX110" fmla="*/ 427864 w 9662615"/>
              <a:gd name="connsiteY110" fmla="*/ 1580848 h 1592835"/>
              <a:gd name="connsiteX111" fmla="*/ 408381 w 9662615"/>
              <a:gd name="connsiteY111" fmla="*/ 1552940 h 1592835"/>
              <a:gd name="connsiteX112" fmla="*/ 267163 w 9662615"/>
              <a:gd name="connsiteY112" fmla="*/ 1531913 h 1592835"/>
              <a:gd name="connsiteX113" fmla="*/ 196644 w 9662615"/>
              <a:gd name="connsiteY113" fmla="*/ 1524565 h 1592835"/>
              <a:gd name="connsiteX114" fmla="*/ 86819 w 9662615"/>
              <a:gd name="connsiteY114" fmla="*/ 1519517 h 1592835"/>
              <a:gd name="connsiteX115" fmla="*/ 53369 w 9662615"/>
              <a:gd name="connsiteY115" fmla="*/ 1516853 h 1592835"/>
              <a:gd name="connsiteX116" fmla="*/ 2359 w 9662615"/>
              <a:gd name="connsiteY116" fmla="*/ 1515247 h 1592835"/>
              <a:gd name="connsiteX117" fmla="*/ 0 w 9662615"/>
              <a:gd name="connsiteY117" fmla="*/ 1514932 h 1592835"/>
              <a:gd name="connsiteX118" fmla="*/ 0 w 9662615"/>
              <a:gd name="connsiteY118" fmla="*/ 0 h 1592835"/>
              <a:gd name="connsiteX0" fmla="*/ 0 w 9662615"/>
              <a:gd name="connsiteY0" fmla="*/ 0 h 1592835"/>
              <a:gd name="connsiteX1" fmla="*/ 9662615 w 9662615"/>
              <a:gd name="connsiteY1" fmla="*/ 0 h 1592835"/>
              <a:gd name="connsiteX2" fmla="*/ 9662615 w 9662615"/>
              <a:gd name="connsiteY2" fmla="*/ 1280346 h 1592835"/>
              <a:gd name="connsiteX3" fmla="*/ 9658420 w 9662615"/>
              <a:gd name="connsiteY3" fmla="*/ 1280106 h 1592835"/>
              <a:gd name="connsiteX4" fmla="*/ 9469546 w 9662615"/>
              <a:gd name="connsiteY4" fmla="*/ 1289837 h 1592835"/>
              <a:gd name="connsiteX5" fmla="*/ 9385895 w 9662615"/>
              <a:gd name="connsiteY5" fmla="*/ 1269203 h 1592835"/>
              <a:gd name="connsiteX6" fmla="*/ 9144767 w 9662615"/>
              <a:gd name="connsiteY6" fmla="*/ 1264120 h 1592835"/>
              <a:gd name="connsiteX7" fmla="*/ 8837252 w 9662615"/>
              <a:gd name="connsiteY7" fmla="*/ 1350515 h 1592835"/>
              <a:gd name="connsiteX8" fmla="*/ 8705466 w 9662615"/>
              <a:gd name="connsiteY8" fmla="*/ 1342419 h 1592835"/>
              <a:gd name="connsiteX9" fmla="*/ 8652221 w 9662615"/>
              <a:gd name="connsiteY9" fmla="*/ 1326906 h 1592835"/>
              <a:gd name="connsiteX10" fmla="*/ 8632312 w 9662615"/>
              <a:gd name="connsiteY10" fmla="*/ 1326025 h 1592835"/>
              <a:gd name="connsiteX11" fmla="*/ 8591582 w 9662615"/>
              <a:gd name="connsiteY11" fmla="*/ 1341666 h 1592835"/>
              <a:gd name="connsiteX12" fmla="*/ 8537336 w 9662615"/>
              <a:gd name="connsiteY12" fmla="*/ 1341684 h 1592835"/>
              <a:gd name="connsiteX13" fmla="*/ 8472508 w 9662615"/>
              <a:gd name="connsiteY13" fmla="*/ 1363109 h 1592835"/>
              <a:gd name="connsiteX14" fmla="*/ 8258477 w 9662615"/>
              <a:gd name="connsiteY14" fmla="*/ 1370666 h 1592835"/>
              <a:gd name="connsiteX15" fmla="*/ 8197961 w 9662615"/>
              <a:gd name="connsiteY15" fmla="*/ 1392804 h 1592835"/>
              <a:gd name="connsiteX16" fmla="*/ 8171196 w 9662615"/>
              <a:gd name="connsiteY16" fmla="*/ 1397216 h 1592835"/>
              <a:gd name="connsiteX17" fmla="*/ 8127667 w 9662615"/>
              <a:gd name="connsiteY17" fmla="*/ 1418254 h 1592835"/>
              <a:gd name="connsiteX18" fmla="*/ 7974579 w 9662615"/>
              <a:gd name="connsiteY18" fmla="*/ 1383439 h 1592835"/>
              <a:gd name="connsiteX19" fmla="*/ 7768351 w 9662615"/>
              <a:gd name="connsiteY19" fmla="*/ 1395051 h 1592835"/>
              <a:gd name="connsiteX20" fmla="*/ 7635985 w 9662615"/>
              <a:gd name="connsiteY20" fmla="*/ 1386363 h 1592835"/>
              <a:gd name="connsiteX21" fmla="*/ 7466069 w 9662615"/>
              <a:gd name="connsiteY21" fmla="*/ 1377654 h 1592835"/>
              <a:gd name="connsiteX22" fmla="*/ 7355642 w 9662615"/>
              <a:gd name="connsiteY22" fmla="*/ 1407761 h 1592835"/>
              <a:gd name="connsiteX23" fmla="*/ 7151610 w 9662615"/>
              <a:gd name="connsiteY23" fmla="*/ 1397856 h 1592835"/>
              <a:gd name="connsiteX24" fmla="*/ 7082147 w 9662615"/>
              <a:gd name="connsiteY24" fmla="*/ 1406113 h 1592835"/>
              <a:gd name="connsiteX25" fmla="*/ 7014958 w 9662615"/>
              <a:gd name="connsiteY25" fmla="*/ 1396883 h 1592835"/>
              <a:gd name="connsiteX26" fmla="*/ 6907567 w 9662615"/>
              <a:gd name="connsiteY26" fmla="*/ 1419149 h 1592835"/>
              <a:gd name="connsiteX27" fmla="*/ 6748428 w 9662615"/>
              <a:gd name="connsiteY27" fmla="*/ 1420308 h 1592835"/>
              <a:gd name="connsiteX28" fmla="*/ 6654257 w 9662615"/>
              <a:gd name="connsiteY28" fmla="*/ 1424143 h 1592835"/>
              <a:gd name="connsiteX29" fmla="*/ 6620123 w 9662615"/>
              <a:gd name="connsiteY29" fmla="*/ 1430535 h 1592835"/>
              <a:gd name="connsiteX30" fmla="*/ 6571355 w 9662615"/>
              <a:gd name="connsiteY30" fmla="*/ 1436144 h 1592835"/>
              <a:gd name="connsiteX31" fmla="*/ 6486557 w 9662615"/>
              <a:gd name="connsiteY31" fmla="*/ 1449861 h 1592835"/>
              <a:gd name="connsiteX32" fmla="*/ 6370419 w 9662615"/>
              <a:gd name="connsiteY32" fmla="*/ 1461649 h 1592835"/>
              <a:gd name="connsiteX33" fmla="*/ 6278839 w 9662615"/>
              <a:gd name="connsiteY33" fmla="*/ 1449160 h 1592835"/>
              <a:gd name="connsiteX34" fmla="*/ 6272455 w 9662615"/>
              <a:gd name="connsiteY34" fmla="*/ 1453191 h 1592835"/>
              <a:gd name="connsiteX35" fmla="*/ 6212659 w 9662615"/>
              <a:gd name="connsiteY35" fmla="*/ 1454850 h 1592835"/>
              <a:gd name="connsiteX36" fmla="*/ 6069317 w 9662615"/>
              <a:gd name="connsiteY36" fmla="*/ 1445838 h 1592835"/>
              <a:gd name="connsiteX37" fmla="*/ 5878477 w 9662615"/>
              <a:gd name="connsiteY37" fmla="*/ 1439180 h 1592835"/>
              <a:gd name="connsiteX38" fmla="*/ 5838387 w 9662615"/>
              <a:gd name="connsiteY38" fmla="*/ 1444679 h 1592835"/>
              <a:gd name="connsiteX39" fmla="*/ 5771136 w 9662615"/>
              <a:gd name="connsiteY39" fmla="*/ 1453639 h 1592835"/>
              <a:gd name="connsiteX40" fmla="*/ 5724081 w 9662615"/>
              <a:gd name="connsiteY40" fmla="*/ 1470431 h 1592835"/>
              <a:gd name="connsiteX41" fmla="*/ 5666577 w 9662615"/>
              <a:gd name="connsiteY41" fmla="*/ 1473921 h 1592835"/>
              <a:gd name="connsiteX42" fmla="*/ 5649068 w 9662615"/>
              <a:gd name="connsiteY42" fmla="*/ 1461676 h 1592835"/>
              <a:gd name="connsiteX43" fmla="*/ 5588902 w 9662615"/>
              <a:gd name="connsiteY43" fmla="*/ 1469647 h 1592835"/>
              <a:gd name="connsiteX44" fmla="*/ 5498090 w 9662615"/>
              <a:gd name="connsiteY44" fmla="*/ 1483173 h 1592835"/>
              <a:gd name="connsiteX45" fmla="*/ 5444641 w 9662615"/>
              <a:gd name="connsiteY45" fmla="*/ 1487602 h 1592835"/>
              <a:gd name="connsiteX46" fmla="*/ 5299812 w 9662615"/>
              <a:gd name="connsiteY46" fmla="*/ 1503362 h 1592835"/>
              <a:gd name="connsiteX47" fmla="*/ 5213947 w 9662615"/>
              <a:gd name="connsiteY47" fmla="*/ 1516637 h 1592835"/>
              <a:gd name="connsiteX48" fmla="*/ 5090342 w 9662615"/>
              <a:gd name="connsiteY48" fmla="*/ 1546680 h 1592835"/>
              <a:gd name="connsiteX49" fmla="*/ 5129812 w 9662615"/>
              <a:gd name="connsiteY49" fmla="*/ 1521277 h 1592835"/>
              <a:gd name="connsiteX50" fmla="*/ 5059484 w 9662615"/>
              <a:gd name="connsiteY50" fmla="*/ 1546802 h 1592835"/>
              <a:gd name="connsiteX51" fmla="*/ 5038524 w 9662615"/>
              <a:gd name="connsiteY51" fmla="*/ 1545675 h 1592835"/>
              <a:gd name="connsiteX52" fmla="*/ 5026564 w 9662615"/>
              <a:gd name="connsiteY52" fmla="*/ 1545376 h 1592835"/>
              <a:gd name="connsiteX53" fmla="*/ 4969433 w 9662615"/>
              <a:gd name="connsiteY53" fmla="*/ 1550865 h 1592835"/>
              <a:gd name="connsiteX54" fmla="*/ 4921303 w 9662615"/>
              <a:gd name="connsiteY54" fmla="*/ 1575379 h 1592835"/>
              <a:gd name="connsiteX55" fmla="*/ 4863775 w 9662615"/>
              <a:gd name="connsiteY55" fmla="*/ 1562633 h 1592835"/>
              <a:gd name="connsiteX56" fmla="*/ 4847242 w 9662615"/>
              <a:gd name="connsiteY56" fmla="*/ 1565435 h 1592835"/>
              <a:gd name="connsiteX57" fmla="*/ 4856839 w 9662615"/>
              <a:gd name="connsiteY57" fmla="*/ 1592835 h 1592835"/>
              <a:gd name="connsiteX58" fmla="*/ 4791466 w 9662615"/>
              <a:gd name="connsiteY58" fmla="*/ 1561324 h 1592835"/>
              <a:gd name="connsiteX59" fmla="*/ 4784247 w 9662615"/>
              <a:gd name="connsiteY59" fmla="*/ 1562342 h 1592835"/>
              <a:gd name="connsiteX60" fmla="*/ 4735334 w 9662615"/>
              <a:gd name="connsiteY60" fmla="*/ 1581778 h 1592835"/>
              <a:gd name="connsiteX61" fmla="*/ 4697562 w 9662615"/>
              <a:gd name="connsiteY61" fmla="*/ 1551206 h 1592835"/>
              <a:gd name="connsiteX62" fmla="*/ 4662664 w 9662615"/>
              <a:gd name="connsiteY62" fmla="*/ 1573162 h 1592835"/>
              <a:gd name="connsiteX63" fmla="*/ 4603028 w 9662615"/>
              <a:gd name="connsiteY63" fmla="*/ 1568821 h 1592835"/>
              <a:gd name="connsiteX64" fmla="*/ 4541612 w 9662615"/>
              <a:gd name="connsiteY64" fmla="*/ 1545262 h 1592835"/>
              <a:gd name="connsiteX65" fmla="*/ 4422155 w 9662615"/>
              <a:gd name="connsiteY65" fmla="*/ 1542059 h 1592835"/>
              <a:gd name="connsiteX66" fmla="*/ 4221826 w 9662615"/>
              <a:gd name="connsiteY66" fmla="*/ 1508923 h 1592835"/>
              <a:gd name="connsiteX67" fmla="*/ 4096601 w 9662615"/>
              <a:gd name="connsiteY67" fmla="*/ 1521563 h 1592835"/>
              <a:gd name="connsiteX68" fmla="*/ 3970635 w 9662615"/>
              <a:gd name="connsiteY68" fmla="*/ 1544815 h 1592835"/>
              <a:gd name="connsiteX69" fmla="*/ 3833906 w 9662615"/>
              <a:gd name="connsiteY69" fmla="*/ 1516637 h 1592835"/>
              <a:gd name="connsiteX70" fmla="*/ 3696258 w 9662615"/>
              <a:gd name="connsiteY70" fmla="*/ 1537563 h 1592835"/>
              <a:gd name="connsiteX71" fmla="*/ 3594070 w 9662615"/>
              <a:gd name="connsiteY71" fmla="*/ 1509422 h 1592835"/>
              <a:gd name="connsiteX72" fmla="*/ 3565233 w 9662615"/>
              <a:gd name="connsiteY72" fmla="*/ 1515122 h 1592835"/>
              <a:gd name="connsiteX73" fmla="*/ 3560267 w 9662615"/>
              <a:gd name="connsiteY73" fmla="*/ 1516288 h 1592835"/>
              <a:gd name="connsiteX74" fmla="*/ 3540258 w 9662615"/>
              <a:gd name="connsiteY74" fmla="*/ 1516976 h 1592835"/>
              <a:gd name="connsiteX75" fmla="*/ 3534780 w 9662615"/>
              <a:gd name="connsiteY75" fmla="*/ 1522141 h 1592835"/>
              <a:gd name="connsiteX76" fmla="*/ 3504783 w 9662615"/>
              <a:gd name="connsiteY76" fmla="*/ 1526739 h 1592835"/>
              <a:gd name="connsiteX77" fmla="*/ 3430805 w 9662615"/>
              <a:gd name="connsiteY77" fmla="*/ 1542521 h 1592835"/>
              <a:gd name="connsiteX78" fmla="*/ 3292707 w 9662615"/>
              <a:gd name="connsiteY78" fmla="*/ 1520490 h 1592835"/>
              <a:gd name="connsiteX79" fmla="*/ 3187872 w 9662615"/>
              <a:gd name="connsiteY79" fmla="*/ 1519991 h 1592835"/>
              <a:gd name="connsiteX80" fmla="*/ 3148026 w 9662615"/>
              <a:gd name="connsiteY80" fmla="*/ 1524777 h 1592835"/>
              <a:gd name="connsiteX81" fmla="*/ 3092394 w 9662615"/>
              <a:gd name="connsiteY81" fmla="*/ 1528115 h 1592835"/>
              <a:gd name="connsiteX82" fmla="*/ 2994200 w 9662615"/>
              <a:gd name="connsiteY82" fmla="*/ 1537857 h 1592835"/>
              <a:gd name="connsiteX83" fmla="*/ 2862301 w 9662615"/>
              <a:gd name="connsiteY83" fmla="*/ 1544250 h 1592835"/>
              <a:gd name="connsiteX84" fmla="*/ 2766335 w 9662615"/>
              <a:gd name="connsiteY84" fmla="*/ 1527662 h 1592835"/>
              <a:gd name="connsiteX85" fmla="*/ 2757836 w 9662615"/>
              <a:gd name="connsiteY85" fmla="*/ 1531371 h 1592835"/>
              <a:gd name="connsiteX86" fmla="*/ 2691555 w 9662615"/>
              <a:gd name="connsiteY86" fmla="*/ 1530283 h 1592835"/>
              <a:gd name="connsiteX87" fmla="*/ 2491676 w 9662615"/>
              <a:gd name="connsiteY87" fmla="*/ 1500859 h 1592835"/>
              <a:gd name="connsiteX88" fmla="*/ 2378036 w 9662615"/>
              <a:gd name="connsiteY88" fmla="*/ 1520645 h 1592835"/>
              <a:gd name="connsiteX89" fmla="*/ 2284269 w 9662615"/>
              <a:gd name="connsiteY89" fmla="*/ 1503068 h 1592835"/>
              <a:gd name="connsiteX90" fmla="*/ 2207104 w 9662615"/>
              <a:gd name="connsiteY90" fmla="*/ 1508888 h 1592835"/>
              <a:gd name="connsiteX91" fmla="*/ 2149226 w 9662615"/>
              <a:gd name="connsiteY91" fmla="*/ 1523409 h 1592835"/>
              <a:gd name="connsiteX92" fmla="*/ 2084783 w 9662615"/>
              <a:gd name="connsiteY92" fmla="*/ 1524245 h 1592835"/>
              <a:gd name="connsiteX93" fmla="*/ 2070075 w 9662615"/>
              <a:gd name="connsiteY93" fmla="*/ 1511285 h 1592835"/>
              <a:gd name="connsiteX94" fmla="*/ 2001057 w 9662615"/>
              <a:gd name="connsiteY94" fmla="*/ 1516449 h 1592835"/>
              <a:gd name="connsiteX95" fmla="*/ 1896330 w 9662615"/>
              <a:gd name="connsiteY95" fmla="*/ 1525725 h 1592835"/>
              <a:gd name="connsiteX96" fmla="*/ 1835994 w 9662615"/>
              <a:gd name="connsiteY96" fmla="*/ 1527678 h 1592835"/>
              <a:gd name="connsiteX97" fmla="*/ 1671119 w 9662615"/>
              <a:gd name="connsiteY97" fmla="*/ 1536701 h 1592835"/>
              <a:gd name="connsiteX98" fmla="*/ 1601337 w 9662615"/>
              <a:gd name="connsiteY98" fmla="*/ 1548552 h 1592835"/>
              <a:gd name="connsiteX99" fmla="*/ 1407755 w 9662615"/>
              <a:gd name="connsiteY99" fmla="*/ 1571444 h 1592835"/>
              <a:gd name="connsiteX100" fmla="*/ 1271994 w 9662615"/>
              <a:gd name="connsiteY100" fmla="*/ 1579471 h 1592835"/>
              <a:gd name="connsiteX101" fmla="*/ 1249226 w 9662615"/>
              <a:gd name="connsiteY101" fmla="*/ 1583140 h 1592835"/>
              <a:gd name="connsiteX102" fmla="*/ 1217719 w 9662615"/>
              <a:gd name="connsiteY102" fmla="*/ 1580863 h 1592835"/>
              <a:gd name="connsiteX103" fmla="*/ 1091432 w 9662615"/>
              <a:gd name="connsiteY103" fmla="*/ 1571003 h 1592835"/>
              <a:gd name="connsiteX104" fmla="*/ 992039 w 9662615"/>
              <a:gd name="connsiteY104" fmla="*/ 1556662 h 1592835"/>
              <a:gd name="connsiteX105" fmla="*/ 868264 w 9662615"/>
              <a:gd name="connsiteY105" fmla="*/ 1566392 h 1592835"/>
              <a:gd name="connsiteX106" fmla="*/ 792765 w 9662615"/>
              <a:gd name="connsiteY106" fmla="*/ 1563102 h 1592835"/>
              <a:gd name="connsiteX107" fmla="*/ 669055 w 9662615"/>
              <a:gd name="connsiteY107" fmla="*/ 1543638 h 1592835"/>
              <a:gd name="connsiteX108" fmla="*/ 506152 w 9662615"/>
              <a:gd name="connsiteY108" fmla="*/ 1549124 h 1592835"/>
              <a:gd name="connsiteX109" fmla="*/ 472797 w 9662615"/>
              <a:gd name="connsiteY109" fmla="*/ 1568904 h 1592835"/>
              <a:gd name="connsiteX110" fmla="*/ 427864 w 9662615"/>
              <a:gd name="connsiteY110" fmla="*/ 1580848 h 1592835"/>
              <a:gd name="connsiteX111" fmla="*/ 408381 w 9662615"/>
              <a:gd name="connsiteY111" fmla="*/ 1552940 h 1592835"/>
              <a:gd name="connsiteX112" fmla="*/ 267163 w 9662615"/>
              <a:gd name="connsiteY112" fmla="*/ 1531913 h 1592835"/>
              <a:gd name="connsiteX113" fmla="*/ 196644 w 9662615"/>
              <a:gd name="connsiteY113" fmla="*/ 1524565 h 1592835"/>
              <a:gd name="connsiteX114" fmla="*/ 86819 w 9662615"/>
              <a:gd name="connsiteY114" fmla="*/ 1519517 h 1592835"/>
              <a:gd name="connsiteX115" fmla="*/ 53369 w 9662615"/>
              <a:gd name="connsiteY115" fmla="*/ 1516853 h 1592835"/>
              <a:gd name="connsiteX116" fmla="*/ 2359 w 9662615"/>
              <a:gd name="connsiteY116" fmla="*/ 1515247 h 1592835"/>
              <a:gd name="connsiteX117" fmla="*/ 0 w 9662615"/>
              <a:gd name="connsiteY117" fmla="*/ 1514932 h 1592835"/>
              <a:gd name="connsiteX118" fmla="*/ 0 w 9662615"/>
              <a:gd name="connsiteY118" fmla="*/ 0 h 1592835"/>
              <a:gd name="connsiteX0" fmla="*/ 0 w 9662615"/>
              <a:gd name="connsiteY0" fmla="*/ 0 h 1692226"/>
              <a:gd name="connsiteX1" fmla="*/ 9662615 w 9662615"/>
              <a:gd name="connsiteY1" fmla="*/ 0 h 1692226"/>
              <a:gd name="connsiteX2" fmla="*/ 9662615 w 9662615"/>
              <a:gd name="connsiteY2" fmla="*/ 1280346 h 1692226"/>
              <a:gd name="connsiteX3" fmla="*/ 9658420 w 9662615"/>
              <a:gd name="connsiteY3" fmla="*/ 1280106 h 1692226"/>
              <a:gd name="connsiteX4" fmla="*/ 9469546 w 9662615"/>
              <a:gd name="connsiteY4" fmla="*/ 1289837 h 1692226"/>
              <a:gd name="connsiteX5" fmla="*/ 9385895 w 9662615"/>
              <a:gd name="connsiteY5" fmla="*/ 1269203 h 1692226"/>
              <a:gd name="connsiteX6" fmla="*/ 9144767 w 9662615"/>
              <a:gd name="connsiteY6" fmla="*/ 1264120 h 1692226"/>
              <a:gd name="connsiteX7" fmla="*/ 8837252 w 9662615"/>
              <a:gd name="connsiteY7" fmla="*/ 1350515 h 1692226"/>
              <a:gd name="connsiteX8" fmla="*/ 8705466 w 9662615"/>
              <a:gd name="connsiteY8" fmla="*/ 1342419 h 1692226"/>
              <a:gd name="connsiteX9" fmla="*/ 8652221 w 9662615"/>
              <a:gd name="connsiteY9" fmla="*/ 1326906 h 1692226"/>
              <a:gd name="connsiteX10" fmla="*/ 8632312 w 9662615"/>
              <a:gd name="connsiteY10" fmla="*/ 1326025 h 1692226"/>
              <a:gd name="connsiteX11" fmla="*/ 8591582 w 9662615"/>
              <a:gd name="connsiteY11" fmla="*/ 1341666 h 1692226"/>
              <a:gd name="connsiteX12" fmla="*/ 8537336 w 9662615"/>
              <a:gd name="connsiteY12" fmla="*/ 1341684 h 1692226"/>
              <a:gd name="connsiteX13" fmla="*/ 8472508 w 9662615"/>
              <a:gd name="connsiteY13" fmla="*/ 1363109 h 1692226"/>
              <a:gd name="connsiteX14" fmla="*/ 8258477 w 9662615"/>
              <a:gd name="connsiteY14" fmla="*/ 1370666 h 1692226"/>
              <a:gd name="connsiteX15" fmla="*/ 8197961 w 9662615"/>
              <a:gd name="connsiteY15" fmla="*/ 1392804 h 1692226"/>
              <a:gd name="connsiteX16" fmla="*/ 8171196 w 9662615"/>
              <a:gd name="connsiteY16" fmla="*/ 1397216 h 1692226"/>
              <a:gd name="connsiteX17" fmla="*/ 8127667 w 9662615"/>
              <a:gd name="connsiteY17" fmla="*/ 1418254 h 1692226"/>
              <a:gd name="connsiteX18" fmla="*/ 7974579 w 9662615"/>
              <a:gd name="connsiteY18" fmla="*/ 1383439 h 1692226"/>
              <a:gd name="connsiteX19" fmla="*/ 7768351 w 9662615"/>
              <a:gd name="connsiteY19" fmla="*/ 1395051 h 1692226"/>
              <a:gd name="connsiteX20" fmla="*/ 7635985 w 9662615"/>
              <a:gd name="connsiteY20" fmla="*/ 1386363 h 1692226"/>
              <a:gd name="connsiteX21" fmla="*/ 7466069 w 9662615"/>
              <a:gd name="connsiteY21" fmla="*/ 1377654 h 1692226"/>
              <a:gd name="connsiteX22" fmla="*/ 7355642 w 9662615"/>
              <a:gd name="connsiteY22" fmla="*/ 1407761 h 1692226"/>
              <a:gd name="connsiteX23" fmla="*/ 7151610 w 9662615"/>
              <a:gd name="connsiteY23" fmla="*/ 1397856 h 1692226"/>
              <a:gd name="connsiteX24" fmla="*/ 7082147 w 9662615"/>
              <a:gd name="connsiteY24" fmla="*/ 1406113 h 1692226"/>
              <a:gd name="connsiteX25" fmla="*/ 7014958 w 9662615"/>
              <a:gd name="connsiteY25" fmla="*/ 1396883 h 1692226"/>
              <a:gd name="connsiteX26" fmla="*/ 6907567 w 9662615"/>
              <a:gd name="connsiteY26" fmla="*/ 1419149 h 1692226"/>
              <a:gd name="connsiteX27" fmla="*/ 6748428 w 9662615"/>
              <a:gd name="connsiteY27" fmla="*/ 1420308 h 1692226"/>
              <a:gd name="connsiteX28" fmla="*/ 6654257 w 9662615"/>
              <a:gd name="connsiteY28" fmla="*/ 1424143 h 1692226"/>
              <a:gd name="connsiteX29" fmla="*/ 6620123 w 9662615"/>
              <a:gd name="connsiteY29" fmla="*/ 1430535 h 1692226"/>
              <a:gd name="connsiteX30" fmla="*/ 6571355 w 9662615"/>
              <a:gd name="connsiteY30" fmla="*/ 1436144 h 1692226"/>
              <a:gd name="connsiteX31" fmla="*/ 6486557 w 9662615"/>
              <a:gd name="connsiteY31" fmla="*/ 1449861 h 1692226"/>
              <a:gd name="connsiteX32" fmla="*/ 6370419 w 9662615"/>
              <a:gd name="connsiteY32" fmla="*/ 1461649 h 1692226"/>
              <a:gd name="connsiteX33" fmla="*/ 6278839 w 9662615"/>
              <a:gd name="connsiteY33" fmla="*/ 1449160 h 1692226"/>
              <a:gd name="connsiteX34" fmla="*/ 6272455 w 9662615"/>
              <a:gd name="connsiteY34" fmla="*/ 1453191 h 1692226"/>
              <a:gd name="connsiteX35" fmla="*/ 6212659 w 9662615"/>
              <a:gd name="connsiteY35" fmla="*/ 1454850 h 1692226"/>
              <a:gd name="connsiteX36" fmla="*/ 6069317 w 9662615"/>
              <a:gd name="connsiteY36" fmla="*/ 1445838 h 1692226"/>
              <a:gd name="connsiteX37" fmla="*/ 5878477 w 9662615"/>
              <a:gd name="connsiteY37" fmla="*/ 1439180 h 1692226"/>
              <a:gd name="connsiteX38" fmla="*/ 5838387 w 9662615"/>
              <a:gd name="connsiteY38" fmla="*/ 1444679 h 1692226"/>
              <a:gd name="connsiteX39" fmla="*/ 5771136 w 9662615"/>
              <a:gd name="connsiteY39" fmla="*/ 1453639 h 1692226"/>
              <a:gd name="connsiteX40" fmla="*/ 5724081 w 9662615"/>
              <a:gd name="connsiteY40" fmla="*/ 1470431 h 1692226"/>
              <a:gd name="connsiteX41" fmla="*/ 5666577 w 9662615"/>
              <a:gd name="connsiteY41" fmla="*/ 1473921 h 1692226"/>
              <a:gd name="connsiteX42" fmla="*/ 5649068 w 9662615"/>
              <a:gd name="connsiteY42" fmla="*/ 1461676 h 1692226"/>
              <a:gd name="connsiteX43" fmla="*/ 5588902 w 9662615"/>
              <a:gd name="connsiteY43" fmla="*/ 1469647 h 1692226"/>
              <a:gd name="connsiteX44" fmla="*/ 5498090 w 9662615"/>
              <a:gd name="connsiteY44" fmla="*/ 1483173 h 1692226"/>
              <a:gd name="connsiteX45" fmla="*/ 5444641 w 9662615"/>
              <a:gd name="connsiteY45" fmla="*/ 1487602 h 1692226"/>
              <a:gd name="connsiteX46" fmla="*/ 5299812 w 9662615"/>
              <a:gd name="connsiteY46" fmla="*/ 1503362 h 1692226"/>
              <a:gd name="connsiteX47" fmla="*/ 5213947 w 9662615"/>
              <a:gd name="connsiteY47" fmla="*/ 1516637 h 1692226"/>
              <a:gd name="connsiteX48" fmla="*/ 5090342 w 9662615"/>
              <a:gd name="connsiteY48" fmla="*/ 1546680 h 1692226"/>
              <a:gd name="connsiteX49" fmla="*/ 5129812 w 9662615"/>
              <a:gd name="connsiteY49" fmla="*/ 1521277 h 1692226"/>
              <a:gd name="connsiteX50" fmla="*/ 5059484 w 9662615"/>
              <a:gd name="connsiteY50" fmla="*/ 1546802 h 1692226"/>
              <a:gd name="connsiteX51" fmla="*/ 5038524 w 9662615"/>
              <a:gd name="connsiteY51" fmla="*/ 1545675 h 1692226"/>
              <a:gd name="connsiteX52" fmla="*/ 5026564 w 9662615"/>
              <a:gd name="connsiteY52" fmla="*/ 1545376 h 1692226"/>
              <a:gd name="connsiteX53" fmla="*/ 4969433 w 9662615"/>
              <a:gd name="connsiteY53" fmla="*/ 1550865 h 1692226"/>
              <a:gd name="connsiteX54" fmla="*/ 4921303 w 9662615"/>
              <a:gd name="connsiteY54" fmla="*/ 1575379 h 1692226"/>
              <a:gd name="connsiteX55" fmla="*/ 4863775 w 9662615"/>
              <a:gd name="connsiteY55" fmla="*/ 1562633 h 1692226"/>
              <a:gd name="connsiteX56" fmla="*/ 4847242 w 9662615"/>
              <a:gd name="connsiteY56" fmla="*/ 1565435 h 1692226"/>
              <a:gd name="connsiteX57" fmla="*/ 4809131 w 9662615"/>
              <a:gd name="connsiteY57" fmla="*/ 1692226 h 1692226"/>
              <a:gd name="connsiteX58" fmla="*/ 4791466 w 9662615"/>
              <a:gd name="connsiteY58" fmla="*/ 1561324 h 1692226"/>
              <a:gd name="connsiteX59" fmla="*/ 4784247 w 9662615"/>
              <a:gd name="connsiteY59" fmla="*/ 1562342 h 1692226"/>
              <a:gd name="connsiteX60" fmla="*/ 4735334 w 9662615"/>
              <a:gd name="connsiteY60" fmla="*/ 1581778 h 1692226"/>
              <a:gd name="connsiteX61" fmla="*/ 4697562 w 9662615"/>
              <a:gd name="connsiteY61" fmla="*/ 1551206 h 1692226"/>
              <a:gd name="connsiteX62" fmla="*/ 4662664 w 9662615"/>
              <a:gd name="connsiteY62" fmla="*/ 1573162 h 1692226"/>
              <a:gd name="connsiteX63" fmla="*/ 4603028 w 9662615"/>
              <a:gd name="connsiteY63" fmla="*/ 1568821 h 1692226"/>
              <a:gd name="connsiteX64" fmla="*/ 4541612 w 9662615"/>
              <a:gd name="connsiteY64" fmla="*/ 1545262 h 1692226"/>
              <a:gd name="connsiteX65" fmla="*/ 4422155 w 9662615"/>
              <a:gd name="connsiteY65" fmla="*/ 1542059 h 1692226"/>
              <a:gd name="connsiteX66" fmla="*/ 4221826 w 9662615"/>
              <a:gd name="connsiteY66" fmla="*/ 1508923 h 1692226"/>
              <a:gd name="connsiteX67" fmla="*/ 4096601 w 9662615"/>
              <a:gd name="connsiteY67" fmla="*/ 1521563 h 1692226"/>
              <a:gd name="connsiteX68" fmla="*/ 3970635 w 9662615"/>
              <a:gd name="connsiteY68" fmla="*/ 1544815 h 1692226"/>
              <a:gd name="connsiteX69" fmla="*/ 3833906 w 9662615"/>
              <a:gd name="connsiteY69" fmla="*/ 1516637 h 1692226"/>
              <a:gd name="connsiteX70" fmla="*/ 3696258 w 9662615"/>
              <a:gd name="connsiteY70" fmla="*/ 1537563 h 1692226"/>
              <a:gd name="connsiteX71" fmla="*/ 3594070 w 9662615"/>
              <a:gd name="connsiteY71" fmla="*/ 1509422 h 1692226"/>
              <a:gd name="connsiteX72" fmla="*/ 3565233 w 9662615"/>
              <a:gd name="connsiteY72" fmla="*/ 1515122 h 1692226"/>
              <a:gd name="connsiteX73" fmla="*/ 3560267 w 9662615"/>
              <a:gd name="connsiteY73" fmla="*/ 1516288 h 1692226"/>
              <a:gd name="connsiteX74" fmla="*/ 3540258 w 9662615"/>
              <a:gd name="connsiteY74" fmla="*/ 1516976 h 1692226"/>
              <a:gd name="connsiteX75" fmla="*/ 3534780 w 9662615"/>
              <a:gd name="connsiteY75" fmla="*/ 1522141 h 1692226"/>
              <a:gd name="connsiteX76" fmla="*/ 3504783 w 9662615"/>
              <a:gd name="connsiteY76" fmla="*/ 1526739 h 1692226"/>
              <a:gd name="connsiteX77" fmla="*/ 3430805 w 9662615"/>
              <a:gd name="connsiteY77" fmla="*/ 1542521 h 1692226"/>
              <a:gd name="connsiteX78" fmla="*/ 3292707 w 9662615"/>
              <a:gd name="connsiteY78" fmla="*/ 1520490 h 1692226"/>
              <a:gd name="connsiteX79" fmla="*/ 3187872 w 9662615"/>
              <a:gd name="connsiteY79" fmla="*/ 1519991 h 1692226"/>
              <a:gd name="connsiteX80" fmla="*/ 3148026 w 9662615"/>
              <a:gd name="connsiteY80" fmla="*/ 1524777 h 1692226"/>
              <a:gd name="connsiteX81" fmla="*/ 3092394 w 9662615"/>
              <a:gd name="connsiteY81" fmla="*/ 1528115 h 1692226"/>
              <a:gd name="connsiteX82" fmla="*/ 2994200 w 9662615"/>
              <a:gd name="connsiteY82" fmla="*/ 1537857 h 1692226"/>
              <a:gd name="connsiteX83" fmla="*/ 2862301 w 9662615"/>
              <a:gd name="connsiteY83" fmla="*/ 1544250 h 1692226"/>
              <a:gd name="connsiteX84" fmla="*/ 2766335 w 9662615"/>
              <a:gd name="connsiteY84" fmla="*/ 1527662 h 1692226"/>
              <a:gd name="connsiteX85" fmla="*/ 2757836 w 9662615"/>
              <a:gd name="connsiteY85" fmla="*/ 1531371 h 1692226"/>
              <a:gd name="connsiteX86" fmla="*/ 2691555 w 9662615"/>
              <a:gd name="connsiteY86" fmla="*/ 1530283 h 1692226"/>
              <a:gd name="connsiteX87" fmla="*/ 2491676 w 9662615"/>
              <a:gd name="connsiteY87" fmla="*/ 1500859 h 1692226"/>
              <a:gd name="connsiteX88" fmla="*/ 2378036 w 9662615"/>
              <a:gd name="connsiteY88" fmla="*/ 1520645 h 1692226"/>
              <a:gd name="connsiteX89" fmla="*/ 2284269 w 9662615"/>
              <a:gd name="connsiteY89" fmla="*/ 1503068 h 1692226"/>
              <a:gd name="connsiteX90" fmla="*/ 2207104 w 9662615"/>
              <a:gd name="connsiteY90" fmla="*/ 1508888 h 1692226"/>
              <a:gd name="connsiteX91" fmla="*/ 2149226 w 9662615"/>
              <a:gd name="connsiteY91" fmla="*/ 1523409 h 1692226"/>
              <a:gd name="connsiteX92" fmla="*/ 2084783 w 9662615"/>
              <a:gd name="connsiteY92" fmla="*/ 1524245 h 1692226"/>
              <a:gd name="connsiteX93" fmla="*/ 2070075 w 9662615"/>
              <a:gd name="connsiteY93" fmla="*/ 1511285 h 1692226"/>
              <a:gd name="connsiteX94" fmla="*/ 2001057 w 9662615"/>
              <a:gd name="connsiteY94" fmla="*/ 1516449 h 1692226"/>
              <a:gd name="connsiteX95" fmla="*/ 1896330 w 9662615"/>
              <a:gd name="connsiteY95" fmla="*/ 1525725 h 1692226"/>
              <a:gd name="connsiteX96" fmla="*/ 1835994 w 9662615"/>
              <a:gd name="connsiteY96" fmla="*/ 1527678 h 1692226"/>
              <a:gd name="connsiteX97" fmla="*/ 1671119 w 9662615"/>
              <a:gd name="connsiteY97" fmla="*/ 1536701 h 1692226"/>
              <a:gd name="connsiteX98" fmla="*/ 1601337 w 9662615"/>
              <a:gd name="connsiteY98" fmla="*/ 1548552 h 1692226"/>
              <a:gd name="connsiteX99" fmla="*/ 1407755 w 9662615"/>
              <a:gd name="connsiteY99" fmla="*/ 1571444 h 1692226"/>
              <a:gd name="connsiteX100" fmla="*/ 1271994 w 9662615"/>
              <a:gd name="connsiteY100" fmla="*/ 1579471 h 1692226"/>
              <a:gd name="connsiteX101" fmla="*/ 1249226 w 9662615"/>
              <a:gd name="connsiteY101" fmla="*/ 1583140 h 1692226"/>
              <a:gd name="connsiteX102" fmla="*/ 1217719 w 9662615"/>
              <a:gd name="connsiteY102" fmla="*/ 1580863 h 1692226"/>
              <a:gd name="connsiteX103" fmla="*/ 1091432 w 9662615"/>
              <a:gd name="connsiteY103" fmla="*/ 1571003 h 1692226"/>
              <a:gd name="connsiteX104" fmla="*/ 992039 w 9662615"/>
              <a:gd name="connsiteY104" fmla="*/ 1556662 h 1692226"/>
              <a:gd name="connsiteX105" fmla="*/ 868264 w 9662615"/>
              <a:gd name="connsiteY105" fmla="*/ 1566392 h 1692226"/>
              <a:gd name="connsiteX106" fmla="*/ 792765 w 9662615"/>
              <a:gd name="connsiteY106" fmla="*/ 1563102 h 1692226"/>
              <a:gd name="connsiteX107" fmla="*/ 669055 w 9662615"/>
              <a:gd name="connsiteY107" fmla="*/ 1543638 h 1692226"/>
              <a:gd name="connsiteX108" fmla="*/ 506152 w 9662615"/>
              <a:gd name="connsiteY108" fmla="*/ 1549124 h 1692226"/>
              <a:gd name="connsiteX109" fmla="*/ 472797 w 9662615"/>
              <a:gd name="connsiteY109" fmla="*/ 1568904 h 1692226"/>
              <a:gd name="connsiteX110" fmla="*/ 427864 w 9662615"/>
              <a:gd name="connsiteY110" fmla="*/ 1580848 h 1692226"/>
              <a:gd name="connsiteX111" fmla="*/ 408381 w 9662615"/>
              <a:gd name="connsiteY111" fmla="*/ 1552940 h 1692226"/>
              <a:gd name="connsiteX112" fmla="*/ 267163 w 9662615"/>
              <a:gd name="connsiteY112" fmla="*/ 1531913 h 1692226"/>
              <a:gd name="connsiteX113" fmla="*/ 196644 w 9662615"/>
              <a:gd name="connsiteY113" fmla="*/ 1524565 h 1692226"/>
              <a:gd name="connsiteX114" fmla="*/ 86819 w 9662615"/>
              <a:gd name="connsiteY114" fmla="*/ 1519517 h 1692226"/>
              <a:gd name="connsiteX115" fmla="*/ 53369 w 9662615"/>
              <a:gd name="connsiteY115" fmla="*/ 1516853 h 1692226"/>
              <a:gd name="connsiteX116" fmla="*/ 2359 w 9662615"/>
              <a:gd name="connsiteY116" fmla="*/ 1515247 h 1692226"/>
              <a:gd name="connsiteX117" fmla="*/ 0 w 9662615"/>
              <a:gd name="connsiteY117" fmla="*/ 1514932 h 1692226"/>
              <a:gd name="connsiteX118" fmla="*/ 0 w 9662615"/>
              <a:gd name="connsiteY118" fmla="*/ 0 h 1692226"/>
              <a:gd name="connsiteX0" fmla="*/ 0 w 9662615"/>
              <a:gd name="connsiteY0" fmla="*/ 0 h 1692226"/>
              <a:gd name="connsiteX1" fmla="*/ 9662615 w 9662615"/>
              <a:gd name="connsiteY1" fmla="*/ 0 h 1692226"/>
              <a:gd name="connsiteX2" fmla="*/ 9662615 w 9662615"/>
              <a:gd name="connsiteY2" fmla="*/ 1280346 h 1692226"/>
              <a:gd name="connsiteX3" fmla="*/ 9658420 w 9662615"/>
              <a:gd name="connsiteY3" fmla="*/ 1280106 h 1692226"/>
              <a:gd name="connsiteX4" fmla="*/ 9469546 w 9662615"/>
              <a:gd name="connsiteY4" fmla="*/ 1289837 h 1692226"/>
              <a:gd name="connsiteX5" fmla="*/ 9385895 w 9662615"/>
              <a:gd name="connsiteY5" fmla="*/ 1269203 h 1692226"/>
              <a:gd name="connsiteX6" fmla="*/ 9144767 w 9662615"/>
              <a:gd name="connsiteY6" fmla="*/ 1264120 h 1692226"/>
              <a:gd name="connsiteX7" fmla="*/ 8837252 w 9662615"/>
              <a:gd name="connsiteY7" fmla="*/ 1350515 h 1692226"/>
              <a:gd name="connsiteX8" fmla="*/ 8705466 w 9662615"/>
              <a:gd name="connsiteY8" fmla="*/ 1342419 h 1692226"/>
              <a:gd name="connsiteX9" fmla="*/ 8652221 w 9662615"/>
              <a:gd name="connsiteY9" fmla="*/ 1326906 h 1692226"/>
              <a:gd name="connsiteX10" fmla="*/ 8632312 w 9662615"/>
              <a:gd name="connsiteY10" fmla="*/ 1326025 h 1692226"/>
              <a:gd name="connsiteX11" fmla="*/ 8591582 w 9662615"/>
              <a:gd name="connsiteY11" fmla="*/ 1341666 h 1692226"/>
              <a:gd name="connsiteX12" fmla="*/ 8537336 w 9662615"/>
              <a:gd name="connsiteY12" fmla="*/ 1341684 h 1692226"/>
              <a:gd name="connsiteX13" fmla="*/ 8472508 w 9662615"/>
              <a:gd name="connsiteY13" fmla="*/ 1363109 h 1692226"/>
              <a:gd name="connsiteX14" fmla="*/ 8258477 w 9662615"/>
              <a:gd name="connsiteY14" fmla="*/ 1370666 h 1692226"/>
              <a:gd name="connsiteX15" fmla="*/ 8197961 w 9662615"/>
              <a:gd name="connsiteY15" fmla="*/ 1392804 h 1692226"/>
              <a:gd name="connsiteX16" fmla="*/ 8171196 w 9662615"/>
              <a:gd name="connsiteY16" fmla="*/ 1397216 h 1692226"/>
              <a:gd name="connsiteX17" fmla="*/ 8127667 w 9662615"/>
              <a:gd name="connsiteY17" fmla="*/ 1418254 h 1692226"/>
              <a:gd name="connsiteX18" fmla="*/ 7974579 w 9662615"/>
              <a:gd name="connsiteY18" fmla="*/ 1383439 h 1692226"/>
              <a:gd name="connsiteX19" fmla="*/ 7768351 w 9662615"/>
              <a:gd name="connsiteY19" fmla="*/ 1395051 h 1692226"/>
              <a:gd name="connsiteX20" fmla="*/ 7635985 w 9662615"/>
              <a:gd name="connsiteY20" fmla="*/ 1386363 h 1692226"/>
              <a:gd name="connsiteX21" fmla="*/ 7466069 w 9662615"/>
              <a:gd name="connsiteY21" fmla="*/ 1377654 h 1692226"/>
              <a:gd name="connsiteX22" fmla="*/ 7355642 w 9662615"/>
              <a:gd name="connsiteY22" fmla="*/ 1407761 h 1692226"/>
              <a:gd name="connsiteX23" fmla="*/ 7151610 w 9662615"/>
              <a:gd name="connsiteY23" fmla="*/ 1397856 h 1692226"/>
              <a:gd name="connsiteX24" fmla="*/ 7082147 w 9662615"/>
              <a:gd name="connsiteY24" fmla="*/ 1406113 h 1692226"/>
              <a:gd name="connsiteX25" fmla="*/ 7014958 w 9662615"/>
              <a:gd name="connsiteY25" fmla="*/ 1396883 h 1692226"/>
              <a:gd name="connsiteX26" fmla="*/ 6907567 w 9662615"/>
              <a:gd name="connsiteY26" fmla="*/ 1419149 h 1692226"/>
              <a:gd name="connsiteX27" fmla="*/ 6748428 w 9662615"/>
              <a:gd name="connsiteY27" fmla="*/ 1420308 h 1692226"/>
              <a:gd name="connsiteX28" fmla="*/ 6654257 w 9662615"/>
              <a:gd name="connsiteY28" fmla="*/ 1424143 h 1692226"/>
              <a:gd name="connsiteX29" fmla="*/ 6620123 w 9662615"/>
              <a:gd name="connsiteY29" fmla="*/ 1430535 h 1692226"/>
              <a:gd name="connsiteX30" fmla="*/ 6571355 w 9662615"/>
              <a:gd name="connsiteY30" fmla="*/ 1436144 h 1692226"/>
              <a:gd name="connsiteX31" fmla="*/ 6486557 w 9662615"/>
              <a:gd name="connsiteY31" fmla="*/ 1449861 h 1692226"/>
              <a:gd name="connsiteX32" fmla="*/ 6370419 w 9662615"/>
              <a:gd name="connsiteY32" fmla="*/ 1461649 h 1692226"/>
              <a:gd name="connsiteX33" fmla="*/ 6278839 w 9662615"/>
              <a:gd name="connsiteY33" fmla="*/ 1449160 h 1692226"/>
              <a:gd name="connsiteX34" fmla="*/ 6272455 w 9662615"/>
              <a:gd name="connsiteY34" fmla="*/ 1453191 h 1692226"/>
              <a:gd name="connsiteX35" fmla="*/ 6212659 w 9662615"/>
              <a:gd name="connsiteY35" fmla="*/ 1454850 h 1692226"/>
              <a:gd name="connsiteX36" fmla="*/ 6069317 w 9662615"/>
              <a:gd name="connsiteY36" fmla="*/ 1445838 h 1692226"/>
              <a:gd name="connsiteX37" fmla="*/ 5878477 w 9662615"/>
              <a:gd name="connsiteY37" fmla="*/ 1439180 h 1692226"/>
              <a:gd name="connsiteX38" fmla="*/ 5838387 w 9662615"/>
              <a:gd name="connsiteY38" fmla="*/ 1444679 h 1692226"/>
              <a:gd name="connsiteX39" fmla="*/ 5771136 w 9662615"/>
              <a:gd name="connsiteY39" fmla="*/ 1453639 h 1692226"/>
              <a:gd name="connsiteX40" fmla="*/ 5724081 w 9662615"/>
              <a:gd name="connsiteY40" fmla="*/ 1470431 h 1692226"/>
              <a:gd name="connsiteX41" fmla="*/ 5666577 w 9662615"/>
              <a:gd name="connsiteY41" fmla="*/ 1473921 h 1692226"/>
              <a:gd name="connsiteX42" fmla="*/ 5649068 w 9662615"/>
              <a:gd name="connsiteY42" fmla="*/ 1461676 h 1692226"/>
              <a:gd name="connsiteX43" fmla="*/ 5588902 w 9662615"/>
              <a:gd name="connsiteY43" fmla="*/ 1469647 h 1692226"/>
              <a:gd name="connsiteX44" fmla="*/ 5498090 w 9662615"/>
              <a:gd name="connsiteY44" fmla="*/ 1483173 h 1692226"/>
              <a:gd name="connsiteX45" fmla="*/ 5444641 w 9662615"/>
              <a:gd name="connsiteY45" fmla="*/ 1487602 h 1692226"/>
              <a:gd name="connsiteX46" fmla="*/ 5299812 w 9662615"/>
              <a:gd name="connsiteY46" fmla="*/ 1503362 h 1692226"/>
              <a:gd name="connsiteX47" fmla="*/ 5213947 w 9662615"/>
              <a:gd name="connsiteY47" fmla="*/ 1516637 h 1692226"/>
              <a:gd name="connsiteX48" fmla="*/ 5090342 w 9662615"/>
              <a:gd name="connsiteY48" fmla="*/ 1546680 h 1692226"/>
              <a:gd name="connsiteX49" fmla="*/ 5129812 w 9662615"/>
              <a:gd name="connsiteY49" fmla="*/ 1521277 h 1692226"/>
              <a:gd name="connsiteX50" fmla="*/ 5059484 w 9662615"/>
              <a:gd name="connsiteY50" fmla="*/ 1546802 h 1692226"/>
              <a:gd name="connsiteX51" fmla="*/ 5038524 w 9662615"/>
              <a:gd name="connsiteY51" fmla="*/ 1545675 h 1692226"/>
              <a:gd name="connsiteX52" fmla="*/ 5026564 w 9662615"/>
              <a:gd name="connsiteY52" fmla="*/ 1545376 h 1692226"/>
              <a:gd name="connsiteX53" fmla="*/ 4969433 w 9662615"/>
              <a:gd name="connsiteY53" fmla="*/ 1550865 h 1692226"/>
              <a:gd name="connsiteX54" fmla="*/ 4921303 w 9662615"/>
              <a:gd name="connsiteY54" fmla="*/ 1575379 h 1692226"/>
              <a:gd name="connsiteX55" fmla="*/ 4863775 w 9662615"/>
              <a:gd name="connsiteY55" fmla="*/ 1562633 h 1692226"/>
              <a:gd name="connsiteX56" fmla="*/ 4847242 w 9662615"/>
              <a:gd name="connsiteY56" fmla="*/ 1664826 h 1692226"/>
              <a:gd name="connsiteX57" fmla="*/ 4809131 w 9662615"/>
              <a:gd name="connsiteY57" fmla="*/ 1692226 h 1692226"/>
              <a:gd name="connsiteX58" fmla="*/ 4791466 w 9662615"/>
              <a:gd name="connsiteY58" fmla="*/ 1561324 h 1692226"/>
              <a:gd name="connsiteX59" fmla="*/ 4784247 w 9662615"/>
              <a:gd name="connsiteY59" fmla="*/ 1562342 h 1692226"/>
              <a:gd name="connsiteX60" fmla="*/ 4735334 w 9662615"/>
              <a:gd name="connsiteY60" fmla="*/ 1581778 h 1692226"/>
              <a:gd name="connsiteX61" fmla="*/ 4697562 w 9662615"/>
              <a:gd name="connsiteY61" fmla="*/ 1551206 h 1692226"/>
              <a:gd name="connsiteX62" fmla="*/ 4662664 w 9662615"/>
              <a:gd name="connsiteY62" fmla="*/ 1573162 h 1692226"/>
              <a:gd name="connsiteX63" fmla="*/ 4603028 w 9662615"/>
              <a:gd name="connsiteY63" fmla="*/ 1568821 h 1692226"/>
              <a:gd name="connsiteX64" fmla="*/ 4541612 w 9662615"/>
              <a:gd name="connsiteY64" fmla="*/ 1545262 h 1692226"/>
              <a:gd name="connsiteX65" fmla="*/ 4422155 w 9662615"/>
              <a:gd name="connsiteY65" fmla="*/ 1542059 h 1692226"/>
              <a:gd name="connsiteX66" fmla="*/ 4221826 w 9662615"/>
              <a:gd name="connsiteY66" fmla="*/ 1508923 h 1692226"/>
              <a:gd name="connsiteX67" fmla="*/ 4096601 w 9662615"/>
              <a:gd name="connsiteY67" fmla="*/ 1521563 h 1692226"/>
              <a:gd name="connsiteX68" fmla="*/ 3970635 w 9662615"/>
              <a:gd name="connsiteY68" fmla="*/ 1544815 h 1692226"/>
              <a:gd name="connsiteX69" fmla="*/ 3833906 w 9662615"/>
              <a:gd name="connsiteY69" fmla="*/ 1516637 h 1692226"/>
              <a:gd name="connsiteX70" fmla="*/ 3696258 w 9662615"/>
              <a:gd name="connsiteY70" fmla="*/ 1537563 h 1692226"/>
              <a:gd name="connsiteX71" fmla="*/ 3594070 w 9662615"/>
              <a:gd name="connsiteY71" fmla="*/ 1509422 h 1692226"/>
              <a:gd name="connsiteX72" fmla="*/ 3565233 w 9662615"/>
              <a:gd name="connsiteY72" fmla="*/ 1515122 h 1692226"/>
              <a:gd name="connsiteX73" fmla="*/ 3560267 w 9662615"/>
              <a:gd name="connsiteY73" fmla="*/ 1516288 h 1692226"/>
              <a:gd name="connsiteX74" fmla="*/ 3540258 w 9662615"/>
              <a:gd name="connsiteY74" fmla="*/ 1516976 h 1692226"/>
              <a:gd name="connsiteX75" fmla="*/ 3534780 w 9662615"/>
              <a:gd name="connsiteY75" fmla="*/ 1522141 h 1692226"/>
              <a:gd name="connsiteX76" fmla="*/ 3504783 w 9662615"/>
              <a:gd name="connsiteY76" fmla="*/ 1526739 h 1692226"/>
              <a:gd name="connsiteX77" fmla="*/ 3430805 w 9662615"/>
              <a:gd name="connsiteY77" fmla="*/ 1542521 h 1692226"/>
              <a:gd name="connsiteX78" fmla="*/ 3292707 w 9662615"/>
              <a:gd name="connsiteY78" fmla="*/ 1520490 h 1692226"/>
              <a:gd name="connsiteX79" fmla="*/ 3187872 w 9662615"/>
              <a:gd name="connsiteY79" fmla="*/ 1519991 h 1692226"/>
              <a:gd name="connsiteX80" fmla="*/ 3148026 w 9662615"/>
              <a:gd name="connsiteY80" fmla="*/ 1524777 h 1692226"/>
              <a:gd name="connsiteX81" fmla="*/ 3092394 w 9662615"/>
              <a:gd name="connsiteY81" fmla="*/ 1528115 h 1692226"/>
              <a:gd name="connsiteX82" fmla="*/ 2994200 w 9662615"/>
              <a:gd name="connsiteY82" fmla="*/ 1537857 h 1692226"/>
              <a:gd name="connsiteX83" fmla="*/ 2862301 w 9662615"/>
              <a:gd name="connsiteY83" fmla="*/ 1544250 h 1692226"/>
              <a:gd name="connsiteX84" fmla="*/ 2766335 w 9662615"/>
              <a:gd name="connsiteY84" fmla="*/ 1527662 h 1692226"/>
              <a:gd name="connsiteX85" fmla="*/ 2757836 w 9662615"/>
              <a:gd name="connsiteY85" fmla="*/ 1531371 h 1692226"/>
              <a:gd name="connsiteX86" fmla="*/ 2691555 w 9662615"/>
              <a:gd name="connsiteY86" fmla="*/ 1530283 h 1692226"/>
              <a:gd name="connsiteX87" fmla="*/ 2491676 w 9662615"/>
              <a:gd name="connsiteY87" fmla="*/ 1500859 h 1692226"/>
              <a:gd name="connsiteX88" fmla="*/ 2378036 w 9662615"/>
              <a:gd name="connsiteY88" fmla="*/ 1520645 h 1692226"/>
              <a:gd name="connsiteX89" fmla="*/ 2284269 w 9662615"/>
              <a:gd name="connsiteY89" fmla="*/ 1503068 h 1692226"/>
              <a:gd name="connsiteX90" fmla="*/ 2207104 w 9662615"/>
              <a:gd name="connsiteY90" fmla="*/ 1508888 h 1692226"/>
              <a:gd name="connsiteX91" fmla="*/ 2149226 w 9662615"/>
              <a:gd name="connsiteY91" fmla="*/ 1523409 h 1692226"/>
              <a:gd name="connsiteX92" fmla="*/ 2084783 w 9662615"/>
              <a:gd name="connsiteY92" fmla="*/ 1524245 h 1692226"/>
              <a:gd name="connsiteX93" fmla="*/ 2070075 w 9662615"/>
              <a:gd name="connsiteY93" fmla="*/ 1511285 h 1692226"/>
              <a:gd name="connsiteX94" fmla="*/ 2001057 w 9662615"/>
              <a:gd name="connsiteY94" fmla="*/ 1516449 h 1692226"/>
              <a:gd name="connsiteX95" fmla="*/ 1896330 w 9662615"/>
              <a:gd name="connsiteY95" fmla="*/ 1525725 h 1692226"/>
              <a:gd name="connsiteX96" fmla="*/ 1835994 w 9662615"/>
              <a:gd name="connsiteY96" fmla="*/ 1527678 h 1692226"/>
              <a:gd name="connsiteX97" fmla="*/ 1671119 w 9662615"/>
              <a:gd name="connsiteY97" fmla="*/ 1536701 h 1692226"/>
              <a:gd name="connsiteX98" fmla="*/ 1601337 w 9662615"/>
              <a:gd name="connsiteY98" fmla="*/ 1548552 h 1692226"/>
              <a:gd name="connsiteX99" fmla="*/ 1407755 w 9662615"/>
              <a:gd name="connsiteY99" fmla="*/ 1571444 h 1692226"/>
              <a:gd name="connsiteX100" fmla="*/ 1271994 w 9662615"/>
              <a:gd name="connsiteY100" fmla="*/ 1579471 h 1692226"/>
              <a:gd name="connsiteX101" fmla="*/ 1249226 w 9662615"/>
              <a:gd name="connsiteY101" fmla="*/ 1583140 h 1692226"/>
              <a:gd name="connsiteX102" fmla="*/ 1217719 w 9662615"/>
              <a:gd name="connsiteY102" fmla="*/ 1580863 h 1692226"/>
              <a:gd name="connsiteX103" fmla="*/ 1091432 w 9662615"/>
              <a:gd name="connsiteY103" fmla="*/ 1571003 h 1692226"/>
              <a:gd name="connsiteX104" fmla="*/ 992039 w 9662615"/>
              <a:gd name="connsiteY104" fmla="*/ 1556662 h 1692226"/>
              <a:gd name="connsiteX105" fmla="*/ 868264 w 9662615"/>
              <a:gd name="connsiteY105" fmla="*/ 1566392 h 1692226"/>
              <a:gd name="connsiteX106" fmla="*/ 792765 w 9662615"/>
              <a:gd name="connsiteY106" fmla="*/ 1563102 h 1692226"/>
              <a:gd name="connsiteX107" fmla="*/ 669055 w 9662615"/>
              <a:gd name="connsiteY107" fmla="*/ 1543638 h 1692226"/>
              <a:gd name="connsiteX108" fmla="*/ 506152 w 9662615"/>
              <a:gd name="connsiteY108" fmla="*/ 1549124 h 1692226"/>
              <a:gd name="connsiteX109" fmla="*/ 472797 w 9662615"/>
              <a:gd name="connsiteY109" fmla="*/ 1568904 h 1692226"/>
              <a:gd name="connsiteX110" fmla="*/ 427864 w 9662615"/>
              <a:gd name="connsiteY110" fmla="*/ 1580848 h 1692226"/>
              <a:gd name="connsiteX111" fmla="*/ 408381 w 9662615"/>
              <a:gd name="connsiteY111" fmla="*/ 1552940 h 1692226"/>
              <a:gd name="connsiteX112" fmla="*/ 267163 w 9662615"/>
              <a:gd name="connsiteY112" fmla="*/ 1531913 h 1692226"/>
              <a:gd name="connsiteX113" fmla="*/ 196644 w 9662615"/>
              <a:gd name="connsiteY113" fmla="*/ 1524565 h 1692226"/>
              <a:gd name="connsiteX114" fmla="*/ 86819 w 9662615"/>
              <a:gd name="connsiteY114" fmla="*/ 1519517 h 1692226"/>
              <a:gd name="connsiteX115" fmla="*/ 53369 w 9662615"/>
              <a:gd name="connsiteY115" fmla="*/ 1516853 h 1692226"/>
              <a:gd name="connsiteX116" fmla="*/ 2359 w 9662615"/>
              <a:gd name="connsiteY116" fmla="*/ 1515247 h 1692226"/>
              <a:gd name="connsiteX117" fmla="*/ 0 w 9662615"/>
              <a:gd name="connsiteY117" fmla="*/ 1514932 h 1692226"/>
              <a:gd name="connsiteX118" fmla="*/ 0 w 9662615"/>
              <a:gd name="connsiteY118" fmla="*/ 0 h 1692226"/>
              <a:gd name="connsiteX0" fmla="*/ 0 w 9662615"/>
              <a:gd name="connsiteY0" fmla="*/ 0 h 1692226"/>
              <a:gd name="connsiteX1" fmla="*/ 9662615 w 9662615"/>
              <a:gd name="connsiteY1" fmla="*/ 0 h 1692226"/>
              <a:gd name="connsiteX2" fmla="*/ 9662615 w 9662615"/>
              <a:gd name="connsiteY2" fmla="*/ 1280346 h 1692226"/>
              <a:gd name="connsiteX3" fmla="*/ 9658420 w 9662615"/>
              <a:gd name="connsiteY3" fmla="*/ 1280106 h 1692226"/>
              <a:gd name="connsiteX4" fmla="*/ 9469546 w 9662615"/>
              <a:gd name="connsiteY4" fmla="*/ 1289837 h 1692226"/>
              <a:gd name="connsiteX5" fmla="*/ 9385895 w 9662615"/>
              <a:gd name="connsiteY5" fmla="*/ 1269203 h 1692226"/>
              <a:gd name="connsiteX6" fmla="*/ 9144767 w 9662615"/>
              <a:gd name="connsiteY6" fmla="*/ 1264120 h 1692226"/>
              <a:gd name="connsiteX7" fmla="*/ 8837252 w 9662615"/>
              <a:gd name="connsiteY7" fmla="*/ 1350515 h 1692226"/>
              <a:gd name="connsiteX8" fmla="*/ 8705466 w 9662615"/>
              <a:gd name="connsiteY8" fmla="*/ 1342419 h 1692226"/>
              <a:gd name="connsiteX9" fmla="*/ 8652221 w 9662615"/>
              <a:gd name="connsiteY9" fmla="*/ 1326906 h 1692226"/>
              <a:gd name="connsiteX10" fmla="*/ 8632312 w 9662615"/>
              <a:gd name="connsiteY10" fmla="*/ 1326025 h 1692226"/>
              <a:gd name="connsiteX11" fmla="*/ 8591582 w 9662615"/>
              <a:gd name="connsiteY11" fmla="*/ 1341666 h 1692226"/>
              <a:gd name="connsiteX12" fmla="*/ 8537336 w 9662615"/>
              <a:gd name="connsiteY12" fmla="*/ 1341684 h 1692226"/>
              <a:gd name="connsiteX13" fmla="*/ 8472508 w 9662615"/>
              <a:gd name="connsiteY13" fmla="*/ 1363109 h 1692226"/>
              <a:gd name="connsiteX14" fmla="*/ 8258477 w 9662615"/>
              <a:gd name="connsiteY14" fmla="*/ 1370666 h 1692226"/>
              <a:gd name="connsiteX15" fmla="*/ 8197961 w 9662615"/>
              <a:gd name="connsiteY15" fmla="*/ 1392804 h 1692226"/>
              <a:gd name="connsiteX16" fmla="*/ 8171196 w 9662615"/>
              <a:gd name="connsiteY16" fmla="*/ 1397216 h 1692226"/>
              <a:gd name="connsiteX17" fmla="*/ 8127667 w 9662615"/>
              <a:gd name="connsiteY17" fmla="*/ 1418254 h 1692226"/>
              <a:gd name="connsiteX18" fmla="*/ 7974579 w 9662615"/>
              <a:gd name="connsiteY18" fmla="*/ 1383439 h 1692226"/>
              <a:gd name="connsiteX19" fmla="*/ 7768351 w 9662615"/>
              <a:gd name="connsiteY19" fmla="*/ 1395051 h 1692226"/>
              <a:gd name="connsiteX20" fmla="*/ 7635985 w 9662615"/>
              <a:gd name="connsiteY20" fmla="*/ 1386363 h 1692226"/>
              <a:gd name="connsiteX21" fmla="*/ 7466069 w 9662615"/>
              <a:gd name="connsiteY21" fmla="*/ 1377654 h 1692226"/>
              <a:gd name="connsiteX22" fmla="*/ 7355642 w 9662615"/>
              <a:gd name="connsiteY22" fmla="*/ 1407761 h 1692226"/>
              <a:gd name="connsiteX23" fmla="*/ 7151610 w 9662615"/>
              <a:gd name="connsiteY23" fmla="*/ 1397856 h 1692226"/>
              <a:gd name="connsiteX24" fmla="*/ 7082147 w 9662615"/>
              <a:gd name="connsiteY24" fmla="*/ 1406113 h 1692226"/>
              <a:gd name="connsiteX25" fmla="*/ 7014958 w 9662615"/>
              <a:gd name="connsiteY25" fmla="*/ 1396883 h 1692226"/>
              <a:gd name="connsiteX26" fmla="*/ 6907567 w 9662615"/>
              <a:gd name="connsiteY26" fmla="*/ 1419149 h 1692226"/>
              <a:gd name="connsiteX27" fmla="*/ 6748428 w 9662615"/>
              <a:gd name="connsiteY27" fmla="*/ 1420308 h 1692226"/>
              <a:gd name="connsiteX28" fmla="*/ 6654257 w 9662615"/>
              <a:gd name="connsiteY28" fmla="*/ 1424143 h 1692226"/>
              <a:gd name="connsiteX29" fmla="*/ 6620123 w 9662615"/>
              <a:gd name="connsiteY29" fmla="*/ 1430535 h 1692226"/>
              <a:gd name="connsiteX30" fmla="*/ 6571355 w 9662615"/>
              <a:gd name="connsiteY30" fmla="*/ 1436144 h 1692226"/>
              <a:gd name="connsiteX31" fmla="*/ 6486557 w 9662615"/>
              <a:gd name="connsiteY31" fmla="*/ 1449861 h 1692226"/>
              <a:gd name="connsiteX32" fmla="*/ 6370419 w 9662615"/>
              <a:gd name="connsiteY32" fmla="*/ 1461649 h 1692226"/>
              <a:gd name="connsiteX33" fmla="*/ 6278839 w 9662615"/>
              <a:gd name="connsiteY33" fmla="*/ 1449160 h 1692226"/>
              <a:gd name="connsiteX34" fmla="*/ 6272455 w 9662615"/>
              <a:gd name="connsiteY34" fmla="*/ 1453191 h 1692226"/>
              <a:gd name="connsiteX35" fmla="*/ 6212659 w 9662615"/>
              <a:gd name="connsiteY35" fmla="*/ 1454850 h 1692226"/>
              <a:gd name="connsiteX36" fmla="*/ 6069317 w 9662615"/>
              <a:gd name="connsiteY36" fmla="*/ 1445838 h 1692226"/>
              <a:gd name="connsiteX37" fmla="*/ 5878477 w 9662615"/>
              <a:gd name="connsiteY37" fmla="*/ 1439180 h 1692226"/>
              <a:gd name="connsiteX38" fmla="*/ 5838387 w 9662615"/>
              <a:gd name="connsiteY38" fmla="*/ 1444679 h 1692226"/>
              <a:gd name="connsiteX39" fmla="*/ 5771136 w 9662615"/>
              <a:gd name="connsiteY39" fmla="*/ 1453639 h 1692226"/>
              <a:gd name="connsiteX40" fmla="*/ 5724081 w 9662615"/>
              <a:gd name="connsiteY40" fmla="*/ 1470431 h 1692226"/>
              <a:gd name="connsiteX41" fmla="*/ 5666577 w 9662615"/>
              <a:gd name="connsiteY41" fmla="*/ 1473921 h 1692226"/>
              <a:gd name="connsiteX42" fmla="*/ 5649068 w 9662615"/>
              <a:gd name="connsiteY42" fmla="*/ 1461676 h 1692226"/>
              <a:gd name="connsiteX43" fmla="*/ 5588902 w 9662615"/>
              <a:gd name="connsiteY43" fmla="*/ 1469647 h 1692226"/>
              <a:gd name="connsiteX44" fmla="*/ 5498090 w 9662615"/>
              <a:gd name="connsiteY44" fmla="*/ 1483173 h 1692226"/>
              <a:gd name="connsiteX45" fmla="*/ 5444641 w 9662615"/>
              <a:gd name="connsiteY45" fmla="*/ 1487602 h 1692226"/>
              <a:gd name="connsiteX46" fmla="*/ 5299812 w 9662615"/>
              <a:gd name="connsiteY46" fmla="*/ 1503362 h 1692226"/>
              <a:gd name="connsiteX47" fmla="*/ 5213947 w 9662615"/>
              <a:gd name="connsiteY47" fmla="*/ 1516637 h 1692226"/>
              <a:gd name="connsiteX48" fmla="*/ 5090342 w 9662615"/>
              <a:gd name="connsiteY48" fmla="*/ 1546680 h 1692226"/>
              <a:gd name="connsiteX49" fmla="*/ 5129812 w 9662615"/>
              <a:gd name="connsiteY49" fmla="*/ 1521277 h 1692226"/>
              <a:gd name="connsiteX50" fmla="*/ 5059484 w 9662615"/>
              <a:gd name="connsiteY50" fmla="*/ 1546802 h 1692226"/>
              <a:gd name="connsiteX51" fmla="*/ 5038524 w 9662615"/>
              <a:gd name="connsiteY51" fmla="*/ 1545675 h 1692226"/>
              <a:gd name="connsiteX52" fmla="*/ 5026564 w 9662615"/>
              <a:gd name="connsiteY52" fmla="*/ 1545376 h 1692226"/>
              <a:gd name="connsiteX53" fmla="*/ 4969433 w 9662615"/>
              <a:gd name="connsiteY53" fmla="*/ 1550865 h 1692226"/>
              <a:gd name="connsiteX54" fmla="*/ 4921303 w 9662615"/>
              <a:gd name="connsiteY54" fmla="*/ 1575379 h 1692226"/>
              <a:gd name="connsiteX55" fmla="*/ 4871726 w 9662615"/>
              <a:gd name="connsiteY55" fmla="*/ 1570584 h 1692226"/>
              <a:gd name="connsiteX56" fmla="*/ 4847242 w 9662615"/>
              <a:gd name="connsiteY56" fmla="*/ 1664826 h 1692226"/>
              <a:gd name="connsiteX57" fmla="*/ 4809131 w 9662615"/>
              <a:gd name="connsiteY57" fmla="*/ 1692226 h 1692226"/>
              <a:gd name="connsiteX58" fmla="*/ 4791466 w 9662615"/>
              <a:gd name="connsiteY58" fmla="*/ 1561324 h 1692226"/>
              <a:gd name="connsiteX59" fmla="*/ 4784247 w 9662615"/>
              <a:gd name="connsiteY59" fmla="*/ 1562342 h 1692226"/>
              <a:gd name="connsiteX60" fmla="*/ 4735334 w 9662615"/>
              <a:gd name="connsiteY60" fmla="*/ 1581778 h 1692226"/>
              <a:gd name="connsiteX61" fmla="*/ 4697562 w 9662615"/>
              <a:gd name="connsiteY61" fmla="*/ 1551206 h 1692226"/>
              <a:gd name="connsiteX62" fmla="*/ 4662664 w 9662615"/>
              <a:gd name="connsiteY62" fmla="*/ 1573162 h 1692226"/>
              <a:gd name="connsiteX63" fmla="*/ 4603028 w 9662615"/>
              <a:gd name="connsiteY63" fmla="*/ 1568821 h 1692226"/>
              <a:gd name="connsiteX64" fmla="*/ 4541612 w 9662615"/>
              <a:gd name="connsiteY64" fmla="*/ 1545262 h 1692226"/>
              <a:gd name="connsiteX65" fmla="*/ 4422155 w 9662615"/>
              <a:gd name="connsiteY65" fmla="*/ 1542059 h 1692226"/>
              <a:gd name="connsiteX66" fmla="*/ 4221826 w 9662615"/>
              <a:gd name="connsiteY66" fmla="*/ 1508923 h 1692226"/>
              <a:gd name="connsiteX67" fmla="*/ 4096601 w 9662615"/>
              <a:gd name="connsiteY67" fmla="*/ 1521563 h 1692226"/>
              <a:gd name="connsiteX68" fmla="*/ 3970635 w 9662615"/>
              <a:gd name="connsiteY68" fmla="*/ 1544815 h 1692226"/>
              <a:gd name="connsiteX69" fmla="*/ 3833906 w 9662615"/>
              <a:gd name="connsiteY69" fmla="*/ 1516637 h 1692226"/>
              <a:gd name="connsiteX70" fmla="*/ 3696258 w 9662615"/>
              <a:gd name="connsiteY70" fmla="*/ 1537563 h 1692226"/>
              <a:gd name="connsiteX71" fmla="*/ 3594070 w 9662615"/>
              <a:gd name="connsiteY71" fmla="*/ 1509422 h 1692226"/>
              <a:gd name="connsiteX72" fmla="*/ 3565233 w 9662615"/>
              <a:gd name="connsiteY72" fmla="*/ 1515122 h 1692226"/>
              <a:gd name="connsiteX73" fmla="*/ 3560267 w 9662615"/>
              <a:gd name="connsiteY73" fmla="*/ 1516288 h 1692226"/>
              <a:gd name="connsiteX74" fmla="*/ 3540258 w 9662615"/>
              <a:gd name="connsiteY74" fmla="*/ 1516976 h 1692226"/>
              <a:gd name="connsiteX75" fmla="*/ 3534780 w 9662615"/>
              <a:gd name="connsiteY75" fmla="*/ 1522141 h 1692226"/>
              <a:gd name="connsiteX76" fmla="*/ 3504783 w 9662615"/>
              <a:gd name="connsiteY76" fmla="*/ 1526739 h 1692226"/>
              <a:gd name="connsiteX77" fmla="*/ 3430805 w 9662615"/>
              <a:gd name="connsiteY77" fmla="*/ 1542521 h 1692226"/>
              <a:gd name="connsiteX78" fmla="*/ 3292707 w 9662615"/>
              <a:gd name="connsiteY78" fmla="*/ 1520490 h 1692226"/>
              <a:gd name="connsiteX79" fmla="*/ 3187872 w 9662615"/>
              <a:gd name="connsiteY79" fmla="*/ 1519991 h 1692226"/>
              <a:gd name="connsiteX80" fmla="*/ 3148026 w 9662615"/>
              <a:gd name="connsiteY80" fmla="*/ 1524777 h 1692226"/>
              <a:gd name="connsiteX81" fmla="*/ 3092394 w 9662615"/>
              <a:gd name="connsiteY81" fmla="*/ 1528115 h 1692226"/>
              <a:gd name="connsiteX82" fmla="*/ 2994200 w 9662615"/>
              <a:gd name="connsiteY82" fmla="*/ 1537857 h 1692226"/>
              <a:gd name="connsiteX83" fmla="*/ 2862301 w 9662615"/>
              <a:gd name="connsiteY83" fmla="*/ 1544250 h 1692226"/>
              <a:gd name="connsiteX84" fmla="*/ 2766335 w 9662615"/>
              <a:gd name="connsiteY84" fmla="*/ 1527662 h 1692226"/>
              <a:gd name="connsiteX85" fmla="*/ 2757836 w 9662615"/>
              <a:gd name="connsiteY85" fmla="*/ 1531371 h 1692226"/>
              <a:gd name="connsiteX86" fmla="*/ 2691555 w 9662615"/>
              <a:gd name="connsiteY86" fmla="*/ 1530283 h 1692226"/>
              <a:gd name="connsiteX87" fmla="*/ 2491676 w 9662615"/>
              <a:gd name="connsiteY87" fmla="*/ 1500859 h 1692226"/>
              <a:gd name="connsiteX88" fmla="*/ 2378036 w 9662615"/>
              <a:gd name="connsiteY88" fmla="*/ 1520645 h 1692226"/>
              <a:gd name="connsiteX89" fmla="*/ 2284269 w 9662615"/>
              <a:gd name="connsiteY89" fmla="*/ 1503068 h 1692226"/>
              <a:gd name="connsiteX90" fmla="*/ 2207104 w 9662615"/>
              <a:gd name="connsiteY90" fmla="*/ 1508888 h 1692226"/>
              <a:gd name="connsiteX91" fmla="*/ 2149226 w 9662615"/>
              <a:gd name="connsiteY91" fmla="*/ 1523409 h 1692226"/>
              <a:gd name="connsiteX92" fmla="*/ 2084783 w 9662615"/>
              <a:gd name="connsiteY92" fmla="*/ 1524245 h 1692226"/>
              <a:gd name="connsiteX93" fmla="*/ 2070075 w 9662615"/>
              <a:gd name="connsiteY93" fmla="*/ 1511285 h 1692226"/>
              <a:gd name="connsiteX94" fmla="*/ 2001057 w 9662615"/>
              <a:gd name="connsiteY94" fmla="*/ 1516449 h 1692226"/>
              <a:gd name="connsiteX95" fmla="*/ 1896330 w 9662615"/>
              <a:gd name="connsiteY95" fmla="*/ 1525725 h 1692226"/>
              <a:gd name="connsiteX96" fmla="*/ 1835994 w 9662615"/>
              <a:gd name="connsiteY96" fmla="*/ 1527678 h 1692226"/>
              <a:gd name="connsiteX97" fmla="*/ 1671119 w 9662615"/>
              <a:gd name="connsiteY97" fmla="*/ 1536701 h 1692226"/>
              <a:gd name="connsiteX98" fmla="*/ 1601337 w 9662615"/>
              <a:gd name="connsiteY98" fmla="*/ 1548552 h 1692226"/>
              <a:gd name="connsiteX99" fmla="*/ 1407755 w 9662615"/>
              <a:gd name="connsiteY99" fmla="*/ 1571444 h 1692226"/>
              <a:gd name="connsiteX100" fmla="*/ 1271994 w 9662615"/>
              <a:gd name="connsiteY100" fmla="*/ 1579471 h 1692226"/>
              <a:gd name="connsiteX101" fmla="*/ 1249226 w 9662615"/>
              <a:gd name="connsiteY101" fmla="*/ 1583140 h 1692226"/>
              <a:gd name="connsiteX102" fmla="*/ 1217719 w 9662615"/>
              <a:gd name="connsiteY102" fmla="*/ 1580863 h 1692226"/>
              <a:gd name="connsiteX103" fmla="*/ 1091432 w 9662615"/>
              <a:gd name="connsiteY103" fmla="*/ 1571003 h 1692226"/>
              <a:gd name="connsiteX104" fmla="*/ 992039 w 9662615"/>
              <a:gd name="connsiteY104" fmla="*/ 1556662 h 1692226"/>
              <a:gd name="connsiteX105" fmla="*/ 868264 w 9662615"/>
              <a:gd name="connsiteY105" fmla="*/ 1566392 h 1692226"/>
              <a:gd name="connsiteX106" fmla="*/ 792765 w 9662615"/>
              <a:gd name="connsiteY106" fmla="*/ 1563102 h 1692226"/>
              <a:gd name="connsiteX107" fmla="*/ 669055 w 9662615"/>
              <a:gd name="connsiteY107" fmla="*/ 1543638 h 1692226"/>
              <a:gd name="connsiteX108" fmla="*/ 506152 w 9662615"/>
              <a:gd name="connsiteY108" fmla="*/ 1549124 h 1692226"/>
              <a:gd name="connsiteX109" fmla="*/ 472797 w 9662615"/>
              <a:gd name="connsiteY109" fmla="*/ 1568904 h 1692226"/>
              <a:gd name="connsiteX110" fmla="*/ 427864 w 9662615"/>
              <a:gd name="connsiteY110" fmla="*/ 1580848 h 1692226"/>
              <a:gd name="connsiteX111" fmla="*/ 408381 w 9662615"/>
              <a:gd name="connsiteY111" fmla="*/ 1552940 h 1692226"/>
              <a:gd name="connsiteX112" fmla="*/ 267163 w 9662615"/>
              <a:gd name="connsiteY112" fmla="*/ 1531913 h 1692226"/>
              <a:gd name="connsiteX113" fmla="*/ 196644 w 9662615"/>
              <a:gd name="connsiteY113" fmla="*/ 1524565 h 1692226"/>
              <a:gd name="connsiteX114" fmla="*/ 86819 w 9662615"/>
              <a:gd name="connsiteY114" fmla="*/ 1519517 h 1692226"/>
              <a:gd name="connsiteX115" fmla="*/ 53369 w 9662615"/>
              <a:gd name="connsiteY115" fmla="*/ 1516853 h 1692226"/>
              <a:gd name="connsiteX116" fmla="*/ 2359 w 9662615"/>
              <a:gd name="connsiteY116" fmla="*/ 1515247 h 1692226"/>
              <a:gd name="connsiteX117" fmla="*/ 0 w 9662615"/>
              <a:gd name="connsiteY117" fmla="*/ 1514932 h 1692226"/>
              <a:gd name="connsiteX118" fmla="*/ 0 w 9662615"/>
              <a:gd name="connsiteY118" fmla="*/ 0 h 1692226"/>
              <a:gd name="connsiteX0" fmla="*/ 0 w 9662615"/>
              <a:gd name="connsiteY0" fmla="*/ 0 h 1692226"/>
              <a:gd name="connsiteX1" fmla="*/ 9662615 w 9662615"/>
              <a:gd name="connsiteY1" fmla="*/ 0 h 1692226"/>
              <a:gd name="connsiteX2" fmla="*/ 9662615 w 9662615"/>
              <a:gd name="connsiteY2" fmla="*/ 1280346 h 1692226"/>
              <a:gd name="connsiteX3" fmla="*/ 9658420 w 9662615"/>
              <a:gd name="connsiteY3" fmla="*/ 1280106 h 1692226"/>
              <a:gd name="connsiteX4" fmla="*/ 9469546 w 9662615"/>
              <a:gd name="connsiteY4" fmla="*/ 1289837 h 1692226"/>
              <a:gd name="connsiteX5" fmla="*/ 9385895 w 9662615"/>
              <a:gd name="connsiteY5" fmla="*/ 1269203 h 1692226"/>
              <a:gd name="connsiteX6" fmla="*/ 9144767 w 9662615"/>
              <a:gd name="connsiteY6" fmla="*/ 1264120 h 1692226"/>
              <a:gd name="connsiteX7" fmla="*/ 8837252 w 9662615"/>
              <a:gd name="connsiteY7" fmla="*/ 1350515 h 1692226"/>
              <a:gd name="connsiteX8" fmla="*/ 8705466 w 9662615"/>
              <a:gd name="connsiteY8" fmla="*/ 1342419 h 1692226"/>
              <a:gd name="connsiteX9" fmla="*/ 8652221 w 9662615"/>
              <a:gd name="connsiteY9" fmla="*/ 1326906 h 1692226"/>
              <a:gd name="connsiteX10" fmla="*/ 8632312 w 9662615"/>
              <a:gd name="connsiteY10" fmla="*/ 1326025 h 1692226"/>
              <a:gd name="connsiteX11" fmla="*/ 8591582 w 9662615"/>
              <a:gd name="connsiteY11" fmla="*/ 1341666 h 1692226"/>
              <a:gd name="connsiteX12" fmla="*/ 8537336 w 9662615"/>
              <a:gd name="connsiteY12" fmla="*/ 1341684 h 1692226"/>
              <a:gd name="connsiteX13" fmla="*/ 8472508 w 9662615"/>
              <a:gd name="connsiteY13" fmla="*/ 1363109 h 1692226"/>
              <a:gd name="connsiteX14" fmla="*/ 8258477 w 9662615"/>
              <a:gd name="connsiteY14" fmla="*/ 1370666 h 1692226"/>
              <a:gd name="connsiteX15" fmla="*/ 8197961 w 9662615"/>
              <a:gd name="connsiteY15" fmla="*/ 1392804 h 1692226"/>
              <a:gd name="connsiteX16" fmla="*/ 8171196 w 9662615"/>
              <a:gd name="connsiteY16" fmla="*/ 1397216 h 1692226"/>
              <a:gd name="connsiteX17" fmla="*/ 8127667 w 9662615"/>
              <a:gd name="connsiteY17" fmla="*/ 1418254 h 1692226"/>
              <a:gd name="connsiteX18" fmla="*/ 7974579 w 9662615"/>
              <a:gd name="connsiteY18" fmla="*/ 1383439 h 1692226"/>
              <a:gd name="connsiteX19" fmla="*/ 7768351 w 9662615"/>
              <a:gd name="connsiteY19" fmla="*/ 1395051 h 1692226"/>
              <a:gd name="connsiteX20" fmla="*/ 7635985 w 9662615"/>
              <a:gd name="connsiteY20" fmla="*/ 1386363 h 1692226"/>
              <a:gd name="connsiteX21" fmla="*/ 7466069 w 9662615"/>
              <a:gd name="connsiteY21" fmla="*/ 1377654 h 1692226"/>
              <a:gd name="connsiteX22" fmla="*/ 7355642 w 9662615"/>
              <a:gd name="connsiteY22" fmla="*/ 1407761 h 1692226"/>
              <a:gd name="connsiteX23" fmla="*/ 7151610 w 9662615"/>
              <a:gd name="connsiteY23" fmla="*/ 1397856 h 1692226"/>
              <a:gd name="connsiteX24" fmla="*/ 7082147 w 9662615"/>
              <a:gd name="connsiteY24" fmla="*/ 1406113 h 1692226"/>
              <a:gd name="connsiteX25" fmla="*/ 7014958 w 9662615"/>
              <a:gd name="connsiteY25" fmla="*/ 1396883 h 1692226"/>
              <a:gd name="connsiteX26" fmla="*/ 6907567 w 9662615"/>
              <a:gd name="connsiteY26" fmla="*/ 1419149 h 1692226"/>
              <a:gd name="connsiteX27" fmla="*/ 6748428 w 9662615"/>
              <a:gd name="connsiteY27" fmla="*/ 1420308 h 1692226"/>
              <a:gd name="connsiteX28" fmla="*/ 6654257 w 9662615"/>
              <a:gd name="connsiteY28" fmla="*/ 1424143 h 1692226"/>
              <a:gd name="connsiteX29" fmla="*/ 6620123 w 9662615"/>
              <a:gd name="connsiteY29" fmla="*/ 1430535 h 1692226"/>
              <a:gd name="connsiteX30" fmla="*/ 6571355 w 9662615"/>
              <a:gd name="connsiteY30" fmla="*/ 1436144 h 1692226"/>
              <a:gd name="connsiteX31" fmla="*/ 6486557 w 9662615"/>
              <a:gd name="connsiteY31" fmla="*/ 1449861 h 1692226"/>
              <a:gd name="connsiteX32" fmla="*/ 6370419 w 9662615"/>
              <a:gd name="connsiteY32" fmla="*/ 1461649 h 1692226"/>
              <a:gd name="connsiteX33" fmla="*/ 6278839 w 9662615"/>
              <a:gd name="connsiteY33" fmla="*/ 1449160 h 1692226"/>
              <a:gd name="connsiteX34" fmla="*/ 6272455 w 9662615"/>
              <a:gd name="connsiteY34" fmla="*/ 1453191 h 1692226"/>
              <a:gd name="connsiteX35" fmla="*/ 6212659 w 9662615"/>
              <a:gd name="connsiteY35" fmla="*/ 1454850 h 1692226"/>
              <a:gd name="connsiteX36" fmla="*/ 6069317 w 9662615"/>
              <a:gd name="connsiteY36" fmla="*/ 1445838 h 1692226"/>
              <a:gd name="connsiteX37" fmla="*/ 5878477 w 9662615"/>
              <a:gd name="connsiteY37" fmla="*/ 1439180 h 1692226"/>
              <a:gd name="connsiteX38" fmla="*/ 5838387 w 9662615"/>
              <a:gd name="connsiteY38" fmla="*/ 1444679 h 1692226"/>
              <a:gd name="connsiteX39" fmla="*/ 5771136 w 9662615"/>
              <a:gd name="connsiteY39" fmla="*/ 1453639 h 1692226"/>
              <a:gd name="connsiteX40" fmla="*/ 5724081 w 9662615"/>
              <a:gd name="connsiteY40" fmla="*/ 1470431 h 1692226"/>
              <a:gd name="connsiteX41" fmla="*/ 5666577 w 9662615"/>
              <a:gd name="connsiteY41" fmla="*/ 1473921 h 1692226"/>
              <a:gd name="connsiteX42" fmla="*/ 5649068 w 9662615"/>
              <a:gd name="connsiteY42" fmla="*/ 1461676 h 1692226"/>
              <a:gd name="connsiteX43" fmla="*/ 5588902 w 9662615"/>
              <a:gd name="connsiteY43" fmla="*/ 1469647 h 1692226"/>
              <a:gd name="connsiteX44" fmla="*/ 5498090 w 9662615"/>
              <a:gd name="connsiteY44" fmla="*/ 1483173 h 1692226"/>
              <a:gd name="connsiteX45" fmla="*/ 5444641 w 9662615"/>
              <a:gd name="connsiteY45" fmla="*/ 1487602 h 1692226"/>
              <a:gd name="connsiteX46" fmla="*/ 5299812 w 9662615"/>
              <a:gd name="connsiteY46" fmla="*/ 1503362 h 1692226"/>
              <a:gd name="connsiteX47" fmla="*/ 5213947 w 9662615"/>
              <a:gd name="connsiteY47" fmla="*/ 1516637 h 1692226"/>
              <a:gd name="connsiteX48" fmla="*/ 5090342 w 9662615"/>
              <a:gd name="connsiteY48" fmla="*/ 1546680 h 1692226"/>
              <a:gd name="connsiteX49" fmla="*/ 5129812 w 9662615"/>
              <a:gd name="connsiteY49" fmla="*/ 1521277 h 1692226"/>
              <a:gd name="connsiteX50" fmla="*/ 5059484 w 9662615"/>
              <a:gd name="connsiteY50" fmla="*/ 1546802 h 1692226"/>
              <a:gd name="connsiteX51" fmla="*/ 5038524 w 9662615"/>
              <a:gd name="connsiteY51" fmla="*/ 1545675 h 1692226"/>
              <a:gd name="connsiteX52" fmla="*/ 5026564 w 9662615"/>
              <a:gd name="connsiteY52" fmla="*/ 1545376 h 1692226"/>
              <a:gd name="connsiteX53" fmla="*/ 4969433 w 9662615"/>
              <a:gd name="connsiteY53" fmla="*/ 1550865 h 1692226"/>
              <a:gd name="connsiteX54" fmla="*/ 4921303 w 9662615"/>
              <a:gd name="connsiteY54" fmla="*/ 1575379 h 1692226"/>
              <a:gd name="connsiteX55" fmla="*/ 4871726 w 9662615"/>
              <a:gd name="connsiteY55" fmla="*/ 1570584 h 1692226"/>
              <a:gd name="connsiteX56" fmla="*/ 4847242 w 9662615"/>
              <a:gd name="connsiteY56" fmla="*/ 1621094 h 1692226"/>
              <a:gd name="connsiteX57" fmla="*/ 4809131 w 9662615"/>
              <a:gd name="connsiteY57" fmla="*/ 1692226 h 1692226"/>
              <a:gd name="connsiteX58" fmla="*/ 4791466 w 9662615"/>
              <a:gd name="connsiteY58" fmla="*/ 1561324 h 1692226"/>
              <a:gd name="connsiteX59" fmla="*/ 4784247 w 9662615"/>
              <a:gd name="connsiteY59" fmla="*/ 1562342 h 1692226"/>
              <a:gd name="connsiteX60" fmla="*/ 4735334 w 9662615"/>
              <a:gd name="connsiteY60" fmla="*/ 1581778 h 1692226"/>
              <a:gd name="connsiteX61" fmla="*/ 4697562 w 9662615"/>
              <a:gd name="connsiteY61" fmla="*/ 1551206 h 1692226"/>
              <a:gd name="connsiteX62" fmla="*/ 4662664 w 9662615"/>
              <a:gd name="connsiteY62" fmla="*/ 1573162 h 1692226"/>
              <a:gd name="connsiteX63" fmla="*/ 4603028 w 9662615"/>
              <a:gd name="connsiteY63" fmla="*/ 1568821 h 1692226"/>
              <a:gd name="connsiteX64" fmla="*/ 4541612 w 9662615"/>
              <a:gd name="connsiteY64" fmla="*/ 1545262 h 1692226"/>
              <a:gd name="connsiteX65" fmla="*/ 4422155 w 9662615"/>
              <a:gd name="connsiteY65" fmla="*/ 1542059 h 1692226"/>
              <a:gd name="connsiteX66" fmla="*/ 4221826 w 9662615"/>
              <a:gd name="connsiteY66" fmla="*/ 1508923 h 1692226"/>
              <a:gd name="connsiteX67" fmla="*/ 4096601 w 9662615"/>
              <a:gd name="connsiteY67" fmla="*/ 1521563 h 1692226"/>
              <a:gd name="connsiteX68" fmla="*/ 3970635 w 9662615"/>
              <a:gd name="connsiteY68" fmla="*/ 1544815 h 1692226"/>
              <a:gd name="connsiteX69" fmla="*/ 3833906 w 9662615"/>
              <a:gd name="connsiteY69" fmla="*/ 1516637 h 1692226"/>
              <a:gd name="connsiteX70" fmla="*/ 3696258 w 9662615"/>
              <a:gd name="connsiteY70" fmla="*/ 1537563 h 1692226"/>
              <a:gd name="connsiteX71" fmla="*/ 3594070 w 9662615"/>
              <a:gd name="connsiteY71" fmla="*/ 1509422 h 1692226"/>
              <a:gd name="connsiteX72" fmla="*/ 3565233 w 9662615"/>
              <a:gd name="connsiteY72" fmla="*/ 1515122 h 1692226"/>
              <a:gd name="connsiteX73" fmla="*/ 3560267 w 9662615"/>
              <a:gd name="connsiteY73" fmla="*/ 1516288 h 1692226"/>
              <a:gd name="connsiteX74" fmla="*/ 3540258 w 9662615"/>
              <a:gd name="connsiteY74" fmla="*/ 1516976 h 1692226"/>
              <a:gd name="connsiteX75" fmla="*/ 3534780 w 9662615"/>
              <a:gd name="connsiteY75" fmla="*/ 1522141 h 1692226"/>
              <a:gd name="connsiteX76" fmla="*/ 3504783 w 9662615"/>
              <a:gd name="connsiteY76" fmla="*/ 1526739 h 1692226"/>
              <a:gd name="connsiteX77" fmla="*/ 3430805 w 9662615"/>
              <a:gd name="connsiteY77" fmla="*/ 1542521 h 1692226"/>
              <a:gd name="connsiteX78" fmla="*/ 3292707 w 9662615"/>
              <a:gd name="connsiteY78" fmla="*/ 1520490 h 1692226"/>
              <a:gd name="connsiteX79" fmla="*/ 3187872 w 9662615"/>
              <a:gd name="connsiteY79" fmla="*/ 1519991 h 1692226"/>
              <a:gd name="connsiteX80" fmla="*/ 3148026 w 9662615"/>
              <a:gd name="connsiteY80" fmla="*/ 1524777 h 1692226"/>
              <a:gd name="connsiteX81" fmla="*/ 3092394 w 9662615"/>
              <a:gd name="connsiteY81" fmla="*/ 1528115 h 1692226"/>
              <a:gd name="connsiteX82" fmla="*/ 2994200 w 9662615"/>
              <a:gd name="connsiteY82" fmla="*/ 1537857 h 1692226"/>
              <a:gd name="connsiteX83" fmla="*/ 2862301 w 9662615"/>
              <a:gd name="connsiteY83" fmla="*/ 1544250 h 1692226"/>
              <a:gd name="connsiteX84" fmla="*/ 2766335 w 9662615"/>
              <a:gd name="connsiteY84" fmla="*/ 1527662 h 1692226"/>
              <a:gd name="connsiteX85" fmla="*/ 2757836 w 9662615"/>
              <a:gd name="connsiteY85" fmla="*/ 1531371 h 1692226"/>
              <a:gd name="connsiteX86" fmla="*/ 2691555 w 9662615"/>
              <a:gd name="connsiteY86" fmla="*/ 1530283 h 1692226"/>
              <a:gd name="connsiteX87" fmla="*/ 2491676 w 9662615"/>
              <a:gd name="connsiteY87" fmla="*/ 1500859 h 1692226"/>
              <a:gd name="connsiteX88" fmla="*/ 2378036 w 9662615"/>
              <a:gd name="connsiteY88" fmla="*/ 1520645 h 1692226"/>
              <a:gd name="connsiteX89" fmla="*/ 2284269 w 9662615"/>
              <a:gd name="connsiteY89" fmla="*/ 1503068 h 1692226"/>
              <a:gd name="connsiteX90" fmla="*/ 2207104 w 9662615"/>
              <a:gd name="connsiteY90" fmla="*/ 1508888 h 1692226"/>
              <a:gd name="connsiteX91" fmla="*/ 2149226 w 9662615"/>
              <a:gd name="connsiteY91" fmla="*/ 1523409 h 1692226"/>
              <a:gd name="connsiteX92" fmla="*/ 2084783 w 9662615"/>
              <a:gd name="connsiteY92" fmla="*/ 1524245 h 1692226"/>
              <a:gd name="connsiteX93" fmla="*/ 2070075 w 9662615"/>
              <a:gd name="connsiteY93" fmla="*/ 1511285 h 1692226"/>
              <a:gd name="connsiteX94" fmla="*/ 2001057 w 9662615"/>
              <a:gd name="connsiteY94" fmla="*/ 1516449 h 1692226"/>
              <a:gd name="connsiteX95" fmla="*/ 1896330 w 9662615"/>
              <a:gd name="connsiteY95" fmla="*/ 1525725 h 1692226"/>
              <a:gd name="connsiteX96" fmla="*/ 1835994 w 9662615"/>
              <a:gd name="connsiteY96" fmla="*/ 1527678 h 1692226"/>
              <a:gd name="connsiteX97" fmla="*/ 1671119 w 9662615"/>
              <a:gd name="connsiteY97" fmla="*/ 1536701 h 1692226"/>
              <a:gd name="connsiteX98" fmla="*/ 1601337 w 9662615"/>
              <a:gd name="connsiteY98" fmla="*/ 1548552 h 1692226"/>
              <a:gd name="connsiteX99" fmla="*/ 1407755 w 9662615"/>
              <a:gd name="connsiteY99" fmla="*/ 1571444 h 1692226"/>
              <a:gd name="connsiteX100" fmla="*/ 1271994 w 9662615"/>
              <a:gd name="connsiteY100" fmla="*/ 1579471 h 1692226"/>
              <a:gd name="connsiteX101" fmla="*/ 1249226 w 9662615"/>
              <a:gd name="connsiteY101" fmla="*/ 1583140 h 1692226"/>
              <a:gd name="connsiteX102" fmla="*/ 1217719 w 9662615"/>
              <a:gd name="connsiteY102" fmla="*/ 1580863 h 1692226"/>
              <a:gd name="connsiteX103" fmla="*/ 1091432 w 9662615"/>
              <a:gd name="connsiteY103" fmla="*/ 1571003 h 1692226"/>
              <a:gd name="connsiteX104" fmla="*/ 992039 w 9662615"/>
              <a:gd name="connsiteY104" fmla="*/ 1556662 h 1692226"/>
              <a:gd name="connsiteX105" fmla="*/ 868264 w 9662615"/>
              <a:gd name="connsiteY105" fmla="*/ 1566392 h 1692226"/>
              <a:gd name="connsiteX106" fmla="*/ 792765 w 9662615"/>
              <a:gd name="connsiteY106" fmla="*/ 1563102 h 1692226"/>
              <a:gd name="connsiteX107" fmla="*/ 669055 w 9662615"/>
              <a:gd name="connsiteY107" fmla="*/ 1543638 h 1692226"/>
              <a:gd name="connsiteX108" fmla="*/ 506152 w 9662615"/>
              <a:gd name="connsiteY108" fmla="*/ 1549124 h 1692226"/>
              <a:gd name="connsiteX109" fmla="*/ 472797 w 9662615"/>
              <a:gd name="connsiteY109" fmla="*/ 1568904 h 1692226"/>
              <a:gd name="connsiteX110" fmla="*/ 427864 w 9662615"/>
              <a:gd name="connsiteY110" fmla="*/ 1580848 h 1692226"/>
              <a:gd name="connsiteX111" fmla="*/ 408381 w 9662615"/>
              <a:gd name="connsiteY111" fmla="*/ 1552940 h 1692226"/>
              <a:gd name="connsiteX112" fmla="*/ 267163 w 9662615"/>
              <a:gd name="connsiteY112" fmla="*/ 1531913 h 1692226"/>
              <a:gd name="connsiteX113" fmla="*/ 196644 w 9662615"/>
              <a:gd name="connsiteY113" fmla="*/ 1524565 h 1692226"/>
              <a:gd name="connsiteX114" fmla="*/ 86819 w 9662615"/>
              <a:gd name="connsiteY114" fmla="*/ 1519517 h 1692226"/>
              <a:gd name="connsiteX115" fmla="*/ 53369 w 9662615"/>
              <a:gd name="connsiteY115" fmla="*/ 1516853 h 1692226"/>
              <a:gd name="connsiteX116" fmla="*/ 2359 w 9662615"/>
              <a:gd name="connsiteY116" fmla="*/ 1515247 h 1692226"/>
              <a:gd name="connsiteX117" fmla="*/ 0 w 9662615"/>
              <a:gd name="connsiteY117" fmla="*/ 1514932 h 1692226"/>
              <a:gd name="connsiteX118" fmla="*/ 0 w 9662615"/>
              <a:gd name="connsiteY118" fmla="*/ 0 h 1692226"/>
              <a:gd name="connsiteX0" fmla="*/ 0 w 9662615"/>
              <a:gd name="connsiteY0" fmla="*/ 0 h 1621094"/>
              <a:gd name="connsiteX1" fmla="*/ 9662615 w 9662615"/>
              <a:gd name="connsiteY1" fmla="*/ 0 h 1621094"/>
              <a:gd name="connsiteX2" fmla="*/ 9662615 w 9662615"/>
              <a:gd name="connsiteY2" fmla="*/ 1280346 h 1621094"/>
              <a:gd name="connsiteX3" fmla="*/ 9658420 w 9662615"/>
              <a:gd name="connsiteY3" fmla="*/ 1280106 h 1621094"/>
              <a:gd name="connsiteX4" fmla="*/ 9469546 w 9662615"/>
              <a:gd name="connsiteY4" fmla="*/ 1289837 h 1621094"/>
              <a:gd name="connsiteX5" fmla="*/ 9385895 w 9662615"/>
              <a:gd name="connsiteY5" fmla="*/ 1269203 h 1621094"/>
              <a:gd name="connsiteX6" fmla="*/ 9144767 w 9662615"/>
              <a:gd name="connsiteY6" fmla="*/ 1264120 h 1621094"/>
              <a:gd name="connsiteX7" fmla="*/ 8837252 w 9662615"/>
              <a:gd name="connsiteY7" fmla="*/ 1350515 h 1621094"/>
              <a:gd name="connsiteX8" fmla="*/ 8705466 w 9662615"/>
              <a:gd name="connsiteY8" fmla="*/ 1342419 h 1621094"/>
              <a:gd name="connsiteX9" fmla="*/ 8652221 w 9662615"/>
              <a:gd name="connsiteY9" fmla="*/ 1326906 h 1621094"/>
              <a:gd name="connsiteX10" fmla="*/ 8632312 w 9662615"/>
              <a:gd name="connsiteY10" fmla="*/ 1326025 h 1621094"/>
              <a:gd name="connsiteX11" fmla="*/ 8591582 w 9662615"/>
              <a:gd name="connsiteY11" fmla="*/ 1341666 h 1621094"/>
              <a:gd name="connsiteX12" fmla="*/ 8537336 w 9662615"/>
              <a:gd name="connsiteY12" fmla="*/ 1341684 h 1621094"/>
              <a:gd name="connsiteX13" fmla="*/ 8472508 w 9662615"/>
              <a:gd name="connsiteY13" fmla="*/ 1363109 h 1621094"/>
              <a:gd name="connsiteX14" fmla="*/ 8258477 w 9662615"/>
              <a:gd name="connsiteY14" fmla="*/ 1370666 h 1621094"/>
              <a:gd name="connsiteX15" fmla="*/ 8197961 w 9662615"/>
              <a:gd name="connsiteY15" fmla="*/ 1392804 h 1621094"/>
              <a:gd name="connsiteX16" fmla="*/ 8171196 w 9662615"/>
              <a:gd name="connsiteY16" fmla="*/ 1397216 h 1621094"/>
              <a:gd name="connsiteX17" fmla="*/ 8127667 w 9662615"/>
              <a:gd name="connsiteY17" fmla="*/ 1418254 h 1621094"/>
              <a:gd name="connsiteX18" fmla="*/ 7974579 w 9662615"/>
              <a:gd name="connsiteY18" fmla="*/ 1383439 h 1621094"/>
              <a:gd name="connsiteX19" fmla="*/ 7768351 w 9662615"/>
              <a:gd name="connsiteY19" fmla="*/ 1395051 h 1621094"/>
              <a:gd name="connsiteX20" fmla="*/ 7635985 w 9662615"/>
              <a:gd name="connsiteY20" fmla="*/ 1386363 h 1621094"/>
              <a:gd name="connsiteX21" fmla="*/ 7466069 w 9662615"/>
              <a:gd name="connsiteY21" fmla="*/ 1377654 h 1621094"/>
              <a:gd name="connsiteX22" fmla="*/ 7355642 w 9662615"/>
              <a:gd name="connsiteY22" fmla="*/ 1407761 h 1621094"/>
              <a:gd name="connsiteX23" fmla="*/ 7151610 w 9662615"/>
              <a:gd name="connsiteY23" fmla="*/ 1397856 h 1621094"/>
              <a:gd name="connsiteX24" fmla="*/ 7082147 w 9662615"/>
              <a:gd name="connsiteY24" fmla="*/ 1406113 h 1621094"/>
              <a:gd name="connsiteX25" fmla="*/ 7014958 w 9662615"/>
              <a:gd name="connsiteY25" fmla="*/ 1396883 h 1621094"/>
              <a:gd name="connsiteX26" fmla="*/ 6907567 w 9662615"/>
              <a:gd name="connsiteY26" fmla="*/ 1419149 h 1621094"/>
              <a:gd name="connsiteX27" fmla="*/ 6748428 w 9662615"/>
              <a:gd name="connsiteY27" fmla="*/ 1420308 h 1621094"/>
              <a:gd name="connsiteX28" fmla="*/ 6654257 w 9662615"/>
              <a:gd name="connsiteY28" fmla="*/ 1424143 h 1621094"/>
              <a:gd name="connsiteX29" fmla="*/ 6620123 w 9662615"/>
              <a:gd name="connsiteY29" fmla="*/ 1430535 h 1621094"/>
              <a:gd name="connsiteX30" fmla="*/ 6571355 w 9662615"/>
              <a:gd name="connsiteY30" fmla="*/ 1436144 h 1621094"/>
              <a:gd name="connsiteX31" fmla="*/ 6486557 w 9662615"/>
              <a:gd name="connsiteY31" fmla="*/ 1449861 h 1621094"/>
              <a:gd name="connsiteX32" fmla="*/ 6370419 w 9662615"/>
              <a:gd name="connsiteY32" fmla="*/ 1461649 h 1621094"/>
              <a:gd name="connsiteX33" fmla="*/ 6278839 w 9662615"/>
              <a:gd name="connsiteY33" fmla="*/ 1449160 h 1621094"/>
              <a:gd name="connsiteX34" fmla="*/ 6272455 w 9662615"/>
              <a:gd name="connsiteY34" fmla="*/ 1453191 h 1621094"/>
              <a:gd name="connsiteX35" fmla="*/ 6212659 w 9662615"/>
              <a:gd name="connsiteY35" fmla="*/ 1454850 h 1621094"/>
              <a:gd name="connsiteX36" fmla="*/ 6069317 w 9662615"/>
              <a:gd name="connsiteY36" fmla="*/ 1445838 h 1621094"/>
              <a:gd name="connsiteX37" fmla="*/ 5878477 w 9662615"/>
              <a:gd name="connsiteY37" fmla="*/ 1439180 h 1621094"/>
              <a:gd name="connsiteX38" fmla="*/ 5838387 w 9662615"/>
              <a:gd name="connsiteY38" fmla="*/ 1444679 h 1621094"/>
              <a:gd name="connsiteX39" fmla="*/ 5771136 w 9662615"/>
              <a:gd name="connsiteY39" fmla="*/ 1453639 h 1621094"/>
              <a:gd name="connsiteX40" fmla="*/ 5724081 w 9662615"/>
              <a:gd name="connsiteY40" fmla="*/ 1470431 h 1621094"/>
              <a:gd name="connsiteX41" fmla="*/ 5666577 w 9662615"/>
              <a:gd name="connsiteY41" fmla="*/ 1473921 h 1621094"/>
              <a:gd name="connsiteX42" fmla="*/ 5649068 w 9662615"/>
              <a:gd name="connsiteY42" fmla="*/ 1461676 h 1621094"/>
              <a:gd name="connsiteX43" fmla="*/ 5588902 w 9662615"/>
              <a:gd name="connsiteY43" fmla="*/ 1469647 h 1621094"/>
              <a:gd name="connsiteX44" fmla="*/ 5498090 w 9662615"/>
              <a:gd name="connsiteY44" fmla="*/ 1483173 h 1621094"/>
              <a:gd name="connsiteX45" fmla="*/ 5444641 w 9662615"/>
              <a:gd name="connsiteY45" fmla="*/ 1487602 h 1621094"/>
              <a:gd name="connsiteX46" fmla="*/ 5299812 w 9662615"/>
              <a:gd name="connsiteY46" fmla="*/ 1503362 h 1621094"/>
              <a:gd name="connsiteX47" fmla="*/ 5213947 w 9662615"/>
              <a:gd name="connsiteY47" fmla="*/ 1516637 h 1621094"/>
              <a:gd name="connsiteX48" fmla="*/ 5090342 w 9662615"/>
              <a:gd name="connsiteY48" fmla="*/ 1546680 h 1621094"/>
              <a:gd name="connsiteX49" fmla="*/ 5129812 w 9662615"/>
              <a:gd name="connsiteY49" fmla="*/ 1521277 h 1621094"/>
              <a:gd name="connsiteX50" fmla="*/ 5059484 w 9662615"/>
              <a:gd name="connsiteY50" fmla="*/ 1546802 h 1621094"/>
              <a:gd name="connsiteX51" fmla="*/ 5038524 w 9662615"/>
              <a:gd name="connsiteY51" fmla="*/ 1545675 h 1621094"/>
              <a:gd name="connsiteX52" fmla="*/ 5026564 w 9662615"/>
              <a:gd name="connsiteY52" fmla="*/ 1545376 h 1621094"/>
              <a:gd name="connsiteX53" fmla="*/ 4969433 w 9662615"/>
              <a:gd name="connsiteY53" fmla="*/ 1550865 h 1621094"/>
              <a:gd name="connsiteX54" fmla="*/ 4921303 w 9662615"/>
              <a:gd name="connsiteY54" fmla="*/ 1575379 h 1621094"/>
              <a:gd name="connsiteX55" fmla="*/ 4871726 w 9662615"/>
              <a:gd name="connsiteY55" fmla="*/ 1570584 h 1621094"/>
              <a:gd name="connsiteX56" fmla="*/ 4847242 w 9662615"/>
              <a:gd name="connsiteY56" fmla="*/ 1621094 h 1621094"/>
              <a:gd name="connsiteX57" fmla="*/ 4821058 w 9662615"/>
              <a:gd name="connsiteY57" fmla="*/ 1553078 h 1621094"/>
              <a:gd name="connsiteX58" fmla="*/ 4791466 w 9662615"/>
              <a:gd name="connsiteY58" fmla="*/ 1561324 h 1621094"/>
              <a:gd name="connsiteX59" fmla="*/ 4784247 w 9662615"/>
              <a:gd name="connsiteY59" fmla="*/ 1562342 h 1621094"/>
              <a:gd name="connsiteX60" fmla="*/ 4735334 w 9662615"/>
              <a:gd name="connsiteY60" fmla="*/ 1581778 h 1621094"/>
              <a:gd name="connsiteX61" fmla="*/ 4697562 w 9662615"/>
              <a:gd name="connsiteY61" fmla="*/ 1551206 h 1621094"/>
              <a:gd name="connsiteX62" fmla="*/ 4662664 w 9662615"/>
              <a:gd name="connsiteY62" fmla="*/ 1573162 h 1621094"/>
              <a:gd name="connsiteX63" fmla="*/ 4603028 w 9662615"/>
              <a:gd name="connsiteY63" fmla="*/ 1568821 h 1621094"/>
              <a:gd name="connsiteX64" fmla="*/ 4541612 w 9662615"/>
              <a:gd name="connsiteY64" fmla="*/ 1545262 h 1621094"/>
              <a:gd name="connsiteX65" fmla="*/ 4422155 w 9662615"/>
              <a:gd name="connsiteY65" fmla="*/ 1542059 h 1621094"/>
              <a:gd name="connsiteX66" fmla="*/ 4221826 w 9662615"/>
              <a:gd name="connsiteY66" fmla="*/ 1508923 h 1621094"/>
              <a:gd name="connsiteX67" fmla="*/ 4096601 w 9662615"/>
              <a:gd name="connsiteY67" fmla="*/ 1521563 h 1621094"/>
              <a:gd name="connsiteX68" fmla="*/ 3970635 w 9662615"/>
              <a:gd name="connsiteY68" fmla="*/ 1544815 h 1621094"/>
              <a:gd name="connsiteX69" fmla="*/ 3833906 w 9662615"/>
              <a:gd name="connsiteY69" fmla="*/ 1516637 h 1621094"/>
              <a:gd name="connsiteX70" fmla="*/ 3696258 w 9662615"/>
              <a:gd name="connsiteY70" fmla="*/ 1537563 h 1621094"/>
              <a:gd name="connsiteX71" fmla="*/ 3594070 w 9662615"/>
              <a:gd name="connsiteY71" fmla="*/ 1509422 h 1621094"/>
              <a:gd name="connsiteX72" fmla="*/ 3565233 w 9662615"/>
              <a:gd name="connsiteY72" fmla="*/ 1515122 h 1621094"/>
              <a:gd name="connsiteX73" fmla="*/ 3560267 w 9662615"/>
              <a:gd name="connsiteY73" fmla="*/ 1516288 h 1621094"/>
              <a:gd name="connsiteX74" fmla="*/ 3540258 w 9662615"/>
              <a:gd name="connsiteY74" fmla="*/ 1516976 h 1621094"/>
              <a:gd name="connsiteX75" fmla="*/ 3534780 w 9662615"/>
              <a:gd name="connsiteY75" fmla="*/ 1522141 h 1621094"/>
              <a:gd name="connsiteX76" fmla="*/ 3504783 w 9662615"/>
              <a:gd name="connsiteY76" fmla="*/ 1526739 h 1621094"/>
              <a:gd name="connsiteX77" fmla="*/ 3430805 w 9662615"/>
              <a:gd name="connsiteY77" fmla="*/ 1542521 h 1621094"/>
              <a:gd name="connsiteX78" fmla="*/ 3292707 w 9662615"/>
              <a:gd name="connsiteY78" fmla="*/ 1520490 h 1621094"/>
              <a:gd name="connsiteX79" fmla="*/ 3187872 w 9662615"/>
              <a:gd name="connsiteY79" fmla="*/ 1519991 h 1621094"/>
              <a:gd name="connsiteX80" fmla="*/ 3148026 w 9662615"/>
              <a:gd name="connsiteY80" fmla="*/ 1524777 h 1621094"/>
              <a:gd name="connsiteX81" fmla="*/ 3092394 w 9662615"/>
              <a:gd name="connsiteY81" fmla="*/ 1528115 h 1621094"/>
              <a:gd name="connsiteX82" fmla="*/ 2994200 w 9662615"/>
              <a:gd name="connsiteY82" fmla="*/ 1537857 h 1621094"/>
              <a:gd name="connsiteX83" fmla="*/ 2862301 w 9662615"/>
              <a:gd name="connsiteY83" fmla="*/ 1544250 h 1621094"/>
              <a:gd name="connsiteX84" fmla="*/ 2766335 w 9662615"/>
              <a:gd name="connsiteY84" fmla="*/ 1527662 h 1621094"/>
              <a:gd name="connsiteX85" fmla="*/ 2757836 w 9662615"/>
              <a:gd name="connsiteY85" fmla="*/ 1531371 h 1621094"/>
              <a:gd name="connsiteX86" fmla="*/ 2691555 w 9662615"/>
              <a:gd name="connsiteY86" fmla="*/ 1530283 h 1621094"/>
              <a:gd name="connsiteX87" fmla="*/ 2491676 w 9662615"/>
              <a:gd name="connsiteY87" fmla="*/ 1500859 h 1621094"/>
              <a:gd name="connsiteX88" fmla="*/ 2378036 w 9662615"/>
              <a:gd name="connsiteY88" fmla="*/ 1520645 h 1621094"/>
              <a:gd name="connsiteX89" fmla="*/ 2284269 w 9662615"/>
              <a:gd name="connsiteY89" fmla="*/ 1503068 h 1621094"/>
              <a:gd name="connsiteX90" fmla="*/ 2207104 w 9662615"/>
              <a:gd name="connsiteY90" fmla="*/ 1508888 h 1621094"/>
              <a:gd name="connsiteX91" fmla="*/ 2149226 w 9662615"/>
              <a:gd name="connsiteY91" fmla="*/ 1523409 h 1621094"/>
              <a:gd name="connsiteX92" fmla="*/ 2084783 w 9662615"/>
              <a:gd name="connsiteY92" fmla="*/ 1524245 h 1621094"/>
              <a:gd name="connsiteX93" fmla="*/ 2070075 w 9662615"/>
              <a:gd name="connsiteY93" fmla="*/ 1511285 h 1621094"/>
              <a:gd name="connsiteX94" fmla="*/ 2001057 w 9662615"/>
              <a:gd name="connsiteY94" fmla="*/ 1516449 h 1621094"/>
              <a:gd name="connsiteX95" fmla="*/ 1896330 w 9662615"/>
              <a:gd name="connsiteY95" fmla="*/ 1525725 h 1621094"/>
              <a:gd name="connsiteX96" fmla="*/ 1835994 w 9662615"/>
              <a:gd name="connsiteY96" fmla="*/ 1527678 h 1621094"/>
              <a:gd name="connsiteX97" fmla="*/ 1671119 w 9662615"/>
              <a:gd name="connsiteY97" fmla="*/ 1536701 h 1621094"/>
              <a:gd name="connsiteX98" fmla="*/ 1601337 w 9662615"/>
              <a:gd name="connsiteY98" fmla="*/ 1548552 h 1621094"/>
              <a:gd name="connsiteX99" fmla="*/ 1407755 w 9662615"/>
              <a:gd name="connsiteY99" fmla="*/ 1571444 h 1621094"/>
              <a:gd name="connsiteX100" fmla="*/ 1271994 w 9662615"/>
              <a:gd name="connsiteY100" fmla="*/ 1579471 h 1621094"/>
              <a:gd name="connsiteX101" fmla="*/ 1249226 w 9662615"/>
              <a:gd name="connsiteY101" fmla="*/ 1583140 h 1621094"/>
              <a:gd name="connsiteX102" fmla="*/ 1217719 w 9662615"/>
              <a:gd name="connsiteY102" fmla="*/ 1580863 h 1621094"/>
              <a:gd name="connsiteX103" fmla="*/ 1091432 w 9662615"/>
              <a:gd name="connsiteY103" fmla="*/ 1571003 h 1621094"/>
              <a:gd name="connsiteX104" fmla="*/ 992039 w 9662615"/>
              <a:gd name="connsiteY104" fmla="*/ 1556662 h 1621094"/>
              <a:gd name="connsiteX105" fmla="*/ 868264 w 9662615"/>
              <a:gd name="connsiteY105" fmla="*/ 1566392 h 1621094"/>
              <a:gd name="connsiteX106" fmla="*/ 792765 w 9662615"/>
              <a:gd name="connsiteY106" fmla="*/ 1563102 h 1621094"/>
              <a:gd name="connsiteX107" fmla="*/ 669055 w 9662615"/>
              <a:gd name="connsiteY107" fmla="*/ 1543638 h 1621094"/>
              <a:gd name="connsiteX108" fmla="*/ 506152 w 9662615"/>
              <a:gd name="connsiteY108" fmla="*/ 1549124 h 1621094"/>
              <a:gd name="connsiteX109" fmla="*/ 472797 w 9662615"/>
              <a:gd name="connsiteY109" fmla="*/ 1568904 h 1621094"/>
              <a:gd name="connsiteX110" fmla="*/ 427864 w 9662615"/>
              <a:gd name="connsiteY110" fmla="*/ 1580848 h 1621094"/>
              <a:gd name="connsiteX111" fmla="*/ 408381 w 9662615"/>
              <a:gd name="connsiteY111" fmla="*/ 1552940 h 1621094"/>
              <a:gd name="connsiteX112" fmla="*/ 267163 w 9662615"/>
              <a:gd name="connsiteY112" fmla="*/ 1531913 h 1621094"/>
              <a:gd name="connsiteX113" fmla="*/ 196644 w 9662615"/>
              <a:gd name="connsiteY113" fmla="*/ 1524565 h 1621094"/>
              <a:gd name="connsiteX114" fmla="*/ 86819 w 9662615"/>
              <a:gd name="connsiteY114" fmla="*/ 1519517 h 1621094"/>
              <a:gd name="connsiteX115" fmla="*/ 53369 w 9662615"/>
              <a:gd name="connsiteY115" fmla="*/ 1516853 h 1621094"/>
              <a:gd name="connsiteX116" fmla="*/ 2359 w 9662615"/>
              <a:gd name="connsiteY116" fmla="*/ 1515247 h 1621094"/>
              <a:gd name="connsiteX117" fmla="*/ 0 w 9662615"/>
              <a:gd name="connsiteY117" fmla="*/ 1514932 h 1621094"/>
              <a:gd name="connsiteX118" fmla="*/ 0 w 9662615"/>
              <a:gd name="connsiteY118" fmla="*/ 0 h 1621094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1303 w 9662615"/>
              <a:gd name="connsiteY54" fmla="*/ 1575379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5334 w 9662615"/>
              <a:gd name="connsiteY60" fmla="*/ 1581778 h 1583140"/>
              <a:gd name="connsiteX61" fmla="*/ 4697562 w 9662615"/>
              <a:gd name="connsiteY61" fmla="*/ 1551206 h 1583140"/>
              <a:gd name="connsiteX62" fmla="*/ 4662664 w 9662615"/>
              <a:gd name="connsiteY62" fmla="*/ 1573162 h 1583140"/>
              <a:gd name="connsiteX63" fmla="*/ 4603028 w 9662615"/>
              <a:gd name="connsiteY63" fmla="*/ 1568821 h 1583140"/>
              <a:gd name="connsiteX64" fmla="*/ 4541612 w 9662615"/>
              <a:gd name="connsiteY64" fmla="*/ 1545262 h 1583140"/>
              <a:gd name="connsiteX65" fmla="*/ 4422155 w 9662615"/>
              <a:gd name="connsiteY65" fmla="*/ 1542059 h 1583140"/>
              <a:gd name="connsiteX66" fmla="*/ 4221826 w 9662615"/>
              <a:gd name="connsiteY66" fmla="*/ 1508923 h 1583140"/>
              <a:gd name="connsiteX67" fmla="*/ 4096601 w 9662615"/>
              <a:gd name="connsiteY67" fmla="*/ 1521563 h 1583140"/>
              <a:gd name="connsiteX68" fmla="*/ 3970635 w 9662615"/>
              <a:gd name="connsiteY68" fmla="*/ 1544815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5334 w 9662615"/>
              <a:gd name="connsiteY60" fmla="*/ 1581778 h 1583140"/>
              <a:gd name="connsiteX61" fmla="*/ 4697562 w 9662615"/>
              <a:gd name="connsiteY61" fmla="*/ 1551206 h 1583140"/>
              <a:gd name="connsiteX62" fmla="*/ 4662664 w 9662615"/>
              <a:gd name="connsiteY62" fmla="*/ 1573162 h 1583140"/>
              <a:gd name="connsiteX63" fmla="*/ 4603028 w 9662615"/>
              <a:gd name="connsiteY63" fmla="*/ 1568821 h 1583140"/>
              <a:gd name="connsiteX64" fmla="*/ 4541612 w 9662615"/>
              <a:gd name="connsiteY64" fmla="*/ 1545262 h 1583140"/>
              <a:gd name="connsiteX65" fmla="*/ 4422155 w 9662615"/>
              <a:gd name="connsiteY65" fmla="*/ 1542059 h 1583140"/>
              <a:gd name="connsiteX66" fmla="*/ 4221826 w 9662615"/>
              <a:gd name="connsiteY66" fmla="*/ 1508923 h 1583140"/>
              <a:gd name="connsiteX67" fmla="*/ 4096601 w 9662615"/>
              <a:gd name="connsiteY67" fmla="*/ 1521563 h 1583140"/>
              <a:gd name="connsiteX68" fmla="*/ 3970635 w 9662615"/>
              <a:gd name="connsiteY68" fmla="*/ 1544815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97680"/>
              <a:gd name="connsiteX1" fmla="*/ 9662615 w 9662615"/>
              <a:gd name="connsiteY1" fmla="*/ 0 h 1597680"/>
              <a:gd name="connsiteX2" fmla="*/ 9662615 w 9662615"/>
              <a:gd name="connsiteY2" fmla="*/ 1280346 h 1597680"/>
              <a:gd name="connsiteX3" fmla="*/ 9658420 w 9662615"/>
              <a:gd name="connsiteY3" fmla="*/ 1280106 h 1597680"/>
              <a:gd name="connsiteX4" fmla="*/ 9469546 w 9662615"/>
              <a:gd name="connsiteY4" fmla="*/ 1289837 h 1597680"/>
              <a:gd name="connsiteX5" fmla="*/ 9385895 w 9662615"/>
              <a:gd name="connsiteY5" fmla="*/ 1269203 h 1597680"/>
              <a:gd name="connsiteX6" fmla="*/ 9144767 w 9662615"/>
              <a:gd name="connsiteY6" fmla="*/ 1264120 h 1597680"/>
              <a:gd name="connsiteX7" fmla="*/ 8837252 w 9662615"/>
              <a:gd name="connsiteY7" fmla="*/ 1350515 h 1597680"/>
              <a:gd name="connsiteX8" fmla="*/ 8705466 w 9662615"/>
              <a:gd name="connsiteY8" fmla="*/ 1342419 h 1597680"/>
              <a:gd name="connsiteX9" fmla="*/ 8652221 w 9662615"/>
              <a:gd name="connsiteY9" fmla="*/ 1326906 h 1597680"/>
              <a:gd name="connsiteX10" fmla="*/ 8632312 w 9662615"/>
              <a:gd name="connsiteY10" fmla="*/ 1326025 h 1597680"/>
              <a:gd name="connsiteX11" fmla="*/ 8591582 w 9662615"/>
              <a:gd name="connsiteY11" fmla="*/ 1341666 h 1597680"/>
              <a:gd name="connsiteX12" fmla="*/ 8537336 w 9662615"/>
              <a:gd name="connsiteY12" fmla="*/ 1341684 h 1597680"/>
              <a:gd name="connsiteX13" fmla="*/ 8472508 w 9662615"/>
              <a:gd name="connsiteY13" fmla="*/ 1363109 h 1597680"/>
              <a:gd name="connsiteX14" fmla="*/ 8258477 w 9662615"/>
              <a:gd name="connsiteY14" fmla="*/ 1370666 h 1597680"/>
              <a:gd name="connsiteX15" fmla="*/ 8197961 w 9662615"/>
              <a:gd name="connsiteY15" fmla="*/ 1392804 h 1597680"/>
              <a:gd name="connsiteX16" fmla="*/ 8171196 w 9662615"/>
              <a:gd name="connsiteY16" fmla="*/ 1397216 h 1597680"/>
              <a:gd name="connsiteX17" fmla="*/ 8127667 w 9662615"/>
              <a:gd name="connsiteY17" fmla="*/ 1418254 h 1597680"/>
              <a:gd name="connsiteX18" fmla="*/ 7974579 w 9662615"/>
              <a:gd name="connsiteY18" fmla="*/ 1383439 h 1597680"/>
              <a:gd name="connsiteX19" fmla="*/ 7768351 w 9662615"/>
              <a:gd name="connsiteY19" fmla="*/ 1395051 h 1597680"/>
              <a:gd name="connsiteX20" fmla="*/ 7635985 w 9662615"/>
              <a:gd name="connsiteY20" fmla="*/ 1386363 h 1597680"/>
              <a:gd name="connsiteX21" fmla="*/ 7466069 w 9662615"/>
              <a:gd name="connsiteY21" fmla="*/ 1377654 h 1597680"/>
              <a:gd name="connsiteX22" fmla="*/ 7355642 w 9662615"/>
              <a:gd name="connsiteY22" fmla="*/ 1407761 h 1597680"/>
              <a:gd name="connsiteX23" fmla="*/ 7151610 w 9662615"/>
              <a:gd name="connsiteY23" fmla="*/ 1397856 h 1597680"/>
              <a:gd name="connsiteX24" fmla="*/ 7082147 w 9662615"/>
              <a:gd name="connsiteY24" fmla="*/ 1406113 h 1597680"/>
              <a:gd name="connsiteX25" fmla="*/ 7014958 w 9662615"/>
              <a:gd name="connsiteY25" fmla="*/ 1396883 h 1597680"/>
              <a:gd name="connsiteX26" fmla="*/ 6907567 w 9662615"/>
              <a:gd name="connsiteY26" fmla="*/ 1419149 h 1597680"/>
              <a:gd name="connsiteX27" fmla="*/ 6748428 w 9662615"/>
              <a:gd name="connsiteY27" fmla="*/ 1420308 h 1597680"/>
              <a:gd name="connsiteX28" fmla="*/ 6654257 w 9662615"/>
              <a:gd name="connsiteY28" fmla="*/ 1424143 h 1597680"/>
              <a:gd name="connsiteX29" fmla="*/ 6620123 w 9662615"/>
              <a:gd name="connsiteY29" fmla="*/ 1430535 h 1597680"/>
              <a:gd name="connsiteX30" fmla="*/ 6571355 w 9662615"/>
              <a:gd name="connsiteY30" fmla="*/ 1436144 h 1597680"/>
              <a:gd name="connsiteX31" fmla="*/ 6486557 w 9662615"/>
              <a:gd name="connsiteY31" fmla="*/ 1449861 h 1597680"/>
              <a:gd name="connsiteX32" fmla="*/ 6370419 w 9662615"/>
              <a:gd name="connsiteY32" fmla="*/ 1461649 h 1597680"/>
              <a:gd name="connsiteX33" fmla="*/ 6278839 w 9662615"/>
              <a:gd name="connsiteY33" fmla="*/ 1449160 h 1597680"/>
              <a:gd name="connsiteX34" fmla="*/ 6272455 w 9662615"/>
              <a:gd name="connsiteY34" fmla="*/ 1453191 h 1597680"/>
              <a:gd name="connsiteX35" fmla="*/ 6212659 w 9662615"/>
              <a:gd name="connsiteY35" fmla="*/ 1454850 h 1597680"/>
              <a:gd name="connsiteX36" fmla="*/ 6069317 w 9662615"/>
              <a:gd name="connsiteY36" fmla="*/ 1445838 h 1597680"/>
              <a:gd name="connsiteX37" fmla="*/ 5878477 w 9662615"/>
              <a:gd name="connsiteY37" fmla="*/ 1439180 h 1597680"/>
              <a:gd name="connsiteX38" fmla="*/ 5838387 w 9662615"/>
              <a:gd name="connsiteY38" fmla="*/ 1444679 h 1597680"/>
              <a:gd name="connsiteX39" fmla="*/ 5771136 w 9662615"/>
              <a:gd name="connsiteY39" fmla="*/ 1453639 h 1597680"/>
              <a:gd name="connsiteX40" fmla="*/ 5724081 w 9662615"/>
              <a:gd name="connsiteY40" fmla="*/ 1470431 h 1597680"/>
              <a:gd name="connsiteX41" fmla="*/ 5666577 w 9662615"/>
              <a:gd name="connsiteY41" fmla="*/ 1473921 h 1597680"/>
              <a:gd name="connsiteX42" fmla="*/ 5649068 w 9662615"/>
              <a:gd name="connsiteY42" fmla="*/ 1461676 h 1597680"/>
              <a:gd name="connsiteX43" fmla="*/ 5588902 w 9662615"/>
              <a:gd name="connsiteY43" fmla="*/ 1469647 h 1597680"/>
              <a:gd name="connsiteX44" fmla="*/ 5498090 w 9662615"/>
              <a:gd name="connsiteY44" fmla="*/ 1483173 h 1597680"/>
              <a:gd name="connsiteX45" fmla="*/ 5444641 w 9662615"/>
              <a:gd name="connsiteY45" fmla="*/ 1487602 h 1597680"/>
              <a:gd name="connsiteX46" fmla="*/ 5299812 w 9662615"/>
              <a:gd name="connsiteY46" fmla="*/ 1503362 h 1597680"/>
              <a:gd name="connsiteX47" fmla="*/ 5213947 w 9662615"/>
              <a:gd name="connsiteY47" fmla="*/ 1516637 h 1597680"/>
              <a:gd name="connsiteX48" fmla="*/ 5090342 w 9662615"/>
              <a:gd name="connsiteY48" fmla="*/ 1546680 h 1597680"/>
              <a:gd name="connsiteX49" fmla="*/ 5129812 w 9662615"/>
              <a:gd name="connsiteY49" fmla="*/ 1521277 h 1597680"/>
              <a:gd name="connsiteX50" fmla="*/ 5059484 w 9662615"/>
              <a:gd name="connsiteY50" fmla="*/ 1546802 h 1597680"/>
              <a:gd name="connsiteX51" fmla="*/ 5038524 w 9662615"/>
              <a:gd name="connsiteY51" fmla="*/ 1545675 h 1597680"/>
              <a:gd name="connsiteX52" fmla="*/ 5026564 w 9662615"/>
              <a:gd name="connsiteY52" fmla="*/ 1545376 h 1597680"/>
              <a:gd name="connsiteX53" fmla="*/ 4969433 w 9662615"/>
              <a:gd name="connsiteY53" fmla="*/ 1550865 h 1597680"/>
              <a:gd name="connsiteX54" fmla="*/ 4929254 w 9662615"/>
              <a:gd name="connsiteY54" fmla="*/ 1563452 h 1597680"/>
              <a:gd name="connsiteX55" fmla="*/ 4871726 w 9662615"/>
              <a:gd name="connsiteY55" fmla="*/ 1570584 h 1597680"/>
              <a:gd name="connsiteX56" fmla="*/ 4843267 w 9662615"/>
              <a:gd name="connsiteY56" fmla="*/ 1561459 h 1597680"/>
              <a:gd name="connsiteX57" fmla="*/ 4821058 w 9662615"/>
              <a:gd name="connsiteY57" fmla="*/ 1553078 h 1597680"/>
              <a:gd name="connsiteX58" fmla="*/ 4791466 w 9662615"/>
              <a:gd name="connsiteY58" fmla="*/ 1561324 h 1597680"/>
              <a:gd name="connsiteX59" fmla="*/ 4784247 w 9662615"/>
              <a:gd name="connsiteY59" fmla="*/ 1562342 h 1597680"/>
              <a:gd name="connsiteX60" fmla="*/ 4743285 w 9662615"/>
              <a:gd name="connsiteY60" fmla="*/ 1597680 h 1597680"/>
              <a:gd name="connsiteX61" fmla="*/ 4697562 w 9662615"/>
              <a:gd name="connsiteY61" fmla="*/ 1551206 h 1597680"/>
              <a:gd name="connsiteX62" fmla="*/ 4662664 w 9662615"/>
              <a:gd name="connsiteY62" fmla="*/ 1573162 h 1597680"/>
              <a:gd name="connsiteX63" fmla="*/ 4603028 w 9662615"/>
              <a:gd name="connsiteY63" fmla="*/ 1568821 h 1597680"/>
              <a:gd name="connsiteX64" fmla="*/ 4541612 w 9662615"/>
              <a:gd name="connsiteY64" fmla="*/ 1545262 h 1597680"/>
              <a:gd name="connsiteX65" fmla="*/ 4422155 w 9662615"/>
              <a:gd name="connsiteY65" fmla="*/ 1542059 h 1597680"/>
              <a:gd name="connsiteX66" fmla="*/ 4221826 w 9662615"/>
              <a:gd name="connsiteY66" fmla="*/ 1508923 h 1597680"/>
              <a:gd name="connsiteX67" fmla="*/ 4096601 w 9662615"/>
              <a:gd name="connsiteY67" fmla="*/ 1521563 h 1597680"/>
              <a:gd name="connsiteX68" fmla="*/ 3970635 w 9662615"/>
              <a:gd name="connsiteY68" fmla="*/ 1544815 h 1597680"/>
              <a:gd name="connsiteX69" fmla="*/ 3833906 w 9662615"/>
              <a:gd name="connsiteY69" fmla="*/ 1516637 h 1597680"/>
              <a:gd name="connsiteX70" fmla="*/ 3696258 w 9662615"/>
              <a:gd name="connsiteY70" fmla="*/ 1537563 h 1597680"/>
              <a:gd name="connsiteX71" fmla="*/ 3594070 w 9662615"/>
              <a:gd name="connsiteY71" fmla="*/ 1509422 h 1597680"/>
              <a:gd name="connsiteX72" fmla="*/ 3565233 w 9662615"/>
              <a:gd name="connsiteY72" fmla="*/ 1515122 h 1597680"/>
              <a:gd name="connsiteX73" fmla="*/ 3560267 w 9662615"/>
              <a:gd name="connsiteY73" fmla="*/ 1516288 h 1597680"/>
              <a:gd name="connsiteX74" fmla="*/ 3540258 w 9662615"/>
              <a:gd name="connsiteY74" fmla="*/ 1516976 h 1597680"/>
              <a:gd name="connsiteX75" fmla="*/ 3534780 w 9662615"/>
              <a:gd name="connsiteY75" fmla="*/ 1522141 h 1597680"/>
              <a:gd name="connsiteX76" fmla="*/ 3504783 w 9662615"/>
              <a:gd name="connsiteY76" fmla="*/ 1526739 h 1597680"/>
              <a:gd name="connsiteX77" fmla="*/ 3430805 w 9662615"/>
              <a:gd name="connsiteY77" fmla="*/ 1542521 h 1597680"/>
              <a:gd name="connsiteX78" fmla="*/ 3292707 w 9662615"/>
              <a:gd name="connsiteY78" fmla="*/ 1520490 h 1597680"/>
              <a:gd name="connsiteX79" fmla="*/ 3187872 w 9662615"/>
              <a:gd name="connsiteY79" fmla="*/ 1519991 h 1597680"/>
              <a:gd name="connsiteX80" fmla="*/ 3148026 w 9662615"/>
              <a:gd name="connsiteY80" fmla="*/ 1524777 h 1597680"/>
              <a:gd name="connsiteX81" fmla="*/ 3092394 w 9662615"/>
              <a:gd name="connsiteY81" fmla="*/ 1528115 h 1597680"/>
              <a:gd name="connsiteX82" fmla="*/ 2994200 w 9662615"/>
              <a:gd name="connsiteY82" fmla="*/ 1537857 h 1597680"/>
              <a:gd name="connsiteX83" fmla="*/ 2862301 w 9662615"/>
              <a:gd name="connsiteY83" fmla="*/ 1544250 h 1597680"/>
              <a:gd name="connsiteX84" fmla="*/ 2766335 w 9662615"/>
              <a:gd name="connsiteY84" fmla="*/ 1527662 h 1597680"/>
              <a:gd name="connsiteX85" fmla="*/ 2757836 w 9662615"/>
              <a:gd name="connsiteY85" fmla="*/ 1531371 h 1597680"/>
              <a:gd name="connsiteX86" fmla="*/ 2691555 w 9662615"/>
              <a:gd name="connsiteY86" fmla="*/ 1530283 h 1597680"/>
              <a:gd name="connsiteX87" fmla="*/ 2491676 w 9662615"/>
              <a:gd name="connsiteY87" fmla="*/ 1500859 h 1597680"/>
              <a:gd name="connsiteX88" fmla="*/ 2378036 w 9662615"/>
              <a:gd name="connsiteY88" fmla="*/ 1520645 h 1597680"/>
              <a:gd name="connsiteX89" fmla="*/ 2284269 w 9662615"/>
              <a:gd name="connsiteY89" fmla="*/ 1503068 h 1597680"/>
              <a:gd name="connsiteX90" fmla="*/ 2207104 w 9662615"/>
              <a:gd name="connsiteY90" fmla="*/ 1508888 h 1597680"/>
              <a:gd name="connsiteX91" fmla="*/ 2149226 w 9662615"/>
              <a:gd name="connsiteY91" fmla="*/ 1523409 h 1597680"/>
              <a:gd name="connsiteX92" fmla="*/ 2084783 w 9662615"/>
              <a:gd name="connsiteY92" fmla="*/ 1524245 h 1597680"/>
              <a:gd name="connsiteX93" fmla="*/ 2070075 w 9662615"/>
              <a:gd name="connsiteY93" fmla="*/ 1511285 h 1597680"/>
              <a:gd name="connsiteX94" fmla="*/ 2001057 w 9662615"/>
              <a:gd name="connsiteY94" fmla="*/ 1516449 h 1597680"/>
              <a:gd name="connsiteX95" fmla="*/ 1896330 w 9662615"/>
              <a:gd name="connsiteY95" fmla="*/ 1525725 h 1597680"/>
              <a:gd name="connsiteX96" fmla="*/ 1835994 w 9662615"/>
              <a:gd name="connsiteY96" fmla="*/ 1527678 h 1597680"/>
              <a:gd name="connsiteX97" fmla="*/ 1671119 w 9662615"/>
              <a:gd name="connsiteY97" fmla="*/ 1536701 h 1597680"/>
              <a:gd name="connsiteX98" fmla="*/ 1601337 w 9662615"/>
              <a:gd name="connsiteY98" fmla="*/ 1548552 h 1597680"/>
              <a:gd name="connsiteX99" fmla="*/ 1407755 w 9662615"/>
              <a:gd name="connsiteY99" fmla="*/ 1571444 h 1597680"/>
              <a:gd name="connsiteX100" fmla="*/ 1271994 w 9662615"/>
              <a:gd name="connsiteY100" fmla="*/ 1579471 h 1597680"/>
              <a:gd name="connsiteX101" fmla="*/ 1249226 w 9662615"/>
              <a:gd name="connsiteY101" fmla="*/ 1583140 h 1597680"/>
              <a:gd name="connsiteX102" fmla="*/ 1217719 w 9662615"/>
              <a:gd name="connsiteY102" fmla="*/ 1580863 h 1597680"/>
              <a:gd name="connsiteX103" fmla="*/ 1091432 w 9662615"/>
              <a:gd name="connsiteY103" fmla="*/ 1571003 h 1597680"/>
              <a:gd name="connsiteX104" fmla="*/ 992039 w 9662615"/>
              <a:gd name="connsiteY104" fmla="*/ 1556662 h 1597680"/>
              <a:gd name="connsiteX105" fmla="*/ 868264 w 9662615"/>
              <a:gd name="connsiteY105" fmla="*/ 1566392 h 1597680"/>
              <a:gd name="connsiteX106" fmla="*/ 792765 w 9662615"/>
              <a:gd name="connsiteY106" fmla="*/ 1563102 h 1597680"/>
              <a:gd name="connsiteX107" fmla="*/ 669055 w 9662615"/>
              <a:gd name="connsiteY107" fmla="*/ 1543638 h 1597680"/>
              <a:gd name="connsiteX108" fmla="*/ 506152 w 9662615"/>
              <a:gd name="connsiteY108" fmla="*/ 1549124 h 1597680"/>
              <a:gd name="connsiteX109" fmla="*/ 472797 w 9662615"/>
              <a:gd name="connsiteY109" fmla="*/ 1568904 h 1597680"/>
              <a:gd name="connsiteX110" fmla="*/ 427864 w 9662615"/>
              <a:gd name="connsiteY110" fmla="*/ 1580848 h 1597680"/>
              <a:gd name="connsiteX111" fmla="*/ 408381 w 9662615"/>
              <a:gd name="connsiteY111" fmla="*/ 1552940 h 1597680"/>
              <a:gd name="connsiteX112" fmla="*/ 267163 w 9662615"/>
              <a:gd name="connsiteY112" fmla="*/ 1531913 h 1597680"/>
              <a:gd name="connsiteX113" fmla="*/ 196644 w 9662615"/>
              <a:gd name="connsiteY113" fmla="*/ 1524565 h 1597680"/>
              <a:gd name="connsiteX114" fmla="*/ 86819 w 9662615"/>
              <a:gd name="connsiteY114" fmla="*/ 1519517 h 1597680"/>
              <a:gd name="connsiteX115" fmla="*/ 53369 w 9662615"/>
              <a:gd name="connsiteY115" fmla="*/ 1516853 h 1597680"/>
              <a:gd name="connsiteX116" fmla="*/ 2359 w 9662615"/>
              <a:gd name="connsiteY116" fmla="*/ 1515247 h 1597680"/>
              <a:gd name="connsiteX117" fmla="*/ 0 w 9662615"/>
              <a:gd name="connsiteY117" fmla="*/ 1514932 h 1597680"/>
              <a:gd name="connsiteX118" fmla="*/ 0 w 9662615"/>
              <a:gd name="connsiteY118" fmla="*/ 0 h 1597680"/>
              <a:gd name="connsiteX0" fmla="*/ 0 w 9662615"/>
              <a:gd name="connsiteY0" fmla="*/ 0 h 1603753"/>
              <a:gd name="connsiteX1" fmla="*/ 9662615 w 9662615"/>
              <a:gd name="connsiteY1" fmla="*/ 0 h 1603753"/>
              <a:gd name="connsiteX2" fmla="*/ 9662615 w 9662615"/>
              <a:gd name="connsiteY2" fmla="*/ 1280346 h 1603753"/>
              <a:gd name="connsiteX3" fmla="*/ 9658420 w 9662615"/>
              <a:gd name="connsiteY3" fmla="*/ 1280106 h 1603753"/>
              <a:gd name="connsiteX4" fmla="*/ 9469546 w 9662615"/>
              <a:gd name="connsiteY4" fmla="*/ 1289837 h 1603753"/>
              <a:gd name="connsiteX5" fmla="*/ 9385895 w 9662615"/>
              <a:gd name="connsiteY5" fmla="*/ 1269203 h 1603753"/>
              <a:gd name="connsiteX6" fmla="*/ 9144767 w 9662615"/>
              <a:gd name="connsiteY6" fmla="*/ 1264120 h 1603753"/>
              <a:gd name="connsiteX7" fmla="*/ 8837252 w 9662615"/>
              <a:gd name="connsiteY7" fmla="*/ 1350515 h 1603753"/>
              <a:gd name="connsiteX8" fmla="*/ 8705466 w 9662615"/>
              <a:gd name="connsiteY8" fmla="*/ 1342419 h 1603753"/>
              <a:gd name="connsiteX9" fmla="*/ 8652221 w 9662615"/>
              <a:gd name="connsiteY9" fmla="*/ 1326906 h 1603753"/>
              <a:gd name="connsiteX10" fmla="*/ 8632312 w 9662615"/>
              <a:gd name="connsiteY10" fmla="*/ 1326025 h 1603753"/>
              <a:gd name="connsiteX11" fmla="*/ 8591582 w 9662615"/>
              <a:gd name="connsiteY11" fmla="*/ 1341666 h 1603753"/>
              <a:gd name="connsiteX12" fmla="*/ 8537336 w 9662615"/>
              <a:gd name="connsiteY12" fmla="*/ 1341684 h 1603753"/>
              <a:gd name="connsiteX13" fmla="*/ 8472508 w 9662615"/>
              <a:gd name="connsiteY13" fmla="*/ 1363109 h 1603753"/>
              <a:gd name="connsiteX14" fmla="*/ 8258477 w 9662615"/>
              <a:gd name="connsiteY14" fmla="*/ 1370666 h 1603753"/>
              <a:gd name="connsiteX15" fmla="*/ 8197961 w 9662615"/>
              <a:gd name="connsiteY15" fmla="*/ 1392804 h 1603753"/>
              <a:gd name="connsiteX16" fmla="*/ 8171196 w 9662615"/>
              <a:gd name="connsiteY16" fmla="*/ 1397216 h 1603753"/>
              <a:gd name="connsiteX17" fmla="*/ 8127667 w 9662615"/>
              <a:gd name="connsiteY17" fmla="*/ 1418254 h 1603753"/>
              <a:gd name="connsiteX18" fmla="*/ 7974579 w 9662615"/>
              <a:gd name="connsiteY18" fmla="*/ 1383439 h 1603753"/>
              <a:gd name="connsiteX19" fmla="*/ 7768351 w 9662615"/>
              <a:gd name="connsiteY19" fmla="*/ 1395051 h 1603753"/>
              <a:gd name="connsiteX20" fmla="*/ 7635985 w 9662615"/>
              <a:gd name="connsiteY20" fmla="*/ 1386363 h 1603753"/>
              <a:gd name="connsiteX21" fmla="*/ 7466069 w 9662615"/>
              <a:gd name="connsiteY21" fmla="*/ 1377654 h 1603753"/>
              <a:gd name="connsiteX22" fmla="*/ 7355642 w 9662615"/>
              <a:gd name="connsiteY22" fmla="*/ 1407761 h 1603753"/>
              <a:gd name="connsiteX23" fmla="*/ 7151610 w 9662615"/>
              <a:gd name="connsiteY23" fmla="*/ 1397856 h 1603753"/>
              <a:gd name="connsiteX24" fmla="*/ 7082147 w 9662615"/>
              <a:gd name="connsiteY24" fmla="*/ 1406113 h 1603753"/>
              <a:gd name="connsiteX25" fmla="*/ 7014958 w 9662615"/>
              <a:gd name="connsiteY25" fmla="*/ 1396883 h 1603753"/>
              <a:gd name="connsiteX26" fmla="*/ 6907567 w 9662615"/>
              <a:gd name="connsiteY26" fmla="*/ 1419149 h 1603753"/>
              <a:gd name="connsiteX27" fmla="*/ 6748428 w 9662615"/>
              <a:gd name="connsiteY27" fmla="*/ 1420308 h 1603753"/>
              <a:gd name="connsiteX28" fmla="*/ 6654257 w 9662615"/>
              <a:gd name="connsiteY28" fmla="*/ 1424143 h 1603753"/>
              <a:gd name="connsiteX29" fmla="*/ 6620123 w 9662615"/>
              <a:gd name="connsiteY29" fmla="*/ 1430535 h 1603753"/>
              <a:gd name="connsiteX30" fmla="*/ 6571355 w 9662615"/>
              <a:gd name="connsiteY30" fmla="*/ 1436144 h 1603753"/>
              <a:gd name="connsiteX31" fmla="*/ 6486557 w 9662615"/>
              <a:gd name="connsiteY31" fmla="*/ 1449861 h 1603753"/>
              <a:gd name="connsiteX32" fmla="*/ 6370419 w 9662615"/>
              <a:gd name="connsiteY32" fmla="*/ 1461649 h 1603753"/>
              <a:gd name="connsiteX33" fmla="*/ 6278839 w 9662615"/>
              <a:gd name="connsiteY33" fmla="*/ 1449160 h 1603753"/>
              <a:gd name="connsiteX34" fmla="*/ 6272455 w 9662615"/>
              <a:gd name="connsiteY34" fmla="*/ 1453191 h 1603753"/>
              <a:gd name="connsiteX35" fmla="*/ 6212659 w 9662615"/>
              <a:gd name="connsiteY35" fmla="*/ 1454850 h 1603753"/>
              <a:gd name="connsiteX36" fmla="*/ 6069317 w 9662615"/>
              <a:gd name="connsiteY36" fmla="*/ 1445838 h 1603753"/>
              <a:gd name="connsiteX37" fmla="*/ 5878477 w 9662615"/>
              <a:gd name="connsiteY37" fmla="*/ 1439180 h 1603753"/>
              <a:gd name="connsiteX38" fmla="*/ 5838387 w 9662615"/>
              <a:gd name="connsiteY38" fmla="*/ 1444679 h 1603753"/>
              <a:gd name="connsiteX39" fmla="*/ 5771136 w 9662615"/>
              <a:gd name="connsiteY39" fmla="*/ 1453639 h 1603753"/>
              <a:gd name="connsiteX40" fmla="*/ 5724081 w 9662615"/>
              <a:gd name="connsiteY40" fmla="*/ 1470431 h 1603753"/>
              <a:gd name="connsiteX41" fmla="*/ 5666577 w 9662615"/>
              <a:gd name="connsiteY41" fmla="*/ 1473921 h 1603753"/>
              <a:gd name="connsiteX42" fmla="*/ 5649068 w 9662615"/>
              <a:gd name="connsiteY42" fmla="*/ 1461676 h 1603753"/>
              <a:gd name="connsiteX43" fmla="*/ 5588902 w 9662615"/>
              <a:gd name="connsiteY43" fmla="*/ 1469647 h 1603753"/>
              <a:gd name="connsiteX44" fmla="*/ 5498090 w 9662615"/>
              <a:gd name="connsiteY44" fmla="*/ 1483173 h 1603753"/>
              <a:gd name="connsiteX45" fmla="*/ 5444641 w 9662615"/>
              <a:gd name="connsiteY45" fmla="*/ 1487602 h 1603753"/>
              <a:gd name="connsiteX46" fmla="*/ 5299812 w 9662615"/>
              <a:gd name="connsiteY46" fmla="*/ 1503362 h 1603753"/>
              <a:gd name="connsiteX47" fmla="*/ 5213947 w 9662615"/>
              <a:gd name="connsiteY47" fmla="*/ 1516637 h 1603753"/>
              <a:gd name="connsiteX48" fmla="*/ 5090342 w 9662615"/>
              <a:gd name="connsiteY48" fmla="*/ 1546680 h 1603753"/>
              <a:gd name="connsiteX49" fmla="*/ 5129812 w 9662615"/>
              <a:gd name="connsiteY49" fmla="*/ 1521277 h 1603753"/>
              <a:gd name="connsiteX50" fmla="*/ 5059484 w 9662615"/>
              <a:gd name="connsiteY50" fmla="*/ 1546802 h 1603753"/>
              <a:gd name="connsiteX51" fmla="*/ 5038524 w 9662615"/>
              <a:gd name="connsiteY51" fmla="*/ 1545675 h 1603753"/>
              <a:gd name="connsiteX52" fmla="*/ 5026564 w 9662615"/>
              <a:gd name="connsiteY52" fmla="*/ 1545376 h 1603753"/>
              <a:gd name="connsiteX53" fmla="*/ 4969433 w 9662615"/>
              <a:gd name="connsiteY53" fmla="*/ 1550865 h 1603753"/>
              <a:gd name="connsiteX54" fmla="*/ 4929254 w 9662615"/>
              <a:gd name="connsiteY54" fmla="*/ 1563452 h 1603753"/>
              <a:gd name="connsiteX55" fmla="*/ 4871726 w 9662615"/>
              <a:gd name="connsiteY55" fmla="*/ 1570584 h 1603753"/>
              <a:gd name="connsiteX56" fmla="*/ 4843267 w 9662615"/>
              <a:gd name="connsiteY56" fmla="*/ 1561459 h 1603753"/>
              <a:gd name="connsiteX57" fmla="*/ 4821058 w 9662615"/>
              <a:gd name="connsiteY57" fmla="*/ 1553078 h 1603753"/>
              <a:gd name="connsiteX58" fmla="*/ 4791466 w 9662615"/>
              <a:gd name="connsiteY58" fmla="*/ 1561324 h 1603753"/>
              <a:gd name="connsiteX59" fmla="*/ 4784247 w 9662615"/>
              <a:gd name="connsiteY59" fmla="*/ 1562342 h 1603753"/>
              <a:gd name="connsiteX60" fmla="*/ 4743285 w 9662615"/>
              <a:gd name="connsiteY60" fmla="*/ 1597680 h 1603753"/>
              <a:gd name="connsiteX61" fmla="*/ 4697562 w 9662615"/>
              <a:gd name="connsiteY61" fmla="*/ 1551206 h 1603753"/>
              <a:gd name="connsiteX62" fmla="*/ 4662664 w 9662615"/>
              <a:gd name="connsiteY62" fmla="*/ 1573162 h 1603753"/>
              <a:gd name="connsiteX63" fmla="*/ 4603028 w 9662615"/>
              <a:gd name="connsiteY63" fmla="*/ 1568821 h 1603753"/>
              <a:gd name="connsiteX64" fmla="*/ 4541612 w 9662615"/>
              <a:gd name="connsiteY64" fmla="*/ 1545262 h 1603753"/>
              <a:gd name="connsiteX65" fmla="*/ 4422155 w 9662615"/>
              <a:gd name="connsiteY65" fmla="*/ 1542059 h 1603753"/>
              <a:gd name="connsiteX66" fmla="*/ 4221826 w 9662615"/>
              <a:gd name="connsiteY66" fmla="*/ 1508923 h 1603753"/>
              <a:gd name="connsiteX67" fmla="*/ 4096601 w 9662615"/>
              <a:gd name="connsiteY67" fmla="*/ 1521563 h 1603753"/>
              <a:gd name="connsiteX68" fmla="*/ 3970635 w 9662615"/>
              <a:gd name="connsiteY68" fmla="*/ 1544815 h 1603753"/>
              <a:gd name="connsiteX69" fmla="*/ 3833906 w 9662615"/>
              <a:gd name="connsiteY69" fmla="*/ 1516637 h 1603753"/>
              <a:gd name="connsiteX70" fmla="*/ 3696258 w 9662615"/>
              <a:gd name="connsiteY70" fmla="*/ 1537563 h 1603753"/>
              <a:gd name="connsiteX71" fmla="*/ 3594070 w 9662615"/>
              <a:gd name="connsiteY71" fmla="*/ 1509422 h 1603753"/>
              <a:gd name="connsiteX72" fmla="*/ 3565233 w 9662615"/>
              <a:gd name="connsiteY72" fmla="*/ 1515122 h 1603753"/>
              <a:gd name="connsiteX73" fmla="*/ 3560267 w 9662615"/>
              <a:gd name="connsiteY73" fmla="*/ 1516288 h 1603753"/>
              <a:gd name="connsiteX74" fmla="*/ 3540258 w 9662615"/>
              <a:gd name="connsiteY74" fmla="*/ 1516976 h 1603753"/>
              <a:gd name="connsiteX75" fmla="*/ 3534780 w 9662615"/>
              <a:gd name="connsiteY75" fmla="*/ 1522141 h 1603753"/>
              <a:gd name="connsiteX76" fmla="*/ 3504783 w 9662615"/>
              <a:gd name="connsiteY76" fmla="*/ 1526739 h 1603753"/>
              <a:gd name="connsiteX77" fmla="*/ 3430805 w 9662615"/>
              <a:gd name="connsiteY77" fmla="*/ 1542521 h 1603753"/>
              <a:gd name="connsiteX78" fmla="*/ 3292707 w 9662615"/>
              <a:gd name="connsiteY78" fmla="*/ 1520490 h 1603753"/>
              <a:gd name="connsiteX79" fmla="*/ 3187872 w 9662615"/>
              <a:gd name="connsiteY79" fmla="*/ 1519991 h 1603753"/>
              <a:gd name="connsiteX80" fmla="*/ 3148026 w 9662615"/>
              <a:gd name="connsiteY80" fmla="*/ 1524777 h 1603753"/>
              <a:gd name="connsiteX81" fmla="*/ 3092394 w 9662615"/>
              <a:gd name="connsiteY81" fmla="*/ 1528115 h 1603753"/>
              <a:gd name="connsiteX82" fmla="*/ 2994200 w 9662615"/>
              <a:gd name="connsiteY82" fmla="*/ 1537857 h 1603753"/>
              <a:gd name="connsiteX83" fmla="*/ 2862301 w 9662615"/>
              <a:gd name="connsiteY83" fmla="*/ 1544250 h 1603753"/>
              <a:gd name="connsiteX84" fmla="*/ 2766335 w 9662615"/>
              <a:gd name="connsiteY84" fmla="*/ 1527662 h 1603753"/>
              <a:gd name="connsiteX85" fmla="*/ 2757836 w 9662615"/>
              <a:gd name="connsiteY85" fmla="*/ 1531371 h 1603753"/>
              <a:gd name="connsiteX86" fmla="*/ 2691555 w 9662615"/>
              <a:gd name="connsiteY86" fmla="*/ 1530283 h 1603753"/>
              <a:gd name="connsiteX87" fmla="*/ 2491676 w 9662615"/>
              <a:gd name="connsiteY87" fmla="*/ 1500859 h 1603753"/>
              <a:gd name="connsiteX88" fmla="*/ 2378036 w 9662615"/>
              <a:gd name="connsiteY88" fmla="*/ 1520645 h 1603753"/>
              <a:gd name="connsiteX89" fmla="*/ 2284269 w 9662615"/>
              <a:gd name="connsiteY89" fmla="*/ 1503068 h 1603753"/>
              <a:gd name="connsiteX90" fmla="*/ 2207104 w 9662615"/>
              <a:gd name="connsiteY90" fmla="*/ 1508888 h 1603753"/>
              <a:gd name="connsiteX91" fmla="*/ 2149226 w 9662615"/>
              <a:gd name="connsiteY91" fmla="*/ 1523409 h 1603753"/>
              <a:gd name="connsiteX92" fmla="*/ 2084783 w 9662615"/>
              <a:gd name="connsiteY92" fmla="*/ 1524245 h 1603753"/>
              <a:gd name="connsiteX93" fmla="*/ 2070075 w 9662615"/>
              <a:gd name="connsiteY93" fmla="*/ 1511285 h 1603753"/>
              <a:gd name="connsiteX94" fmla="*/ 2001057 w 9662615"/>
              <a:gd name="connsiteY94" fmla="*/ 1516449 h 1603753"/>
              <a:gd name="connsiteX95" fmla="*/ 1896330 w 9662615"/>
              <a:gd name="connsiteY95" fmla="*/ 1525725 h 1603753"/>
              <a:gd name="connsiteX96" fmla="*/ 1835994 w 9662615"/>
              <a:gd name="connsiteY96" fmla="*/ 1527678 h 1603753"/>
              <a:gd name="connsiteX97" fmla="*/ 1671119 w 9662615"/>
              <a:gd name="connsiteY97" fmla="*/ 1536701 h 1603753"/>
              <a:gd name="connsiteX98" fmla="*/ 1601337 w 9662615"/>
              <a:gd name="connsiteY98" fmla="*/ 1548552 h 1603753"/>
              <a:gd name="connsiteX99" fmla="*/ 1407755 w 9662615"/>
              <a:gd name="connsiteY99" fmla="*/ 1571444 h 1603753"/>
              <a:gd name="connsiteX100" fmla="*/ 1271994 w 9662615"/>
              <a:gd name="connsiteY100" fmla="*/ 1579471 h 1603753"/>
              <a:gd name="connsiteX101" fmla="*/ 1249226 w 9662615"/>
              <a:gd name="connsiteY101" fmla="*/ 1583140 h 1603753"/>
              <a:gd name="connsiteX102" fmla="*/ 1217719 w 9662615"/>
              <a:gd name="connsiteY102" fmla="*/ 1580863 h 1603753"/>
              <a:gd name="connsiteX103" fmla="*/ 1091432 w 9662615"/>
              <a:gd name="connsiteY103" fmla="*/ 1571003 h 1603753"/>
              <a:gd name="connsiteX104" fmla="*/ 992039 w 9662615"/>
              <a:gd name="connsiteY104" fmla="*/ 1556662 h 1603753"/>
              <a:gd name="connsiteX105" fmla="*/ 868264 w 9662615"/>
              <a:gd name="connsiteY105" fmla="*/ 1566392 h 1603753"/>
              <a:gd name="connsiteX106" fmla="*/ 792765 w 9662615"/>
              <a:gd name="connsiteY106" fmla="*/ 1563102 h 1603753"/>
              <a:gd name="connsiteX107" fmla="*/ 669055 w 9662615"/>
              <a:gd name="connsiteY107" fmla="*/ 1543638 h 1603753"/>
              <a:gd name="connsiteX108" fmla="*/ 506152 w 9662615"/>
              <a:gd name="connsiteY108" fmla="*/ 1549124 h 1603753"/>
              <a:gd name="connsiteX109" fmla="*/ 472797 w 9662615"/>
              <a:gd name="connsiteY109" fmla="*/ 1568904 h 1603753"/>
              <a:gd name="connsiteX110" fmla="*/ 427864 w 9662615"/>
              <a:gd name="connsiteY110" fmla="*/ 1580848 h 1603753"/>
              <a:gd name="connsiteX111" fmla="*/ 408381 w 9662615"/>
              <a:gd name="connsiteY111" fmla="*/ 1552940 h 1603753"/>
              <a:gd name="connsiteX112" fmla="*/ 267163 w 9662615"/>
              <a:gd name="connsiteY112" fmla="*/ 1531913 h 1603753"/>
              <a:gd name="connsiteX113" fmla="*/ 196644 w 9662615"/>
              <a:gd name="connsiteY113" fmla="*/ 1524565 h 1603753"/>
              <a:gd name="connsiteX114" fmla="*/ 86819 w 9662615"/>
              <a:gd name="connsiteY114" fmla="*/ 1519517 h 1603753"/>
              <a:gd name="connsiteX115" fmla="*/ 53369 w 9662615"/>
              <a:gd name="connsiteY115" fmla="*/ 1516853 h 1603753"/>
              <a:gd name="connsiteX116" fmla="*/ 2359 w 9662615"/>
              <a:gd name="connsiteY116" fmla="*/ 1515247 h 1603753"/>
              <a:gd name="connsiteX117" fmla="*/ 0 w 9662615"/>
              <a:gd name="connsiteY117" fmla="*/ 1514932 h 1603753"/>
              <a:gd name="connsiteX118" fmla="*/ 0 w 9662615"/>
              <a:gd name="connsiteY118" fmla="*/ 0 h 1603753"/>
              <a:gd name="connsiteX0" fmla="*/ 0 w 9662615"/>
              <a:gd name="connsiteY0" fmla="*/ 0 h 1603753"/>
              <a:gd name="connsiteX1" fmla="*/ 9662615 w 9662615"/>
              <a:gd name="connsiteY1" fmla="*/ 0 h 1603753"/>
              <a:gd name="connsiteX2" fmla="*/ 9662615 w 9662615"/>
              <a:gd name="connsiteY2" fmla="*/ 1280346 h 1603753"/>
              <a:gd name="connsiteX3" fmla="*/ 9658420 w 9662615"/>
              <a:gd name="connsiteY3" fmla="*/ 1280106 h 1603753"/>
              <a:gd name="connsiteX4" fmla="*/ 9469546 w 9662615"/>
              <a:gd name="connsiteY4" fmla="*/ 1289837 h 1603753"/>
              <a:gd name="connsiteX5" fmla="*/ 9385895 w 9662615"/>
              <a:gd name="connsiteY5" fmla="*/ 1269203 h 1603753"/>
              <a:gd name="connsiteX6" fmla="*/ 9144767 w 9662615"/>
              <a:gd name="connsiteY6" fmla="*/ 1264120 h 1603753"/>
              <a:gd name="connsiteX7" fmla="*/ 8837252 w 9662615"/>
              <a:gd name="connsiteY7" fmla="*/ 1350515 h 1603753"/>
              <a:gd name="connsiteX8" fmla="*/ 8705466 w 9662615"/>
              <a:gd name="connsiteY8" fmla="*/ 1342419 h 1603753"/>
              <a:gd name="connsiteX9" fmla="*/ 8652221 w 9662615"/>
              <a:gd name="connsiteY9" fmla="*/ 1326906 h 1603753"/>
              <a:gd name="connsiteX10" fmla="*/ 8632312 w 9662615"/>
              <a:gd name="connsiteY10" fmla="*/ 1326025 h 1603753"/>
              <a:gd name="connsiteX11" fmla="*/ 8591582 w 9662615"/>
              <a:gd name="connsiteY11" fmla="*/ 1341666 h 1603753"/>
              <a:gd name="connsiteX12" fmla="*/ 8537336 w 9662615"/>
              <a:gd name="connsiteY12" fmla="*/ 1341684 h 1603753"/>
              <a:gd name="connsiteX13" fmla="*/ 8472508 w 9662615"/>
              <a:gd name="connsiteY13" fmla="*/ 1363109 h 1603753"/>
              <a:gd name="connsiteX14" fmla="*/ 8258477 w 9662615"/>
              <a:gd name="connsiteY14" fmla="*/ 1370666 h 1603753"/>
              <a:gd name="connsiteX15" fmla="*/ 8197961 w 9662615"/>
              <a:gd name="connsiteY15" fmla="*/ 1392804 h 1603753"/>
              <a:gd name="connsiteX16" fmla="*/ 8171196 w 9662615"/>
              <a:gd name="connsiteY16" fmla="*/ 1397216 h 1603753"/>
              <a:gd name="connsiteX17" fmla="*/ 8127667 w 9662615"/>
              <a:gd name="connsiteY17" fmla="*/ 1418254 h 1603753"/>
              <a:gd name="connsiteX18" fmla="*/ 7974579 w 9662615"/>
              <a:gd name="connsiteY18" fmla="*/ 1383439 h 1603753"/>
              <a:gd name="connsiteX19" fmla="*/ 7768351 w 9662615"/>
              <a:gd name="connsiteY19" fmla="*/ 1395051 h 1603753"/>
              <a:gd name="connsiteX20" fmla="*/ 7635985 w 9662615"/>
              <a:gd name="connsiteY20" fmla="*/ 1386363 h 1603753"/>
              <a:gd name="connsiteX21" fmla="*/ 7466069 w 9662615"/>
              <a:gd name="connsiteY21" fmla="*/ 1377654 h 1603753"/>
              <a:gd name="connsiteX22" fmla="*/ 7355642 w 9662615"/>
              <a:gd name="connsiteY22" fmla="*/ 1407761 h 1603753"/>
              <a:gd name="connsiteX23" fmla="*/ 7151610 w 9662615"/>
              <a:gd name="connsiteY23" fmla="*/ 1397856 h 1603753"/>
              <a:gd name="connsiteX24" fmla="*/ 7082147 w 9662615"/>
              <a:gd name="connsiteY24" fmla="*/ 1406113 h 1603753"/>
              <a:gd name="connsiteX25" fmla="*/ 7014958 w 9662615"/>
              <a:gd name="connsiteY25" fmla="*/ 1396883 h 1603753"/>
              <a:gd name="connsiteX26" fmla="*/ 6907567 w 9662615"/>
              <a:gd name="connsiteY26" fmla="*/ 1419149 h 1603753"/>
              <a:gd name="connsiteX27" fmla="*/ 6748428 w 9662615"/>
              <a:gd name="connsiteY27" fmla="*/ 1420308 h 1603753"/>
              <a:gd name="connsiteX28" fmla="*/ 6654257 w 9662615"/>
              <a:gd name="connsiteY28" fmla="*/ 1424143 h 1603753"/>
              <a:gd name="connsiteX29" fmla="*/ 6620123 w 9662615"/>
              <a:gd name="connsiteY29" fmla="*/ 1430535 h 1603753"/>
              <a:gd name="connsiteX30" fmla="*/ 6571355 w 9662615"/>
              <a:gd name="connsiteY30" fmla="*/ 1436144 h 1603753"/>
              <a:gd name="connsiteX31" fmla="*/ 6486557 w 9662615"/>
              <a:gd name="connsiteY31" fmla="*/ 1449861 h 1603753"/>
              <a:gd name="connsiteX32" fmla="*/ 6370419 w 9662615"/>
              <a:gd name="connsiteY32" fmla="*/ 1461649 h 1603753"/>
              <a:gd name="connsiteX33" fmla="*/ 6278839 w 9662615"/>
              <a:gd name="connsiteY33" fmla="*/ 1449160 h 1603753"/>
              <a:gd name="connsiteX34" fmla="*/ 6272455 w 9662615"/>
              <a:gd name="connsiteY34" fmla="*/ 1453191 h 1603753"/>
              <a:gd name="connsiteX35" fmla="*/ 6212659 w 9662615"/>
              <a:gd name="connsiteY35" fmla="*/ 1454850 h 1603753"/>
              <a:gd name="connsiteX36" fmla="*/ 6069317 w 9662615"/>
              <a:gd name="connsiteY36" fmla="*/ 1445838 h 1603753"/>
              <a:gd name="connsiteX37" fmla="*/ 5878477 w 9662615"/>
              <a:gd name="connsiteY37" fmla="*/ 1439180 h 1603753"/>
              <a:gd name="connsiteX38" fmla="*/ 5838387 w 9662615"/>
              <a:gd name="connsiteY38" fmla="*/ 1444679 h 1603753"/>
              <a:gd name="connsiteX39" fmla="*/ 5771136 w 9662615"/>
              <a:gd name="connsiteY39" fmla="*/ 1453639 h 1603753"/>
              <a:gd name="connsiteX40" fmla="*/ 5724081 w 9662615"/>
              <a:gd name="connsiteY40" fmla="*/ 1470431 h 1603753"/>
              <a:gd name="connsiteX41" fmla="*/ 5666577 w 9662615"/>
              <a:gd name="connsiteY41" fmla="*/ 1473921 h 1603753"/>
              <a:gd name="connsiteX42" fmla="*/ 5649068 w 9662615"/>
              <a:gd name="connsiteY42" fmla="*/ 1461676 h 1603753"/>
              <a:gd name="connsiteX43" fmla="*/ 5588902 w 9662615"/>
              <a:gd name="connsiteY43" fmla="*/ 1469647 h 1603753"/>
              <a:gd name="connsiteX44" fmla="*/ 5498090 w 9662615"/>
              <a:gd name="connsiteY44" fmla="*/ 1483173 h 1603753"/>
              <a:gd name="connsiteX45" fmla="*/ 5444641 w 9662615"/>
              <a:gd name="connsiteY45" fmla="*/ 1487602 h 1603753"/>
              <a:gd name="connsiteX46" fmla="*/ 5299812 w 9662615"/>
              <a:gd name="connsiteY46" fmla="*/ 1503362 h 1603753"/>
              <a:gd name="connsiteX47" fmla="*/ 5213947 w 9662615"/>
              <a:gd name="connsiteY47" fmla="*/ 1516637 h 1603753"/>
              <a:gd name="connsiteX48" fmla="*/ 5090342 w 9662615"/>
              <a:gd name="connsiteY48" fmla="*/ 1546680 h 1603753"/>
              <a:gd name="connsiteX49" fmla="*/ 5129812 w 9662615"/>
              <a:gd name="connsiteY49" fmla="*/ 1521277 h 1603753"/>
              <a:gd name="connsiteX50" fmla="*/ 5059484 w 9662615"/>
              <a:gd name="connsiteY50" fmla="*/ 1546802 h 1603753"/>
              <a:gd name="connsiteX51" fmla="*/ 5038524 w 9662615"/>
              <a:gd name="connsiteY51" fmla="*/ 1545675 h 1603753"/>
              <a:gd name="connsiteX52" fmla="*/ 5026564 w 9662615"/>
              <a:gd name="connsiteY52" fmla="*/ 1545376 h 1603753"/>
              <a:gd name="connsiteX53" fmla="*/ 4969433 w 9662615"/>
              <a:gd name="connsiteY53" fmla="*/ 1550865 h 1603753"/>
              <a:gd name="connsiteX54" fmla="*/ 4929254 w 9662615"/>
              <a:gd name="connsiteY54" fmla="*/ 1563452 h 1603753"/>
              <a:gd name="connsiteX55" fmla="*/ 4871726 w 9662615"/>
              <a:gd name="connsiteY55" fmla="*/ 1570584 h 1603753"/>
              <a:gd name="connsiteX56" fmla="*/ 4843267 w 9662615"/>
              <a:gd name="connsiteY56" fmla="*/ 1561459 h 1603753"/>
              <a:gd name="connsiteX57" fmla="*/ 4821058 w 9662615"/>
              <a:gd name="connsiteY57" fmla="*/ 1553078 h 1603753"/>
              <a:gd name="connsiteX58" fmla="*/ 4791466 w 9662615"/>
              <a:gd name="connsiteY58" fmla="*/ 1561324 h 1603753"/>
              <a:gd name="connsiteX59" fmla="*/ 4784247 w 9662615"/>
              <a:gd name="connsiteY59" fmla="*/ 1562342 h 1603753"/>
              <a:gd name="connsiteX60" fmla="*/ 4743285 w 9662615"/>
              <a:gd name="connsiteY60" fmla="*/ 1597680 h 1603753"/>
              <a:gd name="connsiteX61" fmla="*/ 4697562 w 9662615"/>
              <a:gd name="connsiteY61" fmla="*/ 1551206 h 1603753"/>
              <a:gd name="connsiteX62" fmla="*/ 4662664 w 9662615"/>
              <a:gd name="connsiteY62" fmla="*/ 1573162 h 1603753"/>
              <a:gd name="connsiteX63" fmla="*/ 4603028 w 9662615"/>
              <a:gd name="connsiteY63" fmla="*/ 1568821 h 1603753"/>
              <a:gd name="connsiteX64" fmla="*/ 4541612 w 9662615"/>
              <a:gd name="connsiteY64" fmla="*/ 1545262 h 1603753"/>
              <a:gd name="connsiteX65" fmla="*/ 4422155 w 9662615"/>
              <a:gd name="connsiteY65" fmla="*/ 1542059 h 1603753"/>
              <a:gd name="connsiteX66" fmla="*/ 4221826 w 9662615"/>
              <a:gd name="connsiteY66" fmla="*/ 1508923 h 1603753"/>
              <a:gd name="connsiteX67" fmla="*/ 4096601 w 9662615"/>
              <a:gd name="connsiteY67" fmla="*/ 1521563 h 1603753"/>
              <a:gd name="connsiteX68" fmla="*/ 3970635 w 9662615"/>
              <a:gd name="connsiteY68" fmla="*/ 1544815 h 1603753"/>
              <a:gd name="connsiteX69" fmla="*/ 3833906 w 9662615"/>
              <a:gd name="connsiteY69" fmla="*/ 1516637 h 1603753"/>
              <a:gd name="connsiteX70" fmla="*/ 3696258 w 9662615"/>
              <a:gd name="connsiteY70" fmla="*/ 1537563 h 1603753"/>
              <a:gd name="connsiteX71" fmla="*/ 3594070 w 9662615"/>
              <a:gd name="connsiteY71" fmla="*/ 1509422 h 1603753"/>
              <a:gd name="connsiteX72" fmla="*/ 3565233 w 9662615"/>
              <a:gd name="connsiteY72" fmla="*/ 1515122 h 1603753"/>
              <a:gd name="connsiteX73" fmla="*/ 3560267 w 9662615"/>
              <a:gd name="connsiteY73" fmla="*/ 1516288 h 1603753"/>
              <a:gd name="connsiteX74" fmla="*/ 3540258 w 9662615"/>
              <a:gd name="connsiteY74" fmla="*/ 1516976 h 1603753"/>
              <a:gd name="connsiteX75" fmla="*/ 3534780 w 9662615"/>
              <a:gd name="connsiteY75" fmla="*/ 1522141 h 1603753"/>
              <a:gd name="connsiteX76" fmla="*/ 3504783 w 9662615"/>
              <a:gd name="connsiteY76" fmla="*/ 1526739 h 1603753"/>
              <a:gd name="connsiteX77" fmla="*/ 3430805 w 9662615"/>
              <a:gd name="connsiteY77" fmla="*/ 1542521 h 1603753"/>
              <a:gd name="connsiteX78" fmla="*/ 3292707 w 9662615"/>
              <a:gd name="connsiteY78" fmla="*/ 1520490 h 1603753"/>
              <a:gd name="connsiteX79" fmla="*/ 3187872 w 9662615"/>
              <a:gd name="connsiteY79" fmla="*/ 1519991 h 1603753"/>
              <a:gd name="connsiteX80" fmla="*/ 3148026 w 9662615"/>
              <a:gd name="connsiteY80" fmla="*/ 1524777 h 1603753"/>
              <a:gd name="connsiteX81" fmla="*/ 3092394 w 9662615"/>
              <a:gd name="connsiteY81" fmla="*/ 1528115 h 1603753"/>
              <a:gd name="connsiteX82" fmla="*/ 2994200 w 9662615"/>
              <a:gd name="connsiteY82" fmla="*/ 1537857 h 1603753"/>
              <a:gd name="connsiteX83" fmla="*/ 2862301 w 9662615"/>
              <a:gd name="connsiteY83" fmla="*/ 1544250 h 1603753"/>
              <a:gd name="connsiteX84" fmla="*/ 2766335 w 9662615"/>
              <a:gd name="connsiteY84" fmla="*/ 1527662 h 1603753"/>
              <a:gd name="connsiteX85" fmla="*/ 2757836 w 9662615"/>
              <a:gd name="connsiteY85" fmla="*/ 1531371 h 1603753"/>
              <a:gd name="connsiteX86" fmla="*/ 2691555 w 9662615"/>
              <a:gd name="connsiteY86" fmla="*/ 1530283 h 1603753"/>
              <a:gd name="connsiteX87" fmla="*/ 2491676 w 9662615"/>
              <a:gd name="connsiteY87" fmla="*/ 1500859 h 1603753"/>
              <a:gd name="connsiteX88" fmla="*/ 2378036 w 9662615"/>
              <a:gd name="connsiteY88" fmla="*/ 1520645 h 1603753"/>
              <a:gd name="connsiteX89" fmla="*/ 2284269 w 9662615"/>
              <a:gd name="connsiteY89" fmla="*/ 1503068 h 1603753"/>
              <a:gd name="connsiteX90" fmla="*/ 2207104 w 9662615"/>
              <a:gd name="connsiteY90" fmla="*/ 1508888 h 1603753"/>
              <a:gd name="connsiteX91" fmla="*/ 2149226 w 9662615"/>
              <a:gd name="connsiteY91" fmla="*/ 1523409 h 1603753"/>
              <a:gd name="connsiteX92" fmla="*/ 2084783 w 9662615"/>
              <a:gd name="connsiteY92" fmla="*/ 1524245 h 1603753"/>
              <a:gd name="connsiteX93" fmla="*/ 2070075 w 9662615"/>
              <a:gd name="connsiteY93" fmla="*/ 1511285 h 1603753"/>
              <a:gd name="connsiteX94" fmla="*/ 2001057 w 9662615"/>
              <a:gd name="connsiteY94" fmla="*/ 1516449 h 1603753"/>
              <a:gd name="connsiteX95" fmla="*/ 1896330 w 9662615"/>
              <a:gd name="connsiteY95" fmla="*/ 1525725 h 1603753"/>
              <a:gd name="connsiteX96" fmla="*/ 1835994 w 9662615"/>
              <a:gd name="connsiteY96" fmla="*/ 1527678 h 1603753"/>
              <a:gd name="connsiteX97" fmla="*/ 1671119 w 9662615"/>
              <a:gd name="connsiteY97" fmla="*/ 1536701 h 1603753"/>
              <a:gd name="connsiteX98" fmla="*/ 1601337 w 9662615"/>
              <a:gd name="connsiteY98" fmla="*/ 1548552 h 1603753"/>
              <a:gd name="connsiteX99" fmla="*/ 1407755 w 9662615"/>
              <a:gd name="connsiteY99" fmla="*/ 1571444 h 1603753"/>
              <a:gd name="connsiteX100" fmla="*/ 1271994 w 9662615"/>
              <a:gd name="connsiteY100" fmla="*/ 1579471 h 1603753"/>
              <a:gd name="connsiteX101" fmla="*/ 1249226 w 9662615"/>
              <a:gd name="connsiteY101" fmla="*/ 1583140 h 1603753"/>
              <a:gd name="connsiteX102" fmla="*/ 1217719 w 9662615"/>
              <a:gd name="connsiteY102" fmla="*/ 1580863 h 1603753"/>
              <a:gd name="connsiteX103" fmla="*/ 1091432 w 9662615"/>
              <a:gd name="connsiteY103" fmla="*/ 1571003 h 1603753"/>
              <a:gd name="connsiteX104" fmla="*/ 992039 w 9662615"/>
              <a:gd name="connsiteY104" fmla="*/ 1556662 h 1603753"/>
              <a:gd name="connsiteX105" fmla="*/ 868264 w 9662615"/>
              <a:gd name="connsiteY105" fmla="*/ 1566392 h 1603753"/>
              <a:gd name="connsiteX106" fmla="*/ 792765 w 9662615"/>
              <a:gd name="connsiteY106" fmla="*/ 1563102 h 1603753"/>
              <a:gd name="connsiteX107" fmla="*/ 669055 w 9662615"/>
              <a:gd name="connsiteY107" fmla="*/ 1543638 h 1603753"/>
              <a:gd name="connsiteX108" fmla="*/ 506152 w 9662615"/>
              <a:gd name="connsiteY108" fmla="*/ 1549124 h 1603753"/>
              <a:gd name="connsiteX109" fmla="*/ 472797 w 9662615"/>
              <a:gd name="connsiteY109" fmla="*/ 1568904 h 1603753"/>
              <a:gd name="connsiteX110" fmla="*/ 427864 w 9662615"/>
              <a:gd name="connsiteY110" fmla="*/ 1580848 h 1603753"/>
              <a:gd name="connsiteX111" fmla="*/ 408381 w 9662615"/>
              <a:gd name="connsiteY111" fmla="*/ 1552940 h 1603753"/>
              <a:gd name="connsiteX112" fmla="*/ 267163 w 9662615"/>
              <a:gd name="connsiteY112" fmla="*/ 1531913 h 1603753"/>
              <a:gd name="connsiteX113" fmla="*/ 196644 w 9662615"/>
              <a:gd name="connsiteY113" fmla="*/ 1524565 h 1603753"/>
              <a:gd name="connsiteX114" fmla="*/ 86819 w 9662615"/>
              <a:gd name="connsiteY114" fmla="*/ 1519517 h 1603753"/>
              <a:gd name="connsiteX115" fmla="*/ 53369 w 9662615"/>
              <a:gd name="connsiteY115" fmla="*/ 1516853 h 1603753"/>
              <a:gd name="connsiteX116" fmla="*/ 2359 w 9662615"/>
              <a:gd name="connsiteY116" fmla="*/ 1515247 h 1603753"/>
              <a:gd name="connsiteX117" fmla="*/ 0 w 9662615"/>
              <a:gd name="connsiteY117" fmla="*/ 1514932 h 1603753"/>
              <a:gd name="connsiteX118" fmla="*/ 0 w 9662615"/>
              <a:gd name="connsiteY118" fmla="*/ 0 h 1603753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62664 w 9662615"/>
              <a:gd name="connsiteY62" fmla="*/ 1573162 h 1583140"/>
              <a:gd name="connsiteX63" fmla="*/ 4603028 w 9662615"/>
              <a:gd name="connsiteY63" fmla="*/ 1568821 h 1583140"/>
              <a:gd name="connsiteX64" fmla="*/ 4541612 w 9662615"/>
              <a:gd name="connsiteY64" fmla="*/ 1545262 h 1583140"/>
              <a:gd name="connsiteX65" fmla="*/ 4422155 w 9662615"/>
              <a:gd name="connsiteY65" fmla="*/ 1542059 h 1583140"/>
              <a:gd name="connsiteX66" fmla="*/ 4221826 w 9662615"/>
              <a:gd name="connsiteY66" fmla="*/ 1508923 h 1583140"/>
              <a:gd name="connsiteX67" fmla="*/ 4096601 w 9662615"/>
              <a:gd name="connsiteY67" fmla="*/ 1521563 h 1583140"/>
              <a:gd name="connsiteX68" fmla="*/ 3970635 w 9662615"/>
              <a:gd name="connsiteY68" fmla="*/ 1544815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62664 w 9662615"/>
              <a:gd name="connsiteY62" fmla="*/ 1573162 h 1583140"/>
              <a:gd name="connsiteX63" fmla="*/ 4603028 w 9662615"/>
              <a:gd name="connsiteY63" fmla="*/ 1568821 h 1583140"/>
              <a:gd name="connsiteX64" fmla="*/ 4541612 w 9662615"/>
              <a:gd name="connsiteY64" fmla="*/ 1545262 h 1583140"/>
              <a:gd name="connsiteX65" fmla="*/ 4382398 w 9662615"/>
              <a:gd name="connsiteY65" fmla="*/ 1534108 h 1583140"/>
              <a:gd name="connsiteX66" fmla="*/ 4221826 w 9662615"/>
              <a:gd name="connsiteY66" fmla="*/ 1508923 h 1583140"/>
              <a:gd name="connsiteX67" fmla="*/ 4096601 w 9662615"/>
              <a:gd name="connsiteY67" fmla="*/ 1521563 h 1583140"/>
              <a:gd name="connsiteX68" fmla="*/ 3970635 w 9662615"/>
              <a:gd name="connsiteY68" fmla="*/ 1544815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62664 w 9662615"/>
              <a:gd name="connsiteY62" fmla="*/ 1573162 h 1583140"/>
              <a:gd name="connsiteX63" fmla="*/ 4603028 w 9662615"/>
              <a:gd name="connsiteY63" fmla="*/ 1568821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8923 h 1583140"/>
              <a:gd name="connsiteX67" fmla="*/ 4096601 w 9662615"/>
              <a:gd name="connsiteY67" fmla="*/ 1521563 h 1583140"/>
              <a:gd name="connsiteX68" fmla="*/ 3970635 w 9662615"/>
              <a:gd name="connsiteY68" fmla="*/ 1544815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62664 w 9662615"/>
              <a:gd name="connsiteY62" fmla="*/ 1573162 h 1583140"/>
              <a:gd name="connsiteX63" fmla="*/ 4603028 w 9662615"/>
              <a:gd name="connsiteY63" fmla="*/ 1568821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8923 h 1583140"/>
              <a:gd name="connsiteX67" fmla="*/ 4096601 w 9662615"/>
              <a:gd name="connsiteY67" fmla="*/ 1521563 h 1583140"/>
              <a:gd name="connsiteX68" fmla="*/ 3970635 w 9662615"/>
              <a:gd name="connsiteY68" fmla="*/ 1544815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62664 w 9662615"/>
              <a:gd name="connsiteY62" fmla="*/ 1573162 h 1583140"/>
              <a:gd name="connsiteX63" fmla="*/ 4595077 w 9662615"/>
              <a:gd name="connsiteY63" fmla="*/ 1552918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8923 h 1583140"/>
              <a:gd name="connsiteX67" fmla="*/ 4096601 w 9662615"/>
              <a:gd name="connsiteY67" fmla="*/ 1521563 h 1583140"/>
              <a:gd name="connsiteX68" fmla="*/ 3970635 w 9662615"/>
              <a:gd name="connsiteY68" fmla="*/ 1544815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62664 w 9662615"/>
              <a:gd name="connsiteY62" fmla="*/ 1573162 h 1583140"/>
              <a:gd name="connsiteX63" fmla="*/ 4595077 w 9662615"/>
              <a:gd name="connsiteY63" fmla="*/ 1552918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8923 h 1583140"/>
              <a:gd name="connsiteX67" fmla="*/ 4096601 w 9662615"/>
              <a:gd name="connsiteY67" fmla="*/ 1521563 h 1583140"/>
              <a:gd name="connsiteX68" fmla="*/ 3970635 w 9662615"/>
              <a:gd name="connsiteY68" fmla="*/ 1544815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62664 w 9662615"/>
              <a:gd name="connsiteY62" fmla="*/ 1573162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8923 h 1583140"/>
              <a:gd name="connsiteX67" fmla="*/ 4096601 w 9662615"/>
              <a:gd name="connsiteY67" fmla="*/ 1521563 h 1583140"/>
              <a:gd name="connsiteX68" fmla="*/ 3970635 w 9662615"/>
              <a:gd name="connsiteY68" fmla="*/ 1544815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8923 h 1583140"/>
              <a:gd name="connsiteX67" fmla="*/ 4096601 w 9662615"/>
              <a:gd name="connsiteY67" fmla="*/ 1521563 h 1583140"/>
              <a:gd name="connsiteX68" fmla="*/ 3970635 w 9662615"/>
              <a:gd name="connsiteY68" fmla="*/ 1544815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3970635 w 9662615"/>
              <a:gd name="connsiteY68" fmla="*/ 1544815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3970635 w 9662615"/>
              <a:gd name="connsiteY68" fmla="*/ 1544815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3970635 w 9662615"/>
              <a:gd name="connsiteY68" fmla="*/ 1544815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3966659 w 9662615"/>
              <a:gd name="connsiteY68" fmla="*/ 1528913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96499"/>
              <a:gd name="connsiteX1" fmla="*/ 9662615 w 9662615"/>
              <a:gd name="connsiteY1" fmla="*/ 0 h 1596499"/>
              <a:gd name="connsiteX2" fmla="*/ 9662615 w 9662615"/>
              <a:gd name="connsiteY2" fmla="*/ 1280346 h 1596499"/>
              <a:gd name="connsiteX3" fmla="*/ 9658420 w 9662615"/>
              <a:gd name="connsiteY3" fmla="*/ 1280106 h 1596499"/>
              <a:gd name="connsiteX4" fmla="*/ 9469546 w 9662615"/>
              <a:gd name="connsiteY4" fmla="*/ 1289837 h 1596499"/>
              <a:gd name="connsiteX5" fmla="*/ 9385895 w 9662615"/>
              <a:gd name="connsiteY5" fmla="*/ 1269203 h 1596499"/>
              <a:gd name="connsiteX6" fmla="*/ 9144767 w 9662615"/>
              <a:gd name="connsiteY6" fmla="*/ 1264120 h 1596499"/>
              <a:gd name="connsiteX7" fmla="*/ 8837252 w 9662615"/>
              <a:gd name="connsiteY7" fmla="*/ 1350515 h 1596499"/>
              <a:gd name="connsiteX8" fmla="*/ 8705466 w 9662615"/>
              <a:gd name="connsiteY8" fmla="*/ 1342419 h 1596499"/>
              <a:gd name="connsiteX9" fmla="*/ 8652221 w 9662615"/>
              <a:gd name="connsiteY9" fmla="*/ 1326906 h 1596499"/>
              <a:gd name="connsiteX10" fmla="*/ 8632312 w 9662615"/>
              <a:gd name="connsiteY10" fmla="*/ 1326025 h 1596499"/>
              <a:gd name="connsiteX11" fmla="*/ 8591582 w 9662615"/>
              <a:gd name="connsiteY11" fmla="*/ 1341666 h 1596499"/>
              <a:gd name="connsiteX12" fmla="*/ 8537336 w 9662615"/>
              <a:gd name="connsiteY12" fmla="*/ 1341684 h 1596499"/>
              <a:gd name="connsiteX13" fmla="*/ 8472508 w 9662615"/>
              <a:gd name="connsiteY13" fmla="*/ 1363109 h 1596499"/>
              <a:gd name="connsiteX14" fmla="*/ 8258477 w 9662615"/>
              <a:gd name="connsiteY14" fmla="*/ 1370666 h 1596499"/>
              <a:gd name="connsiteX15" fmla="*/ 8197961 w 9662615"/>
              <a:gd name="connsiteY15" fmla="*/ 1392804 h 1596499"/>
              <a:gd name="connsiteX16" fmla="*/ 8171196 w 9662615"/>
              <a:gd name="connsiteY16" fmla="*/ 1397216 h 1596499"/>
              <a:gd name="connsiteX17" fmla="*/ 8127667 w 9662615"/>
              <a:gd name="connsiteY17" fmla="*/ 1418254 h 1596499"/>
              <a:gd name="connsiteX18" fmla="*/ 7974579 w 9662615"/>
              <a:gd name="connsiteY18" fmla="*/ 1383439 h 1596499"/>
              <a:gd name="connsiteX19" fmla="*/ 7768351 w 9662615"/>
              <a:gd name="connsiteY19" fmla="*/ 1395051 h 1596499"/>
              <a:gd name="connsiteX20" fmla="*/ 7635985 w 9662615"/>
              <a:gd name="connsiteY20" fmla="*/ 1386363 h 1596499"/>
              <a:gd name="connsiteX21" fmla="*/ 7466069 w 9662615"/>
              <a:gd name="connsiteY21" fmla="*/ 1377654 h 1596499"/>
              <a:gd name="connsiteX22" fmla="*/ 7355642 w 9662615"/>
              <a:gd name="connsiteY22" fmla="*/ 1407761 h 1596499"/>
              <a:gd name="connsiteX23" fmla="*/ 7151610 w 9662615"/>
              <a:gd name="connsiteY23" fmla="*/ 1397856 h 1596499"/>
              <a:gd name="connsiteX24" fmla="*/ 7082147 w 9662615"/>
              <a:gd name="connsiteY24" fmla="*/ 1406113 h 1596499"/>
              <a:gd name="connsiteX25" fmla="*/ 7014958 w 9662615"/>
              <a:gd name="connsiteY25" fmla="*/ 1396883 h 1596499"/>
              <a:gd name="connsiteX26" fmla="*/ 6907567 w 9662615"/>
              <a:gd name="connsiteY26" fmla="*/ 1419149 h 1596499"/>
              <a:gd name="connsiteX27" fmla="*/ 6748428 w 9662615"/>
              <a:gd name="connsiteY27" fmla="*/ 1420308 h 1596499"/>
              <a:gd name="connsiteX28" fmla="*/ 6654257 w 9662615"/>
              <a:gd name="connsiteY28" fmla="*/ 1424143 h 1596499"/>
              <a:gd name="connsiteX29" fmla="*/ 6620123 w 9662615"/>
              <a:gd name="connsiteY29" fmla="*/ 1430535 h 1596499"/>
              <a:gd name="connsiteX30" fmla="*/ 6571355 w 9662615"/>
              <a:gd name="connsiteY30" fmla="*/ 1436144 h 1596499"/>
              <a:gd name="connsiteX31" fmla="*/ 6486557 w 9662615"/>
              <a:gd name="connsiteY31" fmla="*/ 1449861 h 1596499"/>
              <a:gd name="connsiteX32" fmla="*/ 6370419 w 9662615"/>
              <a:gd name="connsiteY32" fmla="*/ 1461649 h 1596499"/>
              <a:gd name="connsiteX33" fmla="*/ 6278839 w 9662615"/>
              <a:gd name="connsiteY33" fmla="*/ 1449160 h 1596499"/>
              <a:gd name="connsiteX34" fmla="*/ 6272455 w 9662615"/>
              <a:gd name="connsiteY34" fmla="*/ 1453191 h 1596499"/>
              <a:gd name="connsiteX35" fmla="*/ 6212659 w 9662615"/>
              <a:gd name="connsiteY35" fmla="*/ 1454850 h 1596499"/>
              <a:gd name="connsiteX36" fmla="*/ 6069317 w 9662615"/>
              <a:gd name="connsiteY36" fmla="*/ 1445838 h 1596499"/>
              <a:gd name="connsiteX37" fmla="*/ 5878477 w 9662615"/>
              <a:gd name="connsiteY37" fmla="*/ 1439180 h 1596499"/>
              <a:gd name="connsiteX38" fmla="*/ 5838387 w 9662615"/>
              <a:gd name="connsiteY38" fmla="*/ 1444679 h 1596499"/>
              <a:gd name="connsiteX39" fmla="*/ 5771136 w 9662615"/>
              <a:gd name="connsiteY39" fmla="*/ 1453639 h 1596499"/>
              <a:gd name="connsiteX40" fmla="*/ 5724081 w 9662615"/>
              <a:gd name="connsiteY40" fmla="*/ 1470431 h 1596499"/>
              <a:gd name="connsiteX41" fmla="*/ 5666577 w 9662615"/>
              <a:gd name="connsiteY41" fmla="*/ 1473921 h 1596499"/>
              <a:gd name="connsiteX42" fmla="*/ 5649068 w 9662615"/>
              <a:gd name="connsiteY42" fmla="*/ 1461676 h 1596499"/>
              <a:gd name="connsiteX43" fmla="*/ 5588902 w 9662615"/>
              <a:gd name="connsiteY43" fmla="*/ 1469647 h 1596499"/>
              <a:gd name="connsiteX44" fmla="*/ 5498090 w 9662615"/>
              <a:gd name="connsiteY44" fmla="*/ 1483173 h 1596499"/>
              <a:gd name="connsiteX45" fmla="*/ 5444641 w 9662615"/>
              <a:gd name="connsiteY45" fmla="*/ 1487602 h 1596499"/>
              <a:gd name="connsiteX46" fmla="*/ 5299812 w 9662615"/>
              <a:gd name="connsiteY46" fmla="*/ 1503362 h 1596499"/>
              <a:gd name="connsiteX47" fmla="*/ 5213947 w 9662615"/>
              <a:gd name="connsiteY47" fmla="*/ 1516637 h 1596499"/>
              <a:gd name="connsiteX48" fmla="*/ 5090342 w 9662615"/>
              <a:gd name="connsiteY48" fmla="*/ 1546680 h 1596499"/>
              <a:gd name="connsiteX49" fmla="*/ 5129812 w 9662615"/>
              <a:gd name="connsiteY49" fmla="*/ 1521277 h 1596499"/>
              <a:gd name="connsiteX50" fmla="*/ 5059484 w 9662615"/>
              <a:gd name="connsiteY50" fmla="*/ 1546802 h 1596499"/>
              <a:gd name="connsiteX51" fmla="*/ 5038524 w 9662615"/>
              <a:gd name="connsiteY51" fmla="*/ 1545675 h 1596499"/>
              <a:gd name="connsiteX52" fmla="*/ 5026564 w 9662615"/>
              <a:gd name="connsiteY52" fmla="*/ 1545376 h 1596499"/>
              <a:gd name="connsiteX53" fmla="*/ 4969433 w 9662615"/>
              <a:gd name="connsiteY53" fmla="*/ 1550865 h 1596499"/>
              <a:gd name="connsiteX54" fmla="*/ 4929254 w 9662615"/>
              <a:gd name="connsiteY54" fmla="*/ 1563452 h 1596499"/>
              <a:gd name="connsiteX55" fmla="*/ 4871726 w 9662615"/>
              <a:gd name="connsiteY55" fmla="*/ 1570584 h 1596499"/>
              <a:gd name="connsiteX56" fmla="*/ 4843267 w 9662615"/>
              <a:gd name="connsiteY56" fmla="*/ 1561459 h 1596499"/>
              <a:gd name="connsiteX57" fmla="*/ 4821058 w 9662615"/>
              <a:gd name="connsiteY57" fmla="*/ 1553078 h 1596499"/>
              <a:gd name="connsiteX58" fmla="*/ 4791466 w 9662615"/>
              <a:gd name="connsiteY58" fmla="*/ 1561324 h 1596499"/>
              <a:gd name="connsiteX59" fmla="*/ 4784247 w 9662615"/>
              <a:gd name="connsiteY59" fmla="*/ 1562342 h 1596499"/>
              <a:gd name="connsiteX60" fmla="*/ 4739309 w 9662615"/>
              <a:gd name="connsiteY60" fmla="*/ 1553948 h 1596499"/>
              <a:gd name="connsiteX61" fmla="*/ 4697562 w 9662615"/>
              <a:gd name="connsiteY61" fmla="*/ 1551206 h 1596499"/>
              <a:gd name="connsiteX62" fmla="*/ 4650737 w 9662615"/>
              <a:gd name="connsiteY62" fmla="*/ 1537381 h 1596499"/>
              <a:gd name="connsiteX63" fmla="*/ 4583150 w 9662615"/>
              <a:gd name="connsiteY63" fmla="*/ 1529064 h 1596499"/>
              <a:gd name="connsiteX64" fmla="*/ 4521734 w 9662615"/>
              <a:gd name="connsiteY64" fmla="*/ 1529359 h 1596499"/>
              <a:gd name="connsiteX65" fmla="*/ 4382398 w 9662615"/>
              <a:gd name="connsiteY65" fmla="*/ 1534108 h 1596499"/>
              <a:gd name="connsiteX66" fmla="*/ 4221826 w 9662615"/>
              <a:gd name="connsiteY66" fmla="*/ 1500972 h 1596499"/>
              <a:gd name="connsiteX67" fmla="*/ 4096601 w 9662615"/>
              <a:gd name="connsiteY67" fmla="*/ 1521563 h 1596499"/>
              <a:gd name="connsiteX68" fmla="*/ 3978586 w 9662615"/>
              <a:gd name="connsiteY68" fmla="*/ 1596499 h 1596499"/>
              <a:gd name="connsiteX69" fmla="*/ 3833906 w 9662615"/>
              <a:gd name="connsiteY69" fmla="*/ 1516637 h 1596499"/>
              <a:gd name="connsiteX70" fmla="*/ 3696258 w 9662615"/>
              <a:gd name="connsiteY70" fmla="*/ 1537563 h 1596499"/>
              <a:gd name="connsiteX71" fmla="*/ 3594070 w 9662615"/>
              <a:gd name="connsiteY71" fmla="*/ 1509422 h 1596499"/>
              <a:gd name="connsiteX72" fmla="*/ 3565233 w 9662615"/>
              <a:gd name="connsiteY72" fmla="*/ 1515122 h 1596499"/>
              <a:gd name="connsiteX73" fmla="*/ 3560267 w 9662615"/>
              <a:gd name="connsiteY73" fmla="*/ 1516288 h 1596499"/>
              <a:gd name="connsiteX74" fmla="*/ 3540258 w 9662615"/>
              <a:gd name="connsiteY74" fmla="*/ 1516976 h 1596499"/>
              <a:gd name="connsiteX75" fmla="*/ 3534780 w 9662615"/>
              <a:gd name="connsiteY75" fmla="*/ 1522141 h 1596499"/>
              <a:gd name="connsiteX76" fmla="*/ 3504783 w 9662615"/>
              <a:gd name="connsiteY76" fmla="*/ 1526739 h 1596499"/>
              <a:gd name="connsiteX77" fmla="*/ 3430805 w 9662615"/>
              <a:gd name="connsiteY77" fmla="*/ 1542521 h 1596499"/>
              <a:gd name="connsiteX78" fmla="*/ 3292707 w 9662615"/>
              <a:gd name="connsiteY78" fmla="*/ 1520490 h 1596499"/>
              <a:gd name="connsiteX79" fmla="*/ 3187872 w 9662615"/>
              <a:gd name="connsiteY79" fmla="*/ 1519991 h 1596499"/>
              <a:gd name="connsiteX80" fmla="*/ 3148026 w 9662615"/>
              <a:gd name="connsiteY80" fmla="*/ 1524777 h 1596499"/>
              <a:gd name="connsiteX81" fmla="*/ 3092394 w 9662615"/>
              <a:gd name="connsiteY81" fmla="*/ 1528115 h 1596499"/>
              <a:gd name="connsiteX82" fmla="*/ 2994200 w 9662615"/>
              <a:gd name="connsiteY82" fmla="*/ 1537857 h 1596499"/>
              <a:gd name="connsiteX83" fmla="*/ 2862301 w 9662615"/>
              <a:gd name="connsiteY83" fmla="*/ 1544250 h 1596499"/>
              <a:gd name="connsiteX84" fmla="*/ 2766335 w 9662615"/>
              <a:gd name="connsiteY84" fmla="*/ 1527662 h 1596499"/>
              <a:gd name="connsiteX85" fmla="*/ 2757836 w 9662615"/>
              <a:gd name="connsiteY85" fmla="*/ 1531371 h 1596499"/>
              <a:gd name="connsiteX86" fmla="*/ 2691555 w 9662615"/>
              <a:gd name="connsiteY86" fmla="*/ 1530283 h 1596499"/>
              <a:gd name="connsiteX87" fmla="*/ 2491676 w 9662615"/>
              <a:gd name="connsiteY87" fmla="*/ 1500859 h 1596499"/>
              <a:gd name="connsiteX88" fmla="*/ 2378036 w 9662615"/>
              <a:gd name="connsiteY88" fmla="*/ 1520645 h 1596499"/>
              <a:gd name="connsiteX89" fmla="*/ 2284269 w 9662615"/>
              <a:gd name="connsiteY89" fmla="*/ 1503068 h 1596499"/>
              <a:gd name="connsiteX90" fmla="*/ 2207104 w 9662615"/>
              <a:gd name="connsiteY90" fmla="*/ 1508888 h 1596499"/>
              <a:gd name="connsiteX91" fmla="*/ 2149226 w 9662615"/>
              <a:gd name="connsiteY91" fmla="*/ 1523409 h 1596499"/>
              <a:gd name="connsiteX92" fmla="*/ 2084783 w 9662615"/>
              <a:gd name="connsiteY92" fmla="*/ 1524245 h 1596499"/>
              <a:gd name="connsiteX93" fmla="*/ 2070075 w 9662615"/>
              <a:gd name="connsiteY93" fmla="*/ 1511285 h 1596499"/>
              <a:gd name="connsiteX94" fmla="*/ 2001057 w 9662615"/>
              <a:gd name="connsiteY94" fmla="*/ 1516449 h 1596499"/>
              <a:gd name="connsiteX95" fmla="*/ 1896330 w 9662615"/>
              <a:gd name="connsiteY95" fmla="*/ 1525725 h 1596499"/>
              <a:gd name="connsiteX96" fmla="*/ 1835994 w 9662615"/>
              <a:gd name="connsiteY96" fmla="*/ 1527678 h 1596499"/>
              <a:gd name="connsiteX97" fmla="*/ 1671119 w 9662615"/>
              <a:gd name="connsiteY97" fmla="*/ 1536701 h 1596499"/>
              <a:gd name="connsiteX98" fmla="*/ 1601337 w 9662615"/>
              <a:gd name="connsiteY98" fmla="*/ 1548552 h 1596499"/>
              <a:gd name="connsiteX99" fmla="*/ 1407755 w 9662615"/>
              <a:gd name="connsiteY99" fmla="*/ 1571444 h 1596499"/>
              <a:gd name="connsiteX100" fmla="*/ 1271994 w 9662615"/>
              <a:gd name="connsiteY100" fmla="*/ 1579471 h 1596499"/>
              <a:gd name="connsiteX101" fmla="*/ 1249226 w 9662615"/>
              <a:gd name="connsiteY101" fmla="*/ 1583140 h 1596499"/>
              <a:gd name="connsiteX102" fmla="*/ 1217719 w 9662615"/>
              <a:gd name="connsiteY102" fmla="*/ 1580863 h 1596499"/>
              <a:gd name="connsiteX103" fmla="*/ 1091432 w 9662615"/>
              <a:gd name="connsiteY103" fmla="*/ 1571003 h 1596499"/>
              <a:gd name="connsiteX104" fmla="*/ 992039 w 9662615"/>
              <a:gd name="connsiteY104" fmla="*/ 1556662 h 1596499"/>
              <a:gd name="connsiteX105" fmla="*/ 868264 w 9662615"/>
              <a:gd name="connsiteY105" fmla="*/ 1566392 h 1596499"/>
              <a:gd name="connsiteX106" fmla="*/ 792765 w 9662615"/>
              <a:gd name="connsiteY106" fmla="*/ 1563102 h 1596499"/>
              <a:gd name="connsiteX107" fmla="*/ 669055 w 9662615"/>
              <a:gd name="connsiteY107" fmla="*/ 1543638 h 1596499"/>
              <a:gd name="connsiteX108" fmla="*/ 506152 w 9662615"/>
              <a:gd name="connsiteY108" fmla="*/ 1549124 h 1596499"/>
              <a:gd name="connsiteX109" fmla="*/ 472797 w 9662615"/>
              <a:gd name="connsiteY109" fmla="*/ 1568904 h 1596499"/>
              <a:gd name="connsiteX110" fmla="*/ 427864 w 9662615"/>
              <a:gd name="connsiteY110" fmla="*/ 1580848 h 1596499"/>
              <a:gd name="connsiteX111" fmla="*/ 408381 w 9662615"/>
              <a:gd name="connsiteY111" fmla="*/ 1552940 h 1596499"/>
              <a:gd name="connsiteX112" fmla="*/ 267163 w 9662615"/>
              <a:gd name="connsiteY112" fmla="*/ 1531913 h 1596499"/>
              <a:gd name="connsiteX113" fmla="*/ 196644 w 9662615"/>
              <a:gd name="connsiteY113" fmla="*/ 1524565 h 1596499"/>
              <a:gd name="connsiteX114" fmla="*/ 86819 w 9662615"/>
              <a:gd name="connsiteY114" fmla="*/ 1519517 h 1596499"/>
              <a:gd name="connsiteX115" fmla="*/ 53369 w 9662615"/>
              <a:gd name="connsiteY115" fmla="*/ 1516853 h 1596499"/>
              <a:gd name="connsiteX116" fmla="*/ 2359 w 9662615"/>
              <a:gd name="connsiteY116" fmla="*/ 1515247 h 1596499"/>
              <a:gd name="connsiteX117" fmla="*/ 0 w 9662615"/>
              <a:gd name="connsiteY117" fmla="*/ 1514932 h 1596499"/>
              <a:gd name="connsiteX118" fmla="*/ 0 w 9662615"/>
              <a:gd name="connsiteY118" fmla="*/ 0 h 1596499"/>
              <a:gd name="connsiteX0" fmla="*/ 0 w 9662615"/>
              <a:gd name="connsiteY0" fmla="*/ 0 h 1600474"/>
              <a:gd name="connsiteX1" fmla="*/ 9662615 w 9662615"/>
              <a:gd name="connsiteY1" fmla="*/ 0 h 1600474"/>
              <a:gd name="connsiteX2" fmla="*/ 9662615 w 9662615"/>
              <a:gd name="connsiteY2" fmla="*/ 1280346 h 1600474"/>
              <a:gd name="connsiteX3" fmla="*/ 9658420 w 9662615"/>
              <a:gd name="connsiteY3" fmla="*/ 1280106 h 1600474"/>
              <a:gd name="connsiteX4" fmla="*/ 9469546 w 9662615"/>
              <a:gd name="connsiteY4" fmla="*/ 1289837 h 1600474"/>
              <a:gd name="connsiteX5" fmla="*/ 9385895 w 9662615"/>
              <a:gd name="connsiteY5" fmla="*/ 1269203 h 1600474"/>
              <a:gd name="connsiteX6" fmla="*/ 9144767 w 9662615"/>
              <a:gd name="connsiteY6" fmla="*/ 1264120 h 1600474"/>
              <a:gd name="connsiteX7" fmla="*/ 8837252 w 9662615"/>
              <a:gd name="connsiteY7" fmla="*/ 1350515 h 1600474"/>
              <a:gd name="connsiteX8" fmla="*/ 8705466 w 9662615"/>
              <a:gd name="connsiteY8" fmla="*/ 1342419 h 1600474"/>
              <a:gd name="connsiteX9" fmla="*/ 8652221 w 9662615"/>
              <a:gd name="connsiteY9" fmla="*/ 1326906 h 1600474"/>
              <a:gd name="connsiteX10" fmla="*/ 8632312 w 9662615"/>
              <a:gd name="connsiteY10" fmla="*/ 1326025 h 1600474"/>
              <a:gd name="connsiteX11" fmla="*/ 8591582 w 9662615"/>
              <a:gd name="connsiteY11" fmla="*/ 1341666 h 1600474"/>
              <a:gd name="connsiteX12" fmla="*/ 8537336 w 9662615"/>
              <a:gd name="connsiteY12" fmla="*/ 1341684 h 1600474"/>
              <a:gd name="connsiteX13" fmla="*/ 8472508 w 9662615"/>
              <a:gd name="connsiteY13" fmla="*/ 1363109 h 1600474"/>
              <a:gd name="connsiteX14" fmla="*/ 8258477 w 9662615"/>
              <a:gd name="connsiteY14" fmla="*/ 1370666 h 1600474"/>
              <a:gd name="connsiteX15" fmla="*/ 8197961 w 9662615"/>
              <a:gd name="connsiteY15" fmla="*/ 1392804 h 1600474"/>
              <a:gd name="connsiteX16" fmla="*/ 8171196 w 9662615"/>
              <a:gd name="connsiteY16" fmla="*/ 1397216 h 1600474"/>
              <a:gd name="connsiteX17" fmla="*/ 8127667 w 9662615"/>
              <a:gd name="connsiteY17" fmla="*/ 1418254 h 1600474"/>
              <a:gd name="connsiteX18" fmla="*/ 7974579 w 9662615"/>
              <a:gd name="connsiteY18" fmla="*/ 1383439 h 1600474"/>
              <a:gd name="connsiteX19" fmla="*/ 7768351 w 9662615"/>
              <a:gd name="connsiteY19" fmla="*/ 1395051 h 1600474"/>
              <a:gd name="connsiteX20" fmla="*/ 7635985 w 9662615"/>
              <a:gd name="connsiteY20" fmla="*/ 1386363 h 1600474"/>
              <a:gd name="connsiteX21" fmla="*/ 7466069 w 9662615"/>
              <a:gd name="connsiteY21" fmla="*/ 1377654 h 1600474"/>
              <a:gd name="connsiteX22" fmla="*/ 7355642 w 9662615"/>
              <a:gd name="connsiteY22" fmla="*/ 1407761 h 1600474"/>
              <a:gd name="connsiteX23" fmla="*/ 7151610 w 9662615"/>
              <a:gd name="connsiteY23" fmla="*/ 1397856 h 1600474"/>
              <a:gd name="connsiteX24" fmla="*/ 7082147 w 9662615"/>
              <a:gd name="connsiteY24" fmla="*/ 1406113 h 1600474"/>
              <a:gd name="connsiteX25" fmla="*/ 7014958 w 9662615"/>
              <a:gd name="connsiteY25" fmla="*/ 1396883 h 1600474"/>
              <a:gd name="connsiteX26" fmla="*/ 6907567 w 9662615"/>
              <a:gd name="connsiteY26" fmla="*/ 1419149 h 1600474"/>
              <a:gd name="connsiteX27" fmla="*/ 6748428 w 9662615"/>
              <a:gd name="connsiteY27" fmla="*/ 1420308 h 1600474"/>
              <a:gd name="connsiteX28" fmla="*/ 6654257 w 9662615"/>
              <a:gd name="connsiteY28" fmla="*/ 1424143 h 1600474"/>
              <a:gd name="connsiteX29" fmla="*/ 6620123 w 9662615"/>
              <a:gd name="connsiteY29" fmla="*/ 1430535 h 1600474"/>
              <a:gd name="connsiteX30" fmla="*/ 6571355 w 9662615"/>
              <a:gd name="connsiteY30" fmla="*/ 1436144 h 1600474"/>
              <a:gd name="connsiteX31" fmla="*/ 6486557 w 9662615"/>
              <a:gd name="connsiteY31" fmla="*/ 1449861 h 1600474"/>
              <a:gd name="connsiteX32" fmla="*/ 6370419 w 9662615"/>
              <a:gd name="connsiteY32" fmla="*/ 1461649 h 1600474"/>
              <a:gd name="connsiteX33" fmla="*/ 6278839 w 9662615"/>
              <a:gd name="connsiteY33" fmla="*/ 1449160 h 1600474"/>
              <a:gd name="connsiteX34" fmla="*/ 6272455 w 9662615"/>
              <a:gd name="connsiteY34" fmla="*/ 1453191 h 1600474"/>
              <a:gd name="connsiteX35" fmla="*/ 6212659 w 9662615"/>
              <a:gd name="connsiteY35" fmla="*/ 1454850 h 1600474"/>
              <a:gd name="connsiteX36" fmla="*/ 6069317 w 9662615"/>
              <a:gd name="connsiteY36" fmla="*/ 1445838 h 1600474"/>
              <a:gd name="connsiteX37" fmla="*/ 5878477 w 9662615"/>
              <a:gd name="connsiteY37" fmla="*/ 1439180 h 1600474"/>
              <a:gd name="connsiteX38" fmla="*/ 5838387 w 9662615"/>
              <a:gd name="connsiteY38" fmla="*/ 1444679 h 1600474"/>
              <a:gd name="connsiteX39" fmla="*/ 5771136 w 9662615"/>
              <a:gd name="connsiteY39" fmla="*/ 1453639 h 1600474"/>
              <a:gd name="connsiteX40" fmla="*/ 5724081 w 9662615"/>
              <a:gd name="connsiteY40" fmla="*/ 1470431 h 1600474"/>
              <a:gd name="connsiteX41" fmla="*/ 5666577 w 9662615"/>
              <a:gd name="connsiteY41" fmla="*/ 1473921 h 1600474"/>
              <a:gd name="connsiteX42" fmla="*/ 5649068 w 9662615"/>
              <a:gd name="connsiteY42" fmla="*/ 1461676 h 1600474"/>
              <a:gd name="connsiteX43" fmla="*/ 5588902 w 9662615"/>
              <a:gd name="connsiteY43" fmla="*/ 1469647 h 1600474"/>
              <a:gd name="connsiteX44" fmla="*/ 5498090 w 9662615"/>
              <a:gd name="connsiteY44" fmla="*/ 1483173 h 1600474"/>
              <a:gd name="connsiteX45" fmla="*/ 5444641 w 9662615"/>
              <a:gd name="connsiteY45" fmla="*/ 1487602 h 1600474"/>
              <a:gd name="connsiteX46" fmla="*/ 5299812 w 9662615"/>
              <a:gd name="connsiteY46" fmla="*/ 1503362 h 1600474"/>
              <a:gd name="connsiteX47" fmla="*/ 5213947 w 9662615"/>
              <a:gd name="connsiteY47" fmla="*/ 1516637 h 1600474"/>
              <a:gd name="connsiteX48" fmla="*/ 5090342 w 9662615"/>
              <a:gd name="connsiteY48" fmla="*/ 1546680 h 1600474"/>
              <a:gd name="connsiteX49" fmla="*/ 5129812 w 9662615"/>
              <a:gd name="connsiteY49" fmla="*/ 1521277 h 1600474"/>
              <a:gd name="connsiteX50" fmla="*/ 5059484 w 9662615"/>
              <a:gd name="connsiteY50" fmla="*/ 1546802 h 1600474"/>
              <a:gd name="connsiteX51" fmla="*/ 5038524 w 9662615"/>
              <a:gd name="connsiteY51" fmla="*/ 1545675 h 1600474"/>
              <a:gd name="connsiteX52" fmla="*/ 5026564 w 9662615"/>
              <a:gd name="connsiteY52" fmla="*/ 1545376 h 1600474"/>
              <a:gd name="connsiteX53" fmla="*/ 4969433 w 9662615"/>
              <a:gd name="connsiteY53" fmla="*/ 1550865 h 1600474"/>
              <a:gd name="connsiteX54" fmla="*/ 4929254 w 9662615"/>
              <a:gd name="connsiteY54" fmla="*/ 1563452 h 1600474"/>
              <a:gd name="connsiteX55" fmla="*/ 4871726 w 9662615"/>
              <a:gd name="connsiteY55" fmla="*/ 1570584 h 1600474"/>
              <a:gd name="connsiteX56" fmla="*/ 4843267 w 9662615"/>
              <a:gd name="connsiteY56" fmla="*/ 1561459 h 1600474"/>
              <a:gd name="connsiteX57" fmla="*/ 4821058 w 9662615"/>
              <a:gd name="connsiteY57" fmla="*/ 1553078 h 1600474"/>
              <a:gd name="connsiteX58" fmla="*/ 4791466 w 9662615"/>
              <a:gd name="connsiteY58" fmla="*/ 1561324 h 1600474"/>
              <a:gd name="connsiteX59" fmla="*/ 4784247 w 9662615"/>
              <a:gd name="connsiteY59" fmla="*/ 1562342 h 1600474"/>
              <a:gd name="connsiteX60" fmla="*/ 4739309 w 9662615"/>
              <a:gd name="connsiteY60" fmla="*/ 1553948 h 1600474"/>
              <a:gd name="connsiteX61" fmla="*/ 4697562 w 9662615"/>
              <a:gd name="connsiteY61" fmla="*/ 1551206 h 1600474"/>
              <a:gd name="connsiteX62" fmla="*/ 4650737 w 9662615"/>
              <a:gd name="connsiteY62" fmla="*/ 1537381 h 1600474"/>
              <a:gd name="connsiteX63" fmla="*/ 4583150 w 9662615"/>
              <a:gd name="connsiteY63" fmla="*/ 1529064 h 1600474"/>
              <a:gd name="connsiteX64" fmla="*/ 4521734 w 9662615"/>
              <a:gd name="connsiteY64" fmla="*/ 1529359 h 1600474"/>
              <a:gd name="connsiteX65" fmla="*/ 4382398 w 9662615"/>
              <a:gd name="connsiteY65" fmla="*/ 1534108 h 1600474"/>
              <a:gd name="connsiteX66" fmla="*/ 4221826 w 9662615"/>
              <a:gd name="connsiteY66" fmla="*/ 1500972 h 1600474"/>
              <a:gd name="connsiteX67" fmla="*/ 4096601 w 9662615"/>
              <a:gd name="connsiteY67" fmla="*/ 1521563 h 1600474"/>
              <a:gd name="connsiteX68" fmla="*/ 4046172 w 9662615"/>
              <a:gd name="connsiteY68" fmla="*/ 1600474 h 1600474"/>
              <a:gd name="connsiteX69" fmla="*/ 3833906 w 9662615"/>
              <a:gd name="connsiteY69" fmla="*/ 1516637 h 1600474"/>
              <a:gd name="connsiteX70" fmla="*/ 3696258 w 9662615"/>
              <a:gd name="connsiteY70" fmla="*/ 1537563 h 1600474"/>
              <a:gd name="connsiteX71" fmla="*/ 3594070 w 9662615"/>
              <a:gd name="connsiteY71" fmla="*/ 1509422 h 1600474"/>
              <a:gd name="connsiteX72" fmla="*/ 3565233 w 9662615"/>
              <a:gd name="connsiteY72" fmla="*/ 1515122 h 1600474"/>
              <a:gd name="connsiteX73" fmla="*/ 3560267 w 9662615"/>
              <a:gd name="connsiteY73" fmla="*/ 1516288 h 1600474"/>
              <a:gd name="connsiteX74" fmla="*/ 3540258 w 9662615"/>
              <a:gd name="connsiteY74" fmla="*/ 1516976 h 1600474"/>
              <a:gd name="connsiteX75" fmla="*/ 3534780 w 9662615"/>
              <a:gd name="connsiteY75" fmla="*/ 1522141 h 1600474"/>
              <a:gd name="connsiteX76" fmla="*/ 3504783 w 9662615"/>
              <a:gd name="connsiteY76" fmla="*/ 1526739 h 1600474"/>
              <a:gd name="connsiteX77" fmla="*/ 3430805 w 9662615"/>
              <a:gd name="connsiteY77" fmla="*/ 1542521 h 1600474"/>
              <a:gd name="connsiteX78" fmla="*/ 3292707 w 9662615"/>
              <a:gd name="connsiteY78" fmla="*/ 1520490 h 1600474"/>
              <a:gd name="connsiteX79" fmla="*/ 3187872 w 9662615"/>
              <a:gd name="connsiteY79" fmla="*/ 1519991 h 1600474"/>
              <a:gd name="connsiteX80" fmla="*/ 3148026 w 9662615"/>
              <a:gd name="connsiteY80" fmla="*/ 1524777 h 1600474"/>
              <a:gd name="connsiteX81" fmla="*/ 3092394 w 9662615"/>
              <a:gd name="connsiteY81" fmla="*/ 1528115 h 1600474"/>
              <a:gd name="connsiteX82" fmla="*/ 2994200 w 9662615"/>
              <a:gd name="connsiteY82" fmla="*/ 1537857 h 1600474"/>
              <a:gd name="connsiteX83" fmla="*/ 2862301 w 9662615"/>
              <a:gd name="connsiteY83" fmla="*/ 1544250 h 1600474"/>
              <a:gd name="connsiteX84" fmla="*/ 2766335 w 9662615"/>
              <a:gd name="connsiteY84" fmla="*/ 1527662 h 1600474"/>
              <a:gd name="connsiteX85" fmla="*/ 2757836 w 9662615"/>
              <a:gd name="connsiteY85" fmla="*/ 1531371 h 1600474"/>
              <a:gd name="connsiteX86" fmla="*/ 2691555 w 9662615"/>
              <a:gd name="connsiteY86" fmla="*/ 1530283 h 1600474"/>
              <a:gd name="connsiteX87" fmla="*/ 2491676 w 9662615"/>
              <a:gd name="connsiteY87" fmla="*/ 1500859 h 1600474"/>
              <a:gd name="connsiteX88" fmla="*/ 2378036 w 9662615"/>
              <a:gd name="connsiteY88" fmla="*/ 1520645 h 1600474"/>
              <a:gd name="connsiteX89" fmla="*/ 2284269 w 9662615"/>
              <a:gd name="connsiteY89" fmla="*/ 1503068 h 1600474"/>
              <a:gd name="connsiteX90" fmla="*/ 2207104 w 9662615"/>
              <a:gd name="connsiteY90" fmla="*/ 1508888 h 1600474"/>
              <a:gd name="connsiteX91" fmla="*/ 2149226 w 9662615"/>
              <a:gd name="connsiteY91" fmla="*/ 1523409 h 1600474"/>
              <a:gd name="connsiteX92" fmla="*/ 2084783 w 9662615"/>
              <a:gd name="connsiteY92" fmla="*/ 1524245 h 1600474"/>
              <a:gd name="connsiteX93" fmla="*/ 2070075 w 9662615"/>
              <a:gd name="connsiteY93" fmla="*/ 1511285 h 1600474"/>
              <a:gd name="connsiteX94" fmla="*/ 2001057 w 9662615"/>
              <a:gd name="connsiteY94" fmla="*/ 1516449 h 1600474"/>
              <a:gd name="connsiteX95" fmla="*/ 1896330 w 9662615"/>
              <a:gd name="connsiteY95" fmla="*/ 1525725 h 1600474"/>
              <a:gd name="connsiteX96" fmla="*/ 1835994 w 9662615"/>
              <a:gd name="connsiteY96" fmla="*/ 1527678 h 1600474"/>
              <a:gd name="connsiteX97" fmla="*/ 1671119 w 9662615"/>
              <a:gd name="connsiteY97" fmla="*/ 1536701 h 1600474"/>
              <a:gd name="connsiteX98" fmla="*/ 1601337 w 9662615"/>
              <a:gd name="connsiteY98" fmla="*/ 1548552 h 1600474"/>
              <a:gd name="connsiteX99" fmla="*/ 1407755 w 9662615"/>
              <a:gd name="connsiteY99" fmla="*/ 1571444 h 1600474"/>
              <a:gd name="connsiteX100" fmla="*/ 1271994 w 9662615"/>
              <a:gd name="connsiteY100" fmla="*/ 1579471 h 1600474"/>
              <a:gd name="connsiteX101" fmla="*/ 1249226 w 9662615"/>
              <a:gd name="connsiteY101" fmla="*/ 1583140 h 1600474"/>
              <a:gd name="connsiteX102" fmla="*/ 1217719 w 9662615"/>
              <a:gd name="connsiteY102" fmla="*/ 1580863 h 1600474"/>
              <a:gd name="connsiteX103" fmla="*/ 1091432 w 9662615"/>
              <a:gd name="connsiteY103" fmla="*/ 1571003 h 1600474"/>
              <a:gd name="connsiteX104" fmla="*/ 992039 w 9662615"/>
              <a:gd name="connsiteY104" fmla="*/ 1556662 h 1600474"/>
              <a:gd name="connsiteX105" fmla="*/ 868264 w 9662615"/>
              <a:gd name="connsiteY105" fmla="*/ 1566392 h 1600474"/>
              <a:gd name="connsiteX106" fmla="*/ 792765 w 9662615"/>
              <a:gd name="connsiteY106" fmla="*/ 1563102 h 1600474"/>
              <a:gd name="connsiteX107" fmla="*/ 669055 w 9662615"/>
              <a:gd name="connsiteY107" fmla="*/ 1543638 h 1600474"/>
              <a:gd name="connsiteX108" fmla="*/ 506152 w 9662615"/>
              <a:gd name="connsiteY108" fmla="*/ 1549124 h 1600474"/>
              <a:gd name="connsiteX109" fmla="*/ 472797 w 9662615"/>
              <a:gd name="connsiteY109" fmla="*/ 1568904 h 1600474"/>
              <a:gd name="connsiteX110" fmla="*/ 427864 w 9662615"/>
              <a:gd name="connsiteY110" fmla="*/ 1580848 h 1600474"/>
              <a:gd name="connsiteX111" fmla="*/ 408381 w 9662615"/>
              <a:gd name="connsiteY111" fmla="*/ 1552940 h 1600474"/>
              <a:gd name="connsiteX112" fmla="*/ 267163 w 9662615"/>
              <a:gd name="connsiteY112" fmla="*/ 1531913 h 1600474"/>
              <a:gd name="connsiteX113" fmla="*/ 196644 w 9662615"/>
              <a:gd name="connsiteY113" fmla="*/ 1524565 h 1600474"/>
              <a:gd name="connsiteX114" fmla="*/ 86819 w 9662615"/>
              <a:gd name="connsiteY114" fmla="*/ 1519517 h 1600474"/>
              <a:gd name="connsiteX115" fmla="*/ 53369 w 9662615"/>
              <a:gd name="connsiteY115" fmla="*/ 1516853 h 1600474"/>
              <a:gd name="connsiteX116" fmla="*/ 2359 w 9662615"/>
              <a:gd name="connsiteY116" fmla="*/ 1515247 h 1600474"/>
              <a:gd name="connsiteX117" fmla="*/ 0 w 9662615"/>
              <a:gd name="connsiteY117" fmla="*/ 1514932 h 1600474"/>
              <a:gd name="connsiteX118" fmla="*/ 0 w 9662615"/>
              <a:gd name="connsiteY118" fmla="*/ 0 h 1600474"/>
              <a:gd name="connsiteX0" fmla="*/ 0 w 9662615"/>
              <a:gd name="connsiteY0" fmla="*/ 0 h 1679987"/>
              <a:gd name="connsiteX1" fmla="*/ 9662615 w 9662615"/>
              <a:gd name="connsiteY1" fmla="*/ 0 h 1679987"/>
              <a:gd name="connsiteX2" fmla="*/ 9662615 w 9662615"/>
              <a:gd name="connsiteY2" fmla="*/ 1280346 h 1679987"/>
              <a:gd name="connsiteX3" fmla="*/ 9658420 w 9662615"/>
              <a:gd name="connsiteY3" fmla="*/ 1280106 h 1679987"/>
              <a:gd name="connsiteX4" fmla="*/ 9469546 w 9662615"/>
              <a:gd name="connsiteY4" fmla="*/ 1289837 h 1679987"/>
              <a:gd name="connsiteX5" fmla="*/ 9385895 w 9662615"/>
              <a:gd name="connsiteY5" fmla="*/ 1269203 h 1679987"/>
              <a:gd name="connsiteX6" fmla="*/ 9144767 w 9662615"/>
              <a:gd name="connsiteY6" fmla="*/ 1264120 h 1679987"/>
              <a:gd name="connsiteX7" fmla="*/ 8837252 w 9662615"/>
              <a:gd name="connsiteY7" fmla="*/ 1350515 h 1679987"/>
              <a:gd name="connsiteX8" fmla="*/ 8705466 w 9662615"/>
              <a:gd name="connsiteY8" fmla="*/ 1342419 h 1679987"/>
              <a:gd name="connsiteX9" fmla="*/ 8652221 w 9662615"/>
              <a:gd name="connsiteY9" fmla="*/ 1326906 h 1679987"/>
              <a:gd name="connsiteX10" fmla="*/ 8632312 w 9662615"/>
              <a:gd name="connsiteY10" fmla="*/ 1326025 h 1679987"/>
              <a:gd name="connsiteX11" fmla="*/ 8591582 w 9662615"/>
              <a:gd name="connsiteY11" fmla="*/ 1341666 h 1679987"/>
              <a:gd name="connsiteX12" fmla="*/ 8537336 w 9662615"/>
              <a:gd name="connsiteY12" fmla="*/ 1341684 h 1679987"/>
              <a:gd name="connsiteX13" fmla="*/ 8472508 w 9662615"/>
              <a:gd name="connsiteY13" fmla="*/ 1363109 h 1679987"/>
              <a:gd name="connsiteX14" fmla="*/ 8258477 w 9662615"/>
              <a:gd name="connsiteY14" fmla="*/ 1370666 h 1679987"/>
              <a:gd name="connsiteX15" fmla="*/ 8197961 w 9662615"/>
              <a:gd name="connsiteY15" fmla="*/ 1392804 h 1679987"/>
              <a:gd name="connsiteX16" fmla="*/ 8171196 w 9662615"/>
              <a:gd name="connsiteY16" fmla="*/ 1397216 h 1679987"/>
              <a:gd name="connsiteX17" fmla="*/ 8127667 w 9662615"/>
              <a:gd name="connsiteY17" fmla="*/ 1418254 h 1679987"/>
              <a:gd name="connsiteX18" fmla="*/ 7974579 w 9662615"/>
              <a:gd name="connsiteY18" fmla="*/ 1383439 h 1679987"/>
              <a:gd name="connsiteX19" fmla="*/ 7768351 w 9662615"/>
              <a:gd name="connsiteY19" fmla="*/ 1395051 h 1679987"/>
              <a:gd name="connsiteX20" fmla="*/ 7635985 w 9662615"/>
              <a:gd name="connsiteY20" fmla="*/ 1386363 h 1679987"/>
              <a:gd name="connsiteX21" fmla="*/ 7466069 w 9662615"/>
              <a:gd name="connsiteY21" fmla="*/ 1377654 h 1679987"/>
              <a:gd name="connsiteX22" fmla="*/ 7355642 w 9662615"/>
              <a:gd name="connsiteY22" fmla="*/ 1407761 h 1679987"/>
              <a:gd name="connsiteX23" fmla="*/ 7151610 w 9662615"/>
              <a:gd name="connsiteY23" fmla="*/ 1397856 h 1679987"/>
              <a:gd name="connsiteX24" fmla="*/ 7082147 w 9662615"/>
              <a:gd name="connsiteY24" fmla="*/ 1406113 h 1679987"/>
              <a:gd name="connsiteX25" fmla="*/ 7014958 w 9662615"/>
              <a:gd name="connsiteY25" fmla="*/ 1396883 h 1679987"/>
              <a:gd name="connsiteX26" fmla="*/ 6907567 w 9662615"/>
              <a:gd name="connsiteY26" fmla="*/ 1419149 h 1679987"/>
              <a:gd name="connsiteX27" fmla="*/ 6748428 w 9662615"/>
              <a:gd name="connsiteY27" fmla="*/ 1420308 h 1679987"/>
              <a:gd name="connsiteX28" fmla="*/ 6654257 w 9662615"/>
              <a:gd name="connsiteY28" fmla="*/ 1424143 h 1679987"/>
              <a:gd name="connsiteX29" fmla="*/ 6620123 w 9662615"/>
              <a:gd name="connsiteY29" fmla="*/ 1430535 h 1679987"/>
              <a:gd name="connsiteX30" fmla="*/ 6571355 w 9662615"/>
              <a:gd name="connsiteY30" fmla="*/ 1436144 h 1679987"/>
              <a:gd name="connsiteX31" fmla="*/ 6486557 w 9662615"/>
              <a:gd name="connsiteY31" fmla="*/ 1449861 h 1679987"/>
              <a:gd name="connsiteX32" fmla="*/ 6370419 w 9662615"/>
              <a:gd name="connsiteY32" fmla="*/ 1461649 h 1679987"/>
              <a:gd name="connsiteX33" fmla="*/ 6278839 w 9662615"/>
              <a:gd name="connsiteY33" fmla="*/ 1449160 h 1679987"/>
              <a:gd name="connsiteX34" fmla="*/ 6272455 w 9662615"/>
              <a:gd name="connsiteY34" fmla="*/ 1453191 h 1679987"/>
              <a:gd name="connsiteX35" fmla="*/ 6212659 w 9662615"/>
              <a:gd name="connsiteY35" fmla="*/ 1454850 h 1679987"/>
              <a:gd name="connsiteX36" fmla="*/ 6069317 w 9662615"/>
              <a:gd name="connsiteY36" fmla="*/ 1445838 h 1679987"/>
              <a:gd name="connsiteX37" fmla="*/ 5878477 w 9662615"/>
              <a:gd name="connsiteY37" fmla="*/ 1439180 h 1679987"/>
              <a:gd name="connsiteX38" fmla="*/ 5838387 w 9662615"/>
              <a:gd name="connsiteY38" fmla="*/ 1444679 h 1679987"/>
              <a:gd name="connsiteX39" fmla="*/ 5771136 w 9662615"/>
              <a:gd name="connsiteY39" fmla="*/ 1453639 h 1679987"/>
              <a:gd name="connsiteX40" fmla="*/ 5724081 w 9662615"/>
              <a:gd name="connsiteY40" fmla="*/ 1470431 h 1679987"/>
              <a:gd name="connsiteX41" fmla="*/ 5666577 w 9662615"/>
              <a:gd name="connsiteY41" fmla="*/ 1473921 h 1679987"/>
              <a:gd name="connsiteX42" fmla="*/ 5649068 w 9662615"/>
              <a:gd name="connsiteY42" fmla="*/ 1461676 h 1679987"/>
              <a:gd name="connsiteX43" fmla="*/ 5588902 w 9662615"/>
              <a:gd name="connsiteY43" fmla="*/ 1469647 h 1679987"/>
              <a:gd name="connsiteX44" fmla="*/ 5498090 w 9662615"/>
              <a:gd name="connsiteY44" fmla="*/ 1483173 h 1679987"/>
              <a:gd name="connsiteX45" fmla="*/ 5444641 w 9662615"/>
              <a:gd name="connsiteY45" fmla="*/ 1487602 h 1679987"/>
              <a:gd name="connsiteX46" fmla="*/ 5299812 w 9662615"/>
              <a:gd name="connsiteY46" fmla="*/ 1503362 h 1679987"/>
              <a:gd name="connsiteX47" fmla="*/ 5213947 w 9662615"/>
              <a:gd name="connsiteY47" fmla="*/ 1516637 h 1679987"/>
              <a:gd name="connsiteX48" fmla="*/ 5090342 w 9662615"/>
              <a:gd name="connsiteY48" fmla="*/ 1546680 h 1679987"/>
              <a:gd name="connsiteX49" fmla="*/ 5129812 w 9662615"/>
              <a:gd name="connsiteY49" fmla="*/ 1521277 h 1679987"/>
              <a:gd name="connsiteX50" fmla="*/ 5059484 w 9662615"/>
              <a:gd name="connsiteY50" fmla="*/ 1546802 h 1679987"/>
              <a:gd name="connsiteX51" fmla="*/ 5038524 w 9662615"/>
              <a:gd name="connsiteY51" fmla="*/ 1545675 h 1679987"/>
              <a:gd name="connsiteX52" fmla="*/ 5026564 w 9662615"/>
              <a:gd name="connsiteY52" fmla="*/ 1545376 h 1679987"/>
              <a:gd name="connsiteX53" fmla="*/ 4969433 w 9662615"/>
              <a:gd name="connsiteY53" fmla="*/ 1550865 h 1679987"/>
              <a:gd name="connsiteX54" fmla="*/ 4929254 w 9662615"/>
              <a:gd name="connsiteY54" fmla="*/ 1563452 h 1679987"/>
              <a:gd name="connsiteX55" fmla="*/ 4871726 w 9662615"/>
              <a:gd name="connsiteY55" fmla="*/ 1570584 h 1679987"/>
              <a:gd name="connsiteX56" fmla="*/ 4843267 w 9662615"/>
              <a:gd name="connsiteY56" fmla="*/ 1561459 h 1679987"/>
              <a:gd name="connsiteX57" fmla="*/ 4821058 w 9662615"/>
              <a:gd name="connsiteY57" fmla="*/ 1553078 h 1679987"/>
              <a:gd name="connsiteX58" fmla="*/ 4791466 w 9662615"/>
              <a:gd name="connsiteY58" fmla="*/ 1561324 h 1679987"/>
              <a:gd name="connsiteX59" fmla="*/ 4784247 w 9662615"/>
              <a:gd name="connsiteY59" fmla="*/ 1562342 h 1679987"/>
              <a:gd name="connsiteX60" fmla="*/ 4739309 w 9662615"/>
              <a:gd name="connsiteY60" fmla="*/ 1553948 h 1679987"/>
              <a:gd name="connsiteX61" fmla="*/ 4697562 w 9662615"/>
              <a:gd name="connsiteY61" fmla="*/ 1551206 h 1679987"/>
              <a:gd name="connsiteX62" fmla="*/ 4650737 w 9662615"/>
              <a:gd name="connsiteY62" fmla="*/ 1537381 h 1679987"/>
              <a:gd name="connsiteX63" fmla="*/ 4583150 w 9662615"/>
              <a:gd name="connsiteY63" fmla="*/ 1529064 h 1679987"/>
              <a:gd name="connsiteX64" fmla="*/ 4521734 w 9662615"/>
              <a:gd name="connsiteY64" fmla="*/ 1529359 h 1679987"/>
              <a:gd name="connsiteX65" fmla="*/ 4382398 w 9662615"/>
              <a:gd name="connsiteY65" fmla="*/ 1534108 h 1679987"/>
              <a:gd name="connsiteX66" fmla="*/ 4221826 w 9662615"/>
              <a:gd name="connsiteY66" fmla="*/ 1500972 h 1679987"/>
              <a:gd name="connsiteX67" fmla="*/ 4096601 w 9662615"/>
              <a:gd name="connsiteY67" fmla="*/ 1521563 h 1679987"/>
              <a:gd name="connsiteX68" fmla="*/ 3879195 w 9662615"/>
              <a:gd name="connsiteY68" fmla="*/ 1679987 h 1679987"/>
              <a:gd name="connsiteX69" fmla="*/ 3833906 w 9662615"/>
              <a:gd name="connsiteY69" fmla="*/ 1516637 h 1679987"/>
              <a:gd name="connsiteX70" fmla="*/ 3696258 w 9662615"/>
              <a:gd name="connsiteY70" fmla="*/ 1537563 h 1679987"/>
              <a:gd name="connsiteX71" fmla="*/ 3594070 w 9662615"/>
              <a:gd name="connsiteY71" fmla="*/ 1509422 h 1679987"/>
              <a:gd name="connsiteX72" fmla="*/ 3565233 w 9662615"/>
              <a:gd name="connsiteY72" fmla="*/ 1515122 h 1679987"/>
              <a:gd name="connsiteX73" fmla="*/ 3560267 w 9662615"/>
              <a:gd name="connsiteY73" fmla="*/ 1516288 h 1679987"/>
              <a:gd name="connsiteX74" fmla="*/ 3540258 w 9662615"/>
              <a:gd name="connsiteY74" fmla="*/ 1516976 h 1679987"/>
              <a:gd name="connsiteX75" fmla="*/ 3534780 w 9662615"/>
              <a:gd name="connsiteY75" fmla="*/ 1522141 h 1679987"/>
              <a:gd name="connsiteX76" fmla="*/ 3504783 w 9662615"/>
              <a:gd name="connsiteY76" fmla="*/ 1526739 h 1679987"/>
              <a:gd name="connsiteX77" fmla="*/ 3430805 w 9662615"/>
              <a:gd name="connsiteY77" fmla="*/ 1542521 h 1679987"/>
              <a:gd name="connsiteX78" fmla="*/ 3292707 w 9662615"/>
              <a:gd name="connsiteY78" fmla="*/ 1520490 h 1679987"/>
              <a:gd name="connsiteX79" fmla="*/ 3187872 w 9662615"/>
              <a:gd name="connsiteY79" fmla="*/ 1519991 h 1679987"/>
              <a:gd name="connsiteX80" fmla="*/ 3148026 w 9662615"/>
              <a:gd name="connsiteY80" fmla="*/ 1524777 h 1679987"/>
              <a:gd name="connsiteX81" fmla="*/ 3092394 w 9662615"/>
              <a:gd name="connsiteY81" fmla="*/ 1528115 h 1679987"/>
              <a:gd name="connsiteX82" fmla="*/ 2994200 w 9662615"/>
              <a:gd name="connsiteY82" fmla="*/ 1537857 h 1679987"/>
              <a:gd name="connsiteX83" fmla="*/ 2862301 w 9662615"/>
              <a:gd name="connsiteY83" fmla="*/ 1544250 h 1679987"/>
              <a:gd name="connsiteX84" fmla="*/ 2766335 w 9662615"/>
              <a:gd name="connsiteY84" fmla="*/ 1527662 h 1679987"/>
              <a:gd name="connsiteX85" fmla="*/ 2757836 w 9662615"/>
              <a:gd name="connsiteY85" fmla="*/ 1531371 h 1679987"/>
              <a:gd name="connsiteX86" fmla="*/ 2691555 w 9662615"/>
              <a:gd name="connsiteY86" fmla="*/ 1530283 h 1679987"/>
              <a:gd name="connsiteX87" fmla="*/ 2491676 w 9662615"/>
              <a:gd name="connsiteY87" fmla="*/ 1500859 h 1679987"/>
              <a:gd name="connsiteX88" fmla="*/ 2378036 w 9662615"/>
              <a:gd name="connsiteY88" fmla="*/ 1520645 h 1679987"/>
              <a:gd name="connsiteX89" fmla="*/ 2284269 w 9662615"/>
              <a:gd name="connsiteY89" fmla="*/ 1503068 h 1679987"/>
              <a:gd name="connsiteX90" fmla="*/ 2207104 w 9662615"/>
              <a:gd name="connsiteY90" fmla="*/ 1508888 h 1679987"/>
              <a:gd name="connsiteX91" fmla="*/ 2149226 w 9662615"/>
              <a:gd name="connsiteY91" fmla="*/ 1523409 h 1679987"/>
              <a:gd name="connsiteX92" fmla="*/ 2084783 w 9662615"/>
              <a:gd name="connsiteY92" fmla="*/ 1524245 h 1679987"/>
              <a:gd name="connsiteX93" fmla="*/ 2070075 w 9662615"/>
              <a:gd name="connsiteY93" fmla="*/ 1511285 h 1679987"/>
              <a:gd name="connsiteX94" fmla="*/ 2001057 w 9662615"/>
              <a:gd name="connsiteY94" fmla="*/ 1516449 h 1679987"/>
              <a:gd name="connsiteX95" fmla="*/ 1896330 w 9662615"/>
              <a:gd name="connsiteY95" fmla="*/ 1525725 h 1679987"/>
              <a:gd name="connsiteX96" fmla="*/ 1835994 w 9662615"/>
              <a:gd name="connsiteY96" fmla="*/ 1527678 h 1679987"/>
              <a:gd name="connsiteX97" fmla="*/ 1671119 w 9662615"/>
              <a:gd name="connsiteY97" fmla="*/ 1536701 h 1679987"/>
              <a:gd name="connsiteX98" fmla="*/ 1601337 w 9662615"/>
              <a:gd name="connsiteY98" fmla="*/ 1548552 h 1679987"/>
              <a:gd name="connsiteX99" fmla="*/ 1407755 w 9662615"/>
              <a:gd name="connsiteY99" fmla="*/ 1571444 h 1679987"/>
              <a:gd name="connsiteX100" fmla="*/ 1271994 w 9662615"/>
              <a:gd name="connsiteY100" fmla="*/ 1579471 h 1679987"/>
              <a:gd name="connsiteX101" fmla="*/ 1249226 w 9662615"/>
              <a:gd name="connsiteY101" fmla="*/ 1583140 h 1679987"/>
              <a:gd name="connsiteX102" fmla="*/ 1217719 w 9662615"/>
              <a:gd name="connsiteY102" fmla="*/ 1580863 h 1679987"/>
              <a:gd name="connsiteX103" fmla="*/ 1091432 w 9662615"/>
              <a:gd name="connsiteY103" fmla="*/ 1571003 h 1679987"/>
              <a:gd name="connsiteX104" fmla="*/ 992039 w 9662615"/>
              <a:gd name="connsiteY104" fmla="*/ 1556662 h 1679987"/>
              <a:gd name="connsiteX105" fmla="*/ 868264 w 9662615"/>
              <a:gd name="connsiteY105" fmla="*/ 1566392 h 1679987"/>
              <a:gd name="connsiteX106" fmla="*/ 792765 w 9662615"/>
              <a:gd name="connsiteY106" fmla="*/ 1563102 h 1679987"/>
              <a:gd name="connsiteX107" fmla="*/ 669055 w 9662615"/>
              <a:gd name="connsiteY107" fmla="*/ 1543638 h 1679987"/>
              <a:gd name="connsiteX108" fmla="*/ 506152 w 9662615"/>
              <a:gd name="connsiteY108" fmla="*/ 1549124 h 1679987"/>
              <a:gd name="connsiteX109" fmla="*/ 472797 w 9662615"/>
              <a:gd name="connsiteY109" fmla="*/ 1568904 h 1679987"/>
              <a:gd name="connsiteX110" fmla="*/ 427864 w 9662615"/>
              <a:gd name="connsiteY110" fmla="*/ 1580848 h 1679987"/>
              <a:gd name="connsiteX111" fmla="*/ 408381 w 9662615"/>
              <a:gd name="connsiteY111" fmla="*/ 1552940 h 1679987"/>
              <a:gd name="connsiteX112" fmla="*/ 267163 w 9662615"/>
              <a:gd name="connsiteY112" fmla="*/ 1531913 h 1679987"/>
              <a:gd name="connsiteX113" fmla="*/ 196644 w 9662615"/>
              <a:gd name="connsiteY113" fmla="*/ 1524565 h 1679987"/>
              <a:gd name="connsiteX114" fmla="*/ 86819 w 9662615"/>
              <a:gd name="connsiteY114" fmla="*/ 1519517 h 1679987"/>
              <a:gd name="connsiteX115" fmla="*/ 53369 w 9662615"/>
              <a:gd name="connsiteY115" fmla="*/ 1516853 h 1679987"/>
              <a:gd name="connsiteX116" fmla="*/ 2359 w 9662615"/>
              <a:gd name="connsiteY116" fmla="*/ 1515247 h 1679987"/>
              <a:gd name="connsiteX117" fmla="*/ 0 w 9662615"/>
              <a:gd name="connsiteY117" fmla="*/ 1514932 h 1679987"/>
              <a:gd name="connsiteX118" fmla="*/ 0 w 9662615"/>
              <a:gd name="connsiteY118" fmla="*/ 0 h 1679987"/>
              <a:gd name="connsiteX0" fmla="*/ 0 w 9662615"/>
              <a:gd name="connsiteY0" fmla="*/ 0 h 1648182"/>
              <a:gd name="connsiteX1" fmla="*/ 9662615 w 9662615"/>
              <a:gd name="connsiteY1" fmla="*/ 0 h 1648182"/>
              <a:gd name="connsiteX2" fmla="*/ 9662615 w 9662615"/>
              <a:gd name="connsiteY2" fmla="*/ 1280346 h 1648182"/>
              <a:gd name="connsiteX3" fmla="*/ 9658420 w 9662615"/>
              <a:gd name="connsiteY3" fmla="*/ 1280106 h 1648182"/>
              <a:gd name="connsiteX4" fmla="*/ 9469546 w 9662615"/>
              <a:gd name="connsiteY4" fmla="*/ 1289837 h 1648182"/>
              <a:gd name="connsiteX5" fmla="*/ 9385895 w 9662615"/>
              <a:gd name="connsiteY5" fmla="*/ 1269203 h 1648182"/>
              <a:gd name="connsiteX6" fmla="*/ 9144767 w 9662615"/>
              <a:gd name="connsiteY6" fmla="*/ 1264120 h 1648182"/>
              <a:gd name="connsiteX7" fmla="*/ 8837252 w 9662615"/>
              <a:gd name="connsiteY7" fmla="*/ 1350515 h 1648182"/>
              <a:gd name="connsiteX8" fmla="*/ 8705466 w 9662615"/>
              <a:gd name="connsiteY8" fmla="*/ 1342419 h 1648182"/>
              <a:gd name="connsiteX9" fmla="*/ 8652221 w 9662615"/>
              <a:gd name="connsiteY9" fmla="*/ 1326906 h 1648182"/>
              <a:gd name="connsiteX10" fmla="*/ 8632312 w 9662615"/>
              <a:gd name="connsiteY10" fmla="*/ 1326025 h 1648182"/>
              <a:gd name="connsiteX11" fmla="*/ 8591582 w 9662615"/>
              <a:gd name="connsiteY11" fmla="*/ 1341666 h 1648182"/>
              <a:gd name="connsiteX12" fmla="*/ 8537336 w 9662615"/>
              <a:gd name="connsiteY12" fmla="*/ 1341684 h 1648182"/>
              <a:gd name="connsiteX13" fmla="*/ 8472508 w 9662615"/>
              <a:gd name="connsiteY13" fmla="*/ 1363109 h 1648182"/>
              <a:gd name="connsiteX14" fmla="*/ 8258477 w 9662615"/>
              <a:gd name="connsiteY14" fmla="*/ 1370666 h 1648182"/>
              <a:gd name="connsiteX15" fmla="*/ 8197961 w 9662615"/>
              <a:gd name="connsiteY15" fmla="*/ 1392804 h 1648182"/>
              <a:gd name="connsiteX16" fmla="*/ 8171196 w 9662615"/>
              <a:gd name="connsiteY16" fmla="*/ 1397216 h 1648182"/>
              <a:gd name="connsiteX17" fmla="*/ 8127667 w 9662615"/>
              <a:gd name="connsiteY17" fmla="*/ 1418254 h 1648182"/>
              <a:gd name="connsiteX18" fmla="*/ 7974579 w 9662615"/>
              <a:gd name="connsiteY18" fmla="*/ 1383439 h 1648182"/>
              <a:gd name="connsiteX19" fmla="*/ 7768351 w 9662615"/>
              <a:gd name="connsiteY19" fmla="*/ 1395051 h 1648182"/>
              <a:gd name="connsiteX20" fmla="*/ 7635985 w 9662615"/>
              <a:gd name="connsiteY20" fmla="*/ 1386363 h 1648182"/>
              <a:gd name="connsiteX21" fmla="*/ 7466069 w 9662615"/>
              <a:gd name="connsiteY21" fmla="*/ 1377654 h 1648182"/>
              <a:gd name="connsiteX22" fmla="*/ 7355642 w 9662615"/>
              <a:gd name="connsiteY22" fmla="*/ 1407761 h 1648182"/>
              <a:gd name="connsiteX23" fmla="*/ 7151610 w 9662615"/>
              <a:gd name="connsiteY23" fmla="*/ 1397856 h 1648182"/>
              <a:gd name="connsiteX24" fmla="*/ 7082147 w 9662615"/>
              <a:gd name="connsiteY24" fmla="*/ 1406113 h 1648182"/>
              <a:gd name="connsiteX25" fmla="*/ 7014958 w 9662615"/>
              <a:gd name="connsiteY25" fmla="*/ 1396883 h 1648182"/>
              <a:gd name="connsiteX26" fmla="*/ 6907567 w 9662615"/>
              <a:gd name="connsiteY26" fmla="*/ 1419149 h 1648182"/>
              <a:gd name="connsiteX27" fmla="*/ 6748428 w 9662615"/>
              <a:gd name="connsiteY27" fmla="*/ 1420308 h 1648182"/>
              <a:gd name="connsiteX28" fmla="*/ 6654257 w 9662615"/>
              <a:gd name="connsiteY28" fmla="*/ 1424143 h 1648182"/>
              <a:gd name="connsiteX29" fmla="*/ 6620123 w 9662615"/>
              <a:gd name="connsiteY29" fmla="*/ 1430535 h 1648182"/>
              <a:gd name="connsiteX30" fmla="*/ 6571355 w 9662615"/>
              <a:gd name="connsiteY30" fmla="*/ 1436144 h 1648182"/>
              <a:gd name="connsiteX31" fmla="*/ 6486557 w 9662615"/>
              <a:gd name="connsiteY31" fmla="*/ 1449861 h 1648182"/>
              <a:gd name="connsiteX32" fmla="*/ 6370419 w 9662615"/>
              <a:gd name="connsiteY32" fmla="*/ 1461649 h 1648182"/>
              <a:gd name="connsiteX33" fmla="*/ 6278839 w 9662615"/>
              <a:gd name="connsiteY33" fmla="*/ 1449160 h 1648182"/>
              <a:gd name="connsiteX34" fmla="*/ 6272455 w 9662615"/>
              <a:gd name="connsiteY34" fmla="*/ 1453191 h 1648182"/>
              <a:gd name="connsiteX35" fmla="*/ 6212659 w 9662615"/>
              <a:gd name="connsiteY35" fmla="*/ 1454850 h 1648182"/>
              <a:gd name="connsiteX36" fmla="*/ 6069317 w 9662615"/>
              <a:gd name="connsiteY36" fmla="*/ 1445838 h 1648182"/>
              <a:gd name="connsiteX37" fmla="*/ 5878477 w 9662615"/>
              <a:gd name="connsiteY37" fmla="*/ 1439180 h 1648182"/>
              <a:gd name="connsiteX38" fmla="*/ 5838387 w 9662615"/>
              <a:gd name="connsiteY38" fmla="*/ 1444679 h 1648182"/>
              <a:gd name="connsiteX39" fmla="*/ 5771136 w 9662615"/>
              <a:gd name="connsiteY39" fmla="*/ 1453639 h 1648182"/>
              <a:gd name="connsiteX40" fmla="*/ 5724081 w 9662615"/>
              <a:gd name="connsiteY40" fmla="*/ 1470431 h 1648182"/>
              <a:gd name="connsiteX41" fmla="*/ 5666577 w 9662615"/>
              <a:gd name="connsiteY41" fmla="*/ 1473921 h 1648182"/>
              <a:gd name="connsiteX42" fmla="*/ 5649068 w 9662615"/>
              <a:gd name="connsiteY42" fmla="*/ 1461676 h 1648182"/>
              <a:gd name="connsiteX43" fmla="*/ 5588902 w 9662615"/>
              <a:gd name="connsiteY43" fmla="*/ 1469647 h 1648182"/>
              <a:gd name="connsiteX44" fmla="*/ 5498090 w 9662615"/>
              <a:gd name="connsiteY44" fmla="*/ 1483173 h 1648182"/>
              <a:gd name="connsiteX45" fmla="*/ 5444641 w 9662615"/>
              <a:gd name="connsiteY45" fmla="*/ 1487602 h 1648182"/>
              <a:gd name="connsiteX46" fmla="*/ 5299812 w 9662615"/>
              <a:gd name="connsiteY46" fmla="*/ 1503362 h 1648182"/>
              <a:gd name="connsiteX47" fmla="*/ 5213947 w 9662615"/>
              <a:gd name="connsiteY47" fmla="*/ 1516637 h 1648182"/>
              <a:gd name="connsiteX48" fmla="*/ 5090342 w 9662615"/>
              <a:gd name="connsiteY48" fmla="*/ 1546680 h 1648182"/>
              <a:gd name="connsiteX49" fmla="*/ 5129812 w 9662615"/>
              <a:gd name="connsiteY49" fmla="*/ 1521277 h 1648182"/>
              <a:gd name="connsiteX50" fmla="*/ 5059484 w 9662615"/>
              <a:gd name="connsiteY50" fmla="*/ 1546802 h 1648182"/>
              <a:gd name="connsiteX51" fmla="*/ 5038524 w 9662615"/>
              <a:gd name="connsiteY51" fmla="*/ 1545675 h 1648182"/>
              <a:gd name="connsiteX52" fmla="*/ 5026564 w 9662615"/>
              <a:gd name="connsiteY52" fmla="*/ 1545376 h 1648182"/>
              <a:gd name="connsiteX53" fmla="*/ 4969433 w 9662615"/>
              <a:gd name="connsiteY53" fmla="*/ 1550865 h 1648182"/>
              <a:gd name="connsiteX54" fmla="*/ 4929254 w 9662615"/>
              <a:gd name="connsiteY54" fmla="*/ 1563452 h 1648182"/>
              <a:gd name="connsiteX55" fmla="*/ 4871726 w 9662615"/>
              <a:gd name="connsiteY55" fmla="*/ 1570584 h 1648182"/>
              <a:gd name="connsiteX56" fmla="*/ 4843267 w 9662615"/>
              <a:gd name="connsiteY56" fmla="*/ 1561459 h 1648182"/>
              <a:gd name="connsiteX57" fmla="*/ 4821058 w 9662615"/>
              <a:gd name="connsiteY57" fmla="*/ 1553078 h 1648182"/>
              <a:gd name="connsiteX58" fmla="*/ 4791466 w 9662615"/>
              <a:gd name="connsiteY58" fmla="*/ 1561324 h 1648182"/>
              <a:gd name="connsiteX59" fmla="*/ 4784247 w 9662615"/>
              <a:gd name="connsiteY59" fmla="*/ 1562342 h 1648182"/>
              <a:gd name="connsiteX60" fmla="*/ 4739309 w 9662615"/>
              <a:gd name="connsiteY60" fmla="*/ 1553948 h 1648182"/>
              <a:gd name="connsiteX61" fmla="*/ 4697562 w 9662615"/>
              <a:gd name="connsiteY61" fmla="*/ 1551206 h 1648182"/>
              <a:gd name="connsiteX62" fmla="*/ 4650737 w 9662615"/>
              <a:gd name="connsiteY62" fmla="*/ 1537381 h 1648182"/>
              <a:gd name="connsiteX63" fmla="*/ 4583150 w 9662615"/>
              <a:gd name="connsiteY63" fmla="*/ 1529064 h 1648182"/>
              <a:gd name="connsiteX64" fmla="*/ 4521734 w 9662615"/>
              <a:gd name="connsiteY64" fmla="*/ 1529359 h 1648182"/>
              <a:gd name="connsiteX65" fmla="*/ 4382398 w 9662615"/>
              <a:gd name="connsiteY65" fmla="*/ 1534108 h 1648182"/>
              <a:gd name="connsiteX66" fmla="*/ 4221826 w 9662615"/>
              <a:gd name="connsiteY66" fmla="*/ 1500972 h 1648182"/>
              <a:gd name="connsiteX67" fmla="*/ 4096601 w 9662615"/>
              <a:gd name="connsiteY67" fmla="*/ 1521563 h 1648182"/>
              <a:gd name="connsiteX68" fmla="*/ 4058099 w 9662615"/>
              <a:gd name="connsiteY68" fmla="*/ 1648182 h 1648182"/>
              <a:gd name="connsiteX69" fmla="*/ 3833906 w 9662615"/>
              <a:gd name="connsiteY69" fmla="*/ 1516637 h 1648182"/>
              <a:gd name="connsiteX70" fmla="*/ 3696258 w 9662615"/>
              <a:gd name="connsiteY70" fmla="*/ 1537563 h 1648182"/>
              <a:gd name="connsiteX71" fmla="*/ 3594070 w 9662615"/>
              <a:gd name="connsiteY71" fmla="*/ 1509422 h 1648182"/>
              <a:gd name="connsiteX72" fmla="*/ 3565233 w 9662615"/>
              <a:gd name="connsiteY72" fmla="*/ 1515122 h 1648182"/>
              <a:gd name="connsiteX73" fmla="*/ 3560267 w 9662615"/>
              <a:gd name="connsiteY73" fmla="*/ 1516288 h 1648182"/>
              <a:gd name="connsiteX74" fmla="*/ 3540258 w 9662615"/>
              <a:gd name="connsiteY74" fmla="*/ 1516976 h 1648182"/>
              <a:gd name="connsiteX75" fmla="*/ 3534780 w 9662615"/>
              <a:gd name="connsiteY75" fmla="*/ 1522141 h 1648182"/>
              <a:gd name="connsiteX76" fmla="*/ 3504783 w 9662615"/>
              <a:gd name="connsiteY76" fmla="*/ 1526739 h 1648182"/>
              <a:gd name="connsiteX77" fmla="*/ 3430805 w 9662615"/>
              <a:gd name="connsiteY77" fmla="*/ 1542521 h 1648182"/>
              <a:gd name="connsiteX78" fmla="*/ 3292707 w 9662615"/>
              <a:gd name="connsiteY78" fmla="*/ 1520490 h 1648182"/>
              <a:gd name="connsiteX79" fmla="*/ 3187872 w 9662615"/>
              <a:gd name="connsiteY79" fmla="*/ 1519991 h 1648182"/>
              <a:gd name="connsiteX80" fmla="*/ 3148026 w 9662615"/>
              <a:gd name="connsiteY80" fmla="*/ 1524777 h 1648182"/>
              <a:gd name="connsiteX81" fmla="*/ 3092394 w 9662615"/>
              <a:gd name="connsiteY81" fmla="*/ 1528115 h 1648182"/>
              <a:gd name="connsiteX82" fmla="*/ 2994200 w 9662615"/>
              <a:gd name="connsiteY82" fmla="*/ 1537857 h 1648182"/>
              <a:gd name="connsiteX83" fmla="*/ 2862301 w 9662615"/>
              <a:gd name="connsiteY83" fmla="*/ 1544250 h 1648182"/>
              <a:gd name="connsiteX84" fmla="*/ 2766335 w 9662615"/>
              <a:gd name="connsiteY84" fmla="*/ 1527662 h 1648182"/>
              <a:gd name="connsiteX85" fmla="*/ 2757836 w 9662615"/>
              <a:gd name="connsiteY85" fmla="*/ 1531371 h 1648182"/>
              <a:gd name="connsiteX86" fmla="*/ 2691555 w 9662615"/>
              <a:gd name="connsiteY86" fmla="*/ 1530283 h 1648182"/>
              <a:gd name="connsiteX87" fmla="*/ 2491676 w 9662615"/>
              <a:gd name="connsiteY87" fmla="*/ 1500859 h 1648182"/>
              <a:gd name="connsiteX88" fmla="*/ 2378036 w 9662615"/>
              <a:gd name="connsiteY88" fmla="*/ 1520645 h 1648182"/>
              <a:gd name="connsiteX89" fmla="*/ 2284269 w 9662615"/>
              <a:gd name="connsiteY89" fmla="*/ 1503068 h 1648182"/>
              <a:gd name="connsiteX90" fmla="*/ 2207104 w 9662615"/>
              <a:gd name="connsiteY90" fmla="*/ 1508888 h 1648182"/>
              <a:gd name="connsiteX91" fmla="*/ 2149226 w 9662615"/>
              <a:gd name="connsiteY91" fmla="*/ 1523409 h 1648182"/>
              <a:gd name="connsiteX92" fmla="*/ 2084783 w 9662615"/>
              <a:gd name="connsiteY92" fmla="*/ 1524245 h 1648182"/>
              <a:gd name="connsiteX93" fmla="*/ 2070075 w 9662615"/>
              <a:gd name="connsiteY93" fmla="*/ 1511285 h 1648182"/>
              <a:gd name="connsiteX94" fmla="*/ 2001057 w 9662615"/>
              <a:gd name="connsiteY94" fmla="*/ 1516449 h 1648182"/>
              <a:gd name="connsiteX95" fmla="*/ 1896330 w 9662615"/>
              <a:gd name="connsiteY95" fmla="*/ 1525725 h 1648182"/>
              <a:gd name="connsiteX96" fmla="*/ 1835994 w 9662615"/>
              <a:gd name="connsiteY96" fmla="*/ 1527678 h 1648182"/>
              <a:gd name="connsiteX97" fmla="*/ 1671119 w 9662615"/>
              <a:gd name="connsiteY97" fmla="*/ 1536701 h 1648182"/>
              <a:gd name="connsiteX98" fmla="*/ 1601337 w 9662615"/>
              <a:gd name="connsiteY98" fmla="*/ 1548552 h 1648182"/>
              <a:gd name="connsiteX99" fmla="*/ 1407755 w 9662615"/>
              <a:gd name="connsiteY99" fmla="*/ 1571444 h 1648182"/>
              <a:gd name="connsiteX100" fmla="*/ 1271994 w 9662615"/>
              <a:gd name="connsiteY100" fmla="*/ 1579471 h 1648182"/>
              <a:gd name="connsiteX101" fmla="*/ 1249226 w 9662615"/>
              <a:gd name="connsiteY101" fmla="*/ 1583140 h 1648182"/>
              <a:gd name="connsiteX102" fmla="*/ 1217719 w 9662615"/>
              <a:gd name="connsiteY102" fmla="*/ 1580863 h 1648182"/>
              <a:gd name="connsiteX103" fmla="*/ 1091432 w 9662615"/>
              <a:gd name="connsiteY103" fmla="*/ 1571003 h 1648182"/>
              <a:gd name="connsiteX104" fmla="*/ 992039 w 9662615"/>
              <a:gd name="connsiteY104" fmla="*/ 1556662 h 1648182"/>
              <a:gd name="connsiteX105" fmla="*/ 868264 w 9662615"/>
              <a:gd name="connsiteY105" fmla="*/ 1566392 h 1648182"/>
              <a:gd name="connsiteX106" fmla="*/ 792765 w 9662615"/>
              <a:gd name="connsiteY106" fmla="*/ 1563102 h 1648182"/>
              <a:gd name="connsiteX107" fmla="*/ 669055 w 9662615"/>
              <a:gd name="connsiteY107" fmla="*/ 1543638 h 1648182"/>
              <a:gd name="connsiteX108" fmla="*/ 506152 w 9662615"/>
              <a:gd name="connsiteY108" fmla="*/ 1549124 h 1648182"/>
              <a:gd name="connsiteX109" fmla="*/ 472797 w 9662615"/>
              <a:gd name="connsiteY109" fmla="*/ 1568904 h 1648182"/>
              <a:gd name="connsiteX110" fmla="*/ 427864 w 9662615"/>
              <a:gd name="connsiteY110" fmla="*/ 1580848 h 1648182"/>
              <a:gd name="connsiteX111" fmla="*/ 408381 w 9662615"/>
              <a:gd name="connsiteY111" fmla="*/ 1552940 h 1648182"/>
              <a:gd name="connsiteX112" fmla="*/ 267163 w 9662615"/>
              <a:gd name="connsiteY112" fmla="*/ 1531913 h 1648182"/>
              <a:gd name="connsiteX113" fmla="*/ 196644 w 9662615"/>
              <a:gd name="connsiteY113" fmla="*/ 1524565 h 1648182"/>
              <a:gd name="connsiteX114" fmla="*/ 86819 w 9662615"/>
              <a:gd name="connsiteY114" fmla="*/ 1519517 h 1648182"/>
              <a:gd name="connsiteX115" fmla="*/ 53369 w 9662615"/>
              <a:gd name="connsiteY115" fmla="*/ 1516853 h 1648182"/>
              <a:gd name="connsiteX116" fmla="*/ 2359 w 9662615"/>
              <a:gd name="connsiteY116" fmla="*/ 1515247 h 1648182"/>
              <a:gd name="connsiteX117" fmla="*/ 0 w 9662615"/>
              <a:gd name="connsiteY117" fmla="*/ 1514932 h 1648182"/>
              <a:gd name="connsiteX118" fmla="*/ 0 w 9662615"/>
              <a:gd name="connsiteY118" fmla="*/ 0 h 1648182"/>
              <a:gd name="connsiteX0" fmla="*/ 0 w 9662615"/>
              <a:gd name="connsiteY0" fmla="*/ 0 h 1648182"/>
              <a:gd name="connsiteX1" fmla="*/ 9662615 w 9662615"/>
              <a:gd name="connsiteY1" fmla="*/ 0 h 1648182"/>
              <a:gd name="connsiteX2" fmla="*/ 9662615 w 9662615"/>
              <a:gd name="connsiteY2" fmla="*/ 1280346 h 1648182"/>
              <a:gd name="connsiteX3" fmla="*/ 9658420 w 9662615"/>
              <a:gd name="connsiteY3" fmla="*/ 1280106 h 1648182"/>
              <a:gd name="connsiteX4" fmla="*/ 9469546 w 9662615"/>
              <a:gd name="connsiteY4" fmla="*/ 1289837 h 1648182"/>
              <a:gd name="connsiteX5" fmla="*/ 9385895 w 9662615"/>
              <a:gd name="connsiteY5" fmla="*/ 1269203 h 1648182"/>
              <a:gd name="connsiteX6" fmla="*/ 9144767 w 9662615"/>
              <a:gd name="connsiteY6" fmla="*/ 1264120 h 1648182"/>
              <a:gd name="connsiteX7" fmla="*/ 8837252 w 9662615"/>
              <a:gd name="connsiteY7" fmla="*/ 1350515 h 1648182"/>
              <a:gd name="connsiteX8" fmla="*/ 8705466 w 9662615"/>
              <a:gd name="connsiteY8" fmla="*/ 1342419 h 1648182"/>
              <a:gd name="connsiteX9" fmla="*/ 8652221 w 9662615"/>
              <a:gd name="connsiteY9" fmla="*/ 1326906 h 1648182"/>
              <a:gd name="connsiteX10" fmla="*/ 8632312 w 9662615"/>
              <a:gd name="connsiteY10" fmla="*/ 1326025 h 1648182"/>
              <a:gd name="connsiteX11" fmla="*/ 8591582 w 9662615"/>
              <a:gd name="connsiteY11" fmla="*/ 1341666 h 1648182"/>
              <a:gd name="connsiteX12" fmla="*/ 8537336 w 9662615"/>
              <a:gd name="connsiteY12" fmla="*/ 1341684 h 1648182"/>
              <a:gd name="connsiteX13" fmla="*/ 8472508 w 9662615"/>
              <a:gd name="connsiteY13" fmla="*/ 1363109 h 1648182"/>
              <a:gd name="connsiteX14" fmla="*/ 8258477 w 9662615"/>
              <a:gd name="connsiteY14" fmla="*/ 1370666 h 1648182"/>
              <a:gd name="connsiteX15" fmla="*/ 8197961 w 9662615"/>
              <a:gd name="connsiteY15" fmla="*/ 1392804 h 1648182"/>
              <a:gd name="connsiteX16" fmla="*/ 8171196 w 9662615"/>
              <a:gd name="connsiteY16" fmla="*/ 1397216 h 1648182"/>
              <a:gd name="connsiteX17" fmla="*/ 8127667 w 9662615"/>
              <a:gd name="connsiteY17" fmla="*/ 1418254 h 1648182"/>
              <a:gd name="connsiteX18" fmla="*/ 7974579 w 9662615"/>
              <a:gd name="connsiteY18" fmla="*/ 1383439 h 1648182"/>
              <a:gd name="connsiteX19" fmla="*/ 7768351 w 9662615"/>
              <a:gd name="connsiteY19" fmla="*/ 1395051 h 1648182"/>
              <a:gd name="connsiteX20" fmla="*/ 7635985 w 9662615"/>
              <a:gd name="connsiteY20" fmla="*/ 1386363 h 1648182"/>
              <a:gd name="connsiteX21" fmla="*/ 7466069 w 9662615"/>
              <a:gd name="connsiteY21" fmla="*/ 1377654 h 1648182"/>
              <a:gd name="connsiteX22" fmla="*/ 7355642 w 9662615"/>
              <a:gd name="connsiteY22" fmla="*/ 1407761 h 1648182"/>
              <a:gd name="connsiteX23" fmla="*/ 7151610 w 9662615"/>
              <a:gd name="connsiteY23" fmla="*/ 1397856 h 1648182"/>
              <a:gd name="connsiteX24" fmla="*/ 7082147 w 9662615"/>
              <a:gd name="connsiteY24" fmla="*/ 1406113 h 1648182"/>
              <a:gd name="connsiteX25" fmla="*/ 7014958 w 9662615"/>
              <a:gd name="connsiteY25" fmla="*/ 1396883 h 1648182"/>
              <a:gd name="connsiteX26" fmla="*/ 6907567 w 9662615"/>
              <a:gd name="connsiteY26" fmla="*/ 1419149 h 1648182"/>
              <a:gd name="connsiteX27" fmla="*/ 6748428 w 9662615"/>
              <a:gd name="connsiteY27" fmla="*/ 1420308 h 1648182"/>
              <a:gd name="connsiteX28" fmla="*/ 6654257 w 9662615"/>
              <a:gd name="connsiteY28" fmla="*/ 1424143 h 1648182"/>
              <a:gd name="connsiteX29" fmla="*/ 6620123 w 9662615"/>
              <a:gd name="connsiteY29" fmla="*/ 1430535 h 1648182"/>
              <a:gd name="connsiteX30" fmla="*/ 6571355 w 9662615"/>
              <a:gd name="connsiteY30" fmla="*/ 1436144 h 1648182"/>
              <a:gd name="connsiteX31" fmla="*/ 6486557 w 9662615"/>
              <a:gd name="connsiteY31" fmla="*/ 1449861 h 1648182"/>
              <a:gd name="connsiteX32" fmla="*/ 6370419 w 9662615"/>
              <a:gd name="connsiteY32" fmla="*/ 1461649 h 1648182"/>
              <a:gd name="connsiteX33" fmla="*/ 6278839 w 9662615"/>
              <a:gd name="connsiteY33" fmla="*/ 1449160 h 1648182"/>
              <a:gd name="connsiteX34" fmla="*/ 6272455 w 9662615"/>
              <a:gd name="connsiteY34" fmla="*/ 1453191 h 1648182"/>
              <a:gd name="connsiteX35" fmla="*/ 6212659 w 9662615"/>
              <a:gd name="connsiteY35" fmla="*/ 1454850 h 1648182"/>
              <a:gd name="connsiteX36" fmla="*/ 6069317 w 9662615"/>
              <a:gd name="connsiteY36" fmla="*/ 1445838 h 1648182"/>
              <a:gd name="connsiteX37" fmla="*/ 5878477 w 9662615"/>
              <a:gd name="connsiteY37" fmla="*/ 1439180 h 1648182"/>
              <a:gd name="connsiteX38" fmla="*/ 5838387 w 9662615"/>
              <a:gd name="connsiteY38" fmla="*/ 1444679 h 1648182"/>
              <a:gd name="connsiteX39" fmla="*/ 5771136 w 9662615"/>
              <a:gd name="connsiteY39" fmla="*/ 1453639 h 1648182"/>
              <a:gd name="connsiteX40" fmla="*/ 5724081 w 9662615"/>
              <a:gd name="connsiteY40" fmla="*/ 1470431 h 1648182"/>
              <a:gd name="connsiteX41" fmla="*/ 5666577 w 9662615"/>
              <a:gd name="connsiteY41" fmla="*/ 1473921 h 1648182"/>
              <a:gd name="connsiteX42" fmla="*/ 5649068 w 9662615"/>
              <a:gd name="connsiteY42" fmla="*/ 1461676 h 1648182"/>
              <a:gd name="connsiteX43" fmla="*/ 5588902 w 9662615"/>
              <a:gd name="connsiteY43" fmla="*/ 1469647 h 1648182"/>
              <a:gd name="connsiteX44" fmla="*/ 5498090 w 9662615"/>
              <a:gd name="connsiteY44" fmla="*/ 1483173 h 1648182"/>
              <a:gd name="connsiteX45" fmla="*/ 5444641 w 9662615"/>
              <a:gd name="connsiteY45" fmla="*/ 1487602 h 1648182"/>
              <a:gd name="connsiteX46" fmla="*/ 5299812 w 9662615"/>
              <a:gd name="connsiteY46" fmla="*/ 1503362 h 1648182"/>
              <a:gd name="connsiteX47" fmla="*/ 5213947 w 9662615"/>
              <a:gd name="connsiteY47" fmla="*/ 1516637 h 1648182"/>
              <a:gd name="connsiteX48" fmla="*/ 5090342 w 9662615"/>
              <a:gd name="connsiteY48" fmla="*/ 1546680 h 1648182"/>
              <a:gd name="connsiteX49" fmla="*/ 5129812 w 9662615"/>
              <a:gd name="connsiteY49" fmla="*/ 1521277 h 1648182"/>
              <a:gd name="connsiteX50" fmla="*/ 5059484 w 9662615"/>
              <a:gd name="connsiteY50" fmla="*/ 1546802 h 1648182"/>
              <a:gd name="connsiteX51" fmla="*/ 5038524 w 9662615"/>
              <a:gd name="connsiteY51" fmla="*/ 1545675 h 1648182"/>
              <a:gd name="connsiteX52" fmla="*/ 5026564 w 9662615"/>
              <a:gd name="connsiteY52" fmla="*/ 1545376 h 1648182"/>
              <a:gd name="connsiteX53" fmla="*/ 4969433 w 9662615"/>
              <a:gd name="connsiteY53" fmla="*/ 1550865 h 1648182"/>
              <a:gd name="connsiteX54" fmla="*/ 4929254 w 9662615"/>
              <a:gd name="connsiteY54" fmla="*/ 1563452 h 1648182"/>
              <a:gd name="connsiteX55" fmla="*/ 4871726 w 9662615"/>
              <a:gd name="connsiteY55" fmla="*/ 1570584 h 1648182"/>
              <a:gd name="connsiteX56" fmla="*/ 4843267 w 9662615"/>
              <a:gd name="connsiteY56" fmla="*/ 1561459 h 1648182"/>
              <a:gd name="connsiteX57" fmla="*/ 4821058 w 9662615"/>
              <a:gd name="connsiteY57" fmla="*/ 1553078 h 1648182"/>
              <a:gd name="connsiteX58" fmla="*/ 4791466 w 9662615"/>
              <a:gd name="connsiteY58" fmla="*/ 1561324 h 1648182"/>
              <a:gd name="connsiteX59" fmla="*/ 4784247 w 9662615"/>
              <a:gd name="connsiteY59" fmla="*/ 1562342 h 1648182"/>
              <a:gd name="connsiteX60" fmla="*/ 4739309 w 9662615"/>
              <a:gd name="connsiteY60" fmla="*/ 1553948 h 1648182"/>
              <a:gd name="connsiteX61" fmla="*/ 4697562 w 9662615"/>
              <a:gd name="connsiteY61" fmla="*/ 1551206 h 1648182"/>
              <a:gd name="connsiteX62" fmla="*/ 4650737 w 9662615"/>
              <a:gd name="connsiteY62" fmla="*/ 1537381 h 1648182"/>
              <a:gd name="connsiteX63" fmla="*/ 4583150 w 9662615"/>
              <a:gd name="connsiteY63" fmla="*/ 1529064 h 1648182"/>
              <a:gd name="connsiteX64" fmla="*/ 4521734 w 9662615"/>
              <a:gd name="connsiteY64" fmla="*/ 1529359 h 1648182"/>
              <a:gd name="connsiteX65" fmla="*/ 4382398 w 9662615"/>
              <a:gd name="connsiteY65" fmla="*/ 1534108 h 1648182"/>
              <a:gd name="connsiteX66" fmla="*/ 4221826 w 9662615"/>
              <a:gd name="connsiteY66" fmla="*/ 1500972 h 1648182"/>
              <a:gd name="connsiteX67" fmla="*/ 4096601 w 9662615"/>
              <a:gd name="connsiteY67" fmla="*/ 1521563 h 1648182"/>
              <a:gd name="connsiteX68" fmla="*/ 4058099 w 9662615"/>
              <a:gd name="connsiteY68" fmla="*/ 1648182 h 1648182"/>
              <a:gd name="connsiteX69" fmla="*/ 3833906 w 9662615"/>
              <a:gd name="connsiteY69" fmla="*/ 1516637 h 1648182"/>
              <a:gd name="connsiteX70" fmla="*/ 3696258 w 9662615"/>
              <a:gd name="connsiteY70" fmla="*/ 1537563 h 1648182"/>
              <a:gd name="connsiteX71" fmla="*/ 3594070 w 9662615"/>
              <a:gd name="connsiteY71" fmla="*/ 1509422 h 1648182"/>
              <a:gd name="connsiteX72" fmla="*/ 3565233 w 9662615"/>
              <a:gd name="connsiteY72" fmla="*/ 1515122 h 1648182"/>
              <a:gd name="connsiteX73" fmla="*/ 3560267 w 9662615"/>
              <a:gd name="connsiteY73" fmla="*/ 1516288 h 1648182"/>
              <a:gd name="connsiteX74" fmla="*/ 3540258 w 9662615"/>
              <a:gd name="connsiteY74" fmla="*/ 1516976 h 1648182"/>
              <a:gd name="connsiteX75" fmla="*/ 3534780 w 9662615"/>
              <a:gd name="connsiteY75" fmla="*/ 1522141 h 1648182"/>
              <a:gd name="connsiteX76" fmla="*/ 3504783 w 9662615"/>
              <a:gd name="connsiteY76" fmla="*/ 1526739 h 1648182"/>
              <a:gd name="connsiteX77" fmla="*/ 3430805 w 9662615"/>
              <a:gd name="connsiteY77" fmla="*/ 1542521 h 1648182"/>
              <a:gd name="connsiteX78" fmla="*/ 3292707 w 9662615"/>
              <a:gd name="connsiteY78" fmla="*/ 1520490 h 1648182"/>
              <a:gd name="connsiteX79" fmla="*/ 3187872 w 9662615"/>
              <a:gd name="connsiteY79" fmla="*/ 1519991 h 1648182"/>
              <a:gd name="connsiteX80" fmla="*/ 3148026 w 9662615"/>
              <a:gd name="connsiteY80" fmla="*/ 1524777 h 1648182"/>
              <a:gd name="connsiteX81" fmla="*/ 3092394 w 9662615"/>
              <a:gd name="connsiteY81" fmla="*/ 1528115 h 1648182"/>
              <a:gd name="connsiteX82" fmla="*/ 2994200 w 9662615"/>
              <a:gd name="connsiteY82" fmla="*/ 1537857 h 1648182"/>
              <a:gd name="connsiteX83" fmla="*/ 2862301 w 9662615"/>
              <a:gd name="connsiteY83" fmla="*/ 1544250 h 1648182"/>
              <a:gd name="connsiteX84" fmla="*/ 2766335 w 9662615"/>
              <a:gd name="connsiteY84" fmla="*/ 1527662 h 1648182"/>
              <a:gd name="connsiteX85" fmla="*/ 2757836 w 9662615"/>
              <a:gd name="connsiteY85" fmla="*/ 1531371 h 1648182"/>
              <a:gd name="connsiteX86" fmla="*/ 2691555 w 9662615"/>
              <a:gd name="connsiteY86" fmla="*/ 1530283 h 1648182"/>
              <a:gd name="connsiteX87" fmla="*/ 2491676 w 9662615"/>
              <a:gd name="connsiteY87" fmla="*/ 1500859 h 1648182"/>
              <a:gd name="connsiteX88" fmla="*/ 2378036 w 9662615"/>
              <a:gd name="connsiteY88" fmla="*/ 1520645 h 1648182"/>
              <a:gd name="connsiteX89" fmla="*/ 2284269 w 9662615"/>
              <a:gd name="connsiteY89" fmla="*/ 1503068 h 1648182"/>
              <a:gd name="connsiteX90" fmla="*/ 2207104 w 9662615"/>
              <a:gd name="connsiteY90" fmla="*/ 1508888 h 1648182"/>
              <a:gd name="connsiteX91" fmla="*/ 2149226 w 9662615"/>
              <a:gd name="connsiteY91" fmla="*/ 1523409 h 1648182"/>
              <a:gd name="connsiteX92" fmla="*/ 2084783 w 9662615"/>
              <a:gd name="connsiteY92" fmla="*/ 1524245 h 1648182"/>
              <a:gd name="connsiteX93" fmla="*/ 2070075 w 9662615"/>
              <a:gd name="connsiteY93" fmla="*/ 1511285 h 1648182"/>
              <a:gd name="connsiteX94" fmla="*/ 2001057 w 9662615"/>
              <a:gd name="connsiteY94" fmla="*/ 1516449 h 1648182"/>
              <a:gd name="connsiteX95" fmla="*/ 1896330 w 9662615"/>
              <a:gd name="connsiteY95" fmla="*/ 1525725 h 1648182"/>
              <a:gd name="connsiteX96" fmla="*/ 1835994 w 9662615"/>
              <a:gd name="connsiteY96" fmla="*/ 1527678 h 1648182"/>
              <a:gd name="connsiteX97" fmla="*/ 1671119 w 9662615"/>
              <a:gd name="connsiteY97" fmla="*/ 1536701 h 1648182"/>
              <a:gd name="connsiteX98" fmla="*/ 1601337 w 9662615"/>
              <a:gd name="connsiteY98" fmla="*/ 1548552 h 1648182"/>
              <a:gd name="connsiteX99" fmla="*/ 1407755 w 9662615"/>
              <a:gd name="connsiteY99" fmla="*/ 1571444 h 1648182"/>
              <a:gd name="connsiteX100" fmla="*/ 1271994 w 9662615"/>
              <a:gd name="connsiteY100" fmla="*/ 1579471 h 1648182"/>
              <a:gd name="connsiteX101" fmla="*/ 1249226 w 9662615"/>
              <a:gd name="connsiteY101" fmla="*/ 1583140 h 1648182"/>
              <a:gd name="connsiteX102" fmla="*/ 1217719 w 9662615"/>
              <a:gd name="connsiteY102" fmla="*/ 1580863 h 1648182"/>
              <a:gd name="connsiteX103" fmla="*/ 1091432 w 9662615"/>
              <a:gd name="connsiteY103" fmla="*/ 1571003 h 1648182"/>
              <a:gd name="connsiteX104" fmla="*/ 992039 w 9662615"/>
              <a:gd name="connsiteY104" fmla="*/ 1556662 h 1648182"/>
              <a:gd name="connsiteX105" fmla="*/ 868264 w 9662615"/>
              <a:gd name="connsiteY105" fmla="*/ 1566392 h 1648182"/>
              <a:gd name="connsiteX106" fmla="*/ 792765 w 9662615"/>
              <a:gd name="connsiteY106" fmla="*/ 1563102 h 1648182"/>
              <a:gd name="connsiteX107" fmla="*/ 669055 w 9662615"/>
              <a:gd name="connsiteY107" fmla="*/ 1543638 h 1648182"/>
              <a:gd name="connsiteX108" fmla="*/ 506152 w 9662615"/>
              <a:gd name="connsiteY108" fmla="*/ 1549124 h 1648182"/>
              <a:gd name="connsiteX109" fmla="*/ 472797 w 9662615"/>
              <a:gd name="connsiteY109" fmla="*/ 1568904 h 1648182"/>
              <a:gd name="connsiteX110" fmla="*/ 427864 w 9662615"/>
              <a:gd name="connsiteY110" fmla="*/ 1580848 h 1648182"/>
              <a:gd name="connsiteX111" fmla="*/ 408381 w 9662615"/>
              <a:gd name="connsiteY111" fmla="*/ 1552940 h 1648182"/>
              <a:gd name="connsiteX112" fmla="*/ 267163 w 9662615"/>
              <a:gd name="connsiteY112" fmla="*/ 1531913 h 1648182"/>
              <a:gd name="connsiteX113" fmla="*/ 196644 w 9662615"/>
              <a:gd name="connsiteY113" fmla="*/ 1524565 h 1648182"/>
              <a:gd name="connsiteX114" fmla="*/ 86819 w 9662615"/>
              <a:gd name="connsiteY114" fmla="*/ 1519517 h 1648182"/>
              <a:gd name="connsiteX115" fmla="*/ 53369 w 9662615"/>
              <a:gd name="connsiteY115" fmla="*/ 1516853 h 1648182"/>
              <a:gd name="connsiteX116" fmla="*/ 2359 w 9662615"/>
              <a:gd name="connsiteY116" fmla="*/ 1515247 h 1648182"/>
              <a:gd name="connsiteX117" fmla="*/ 0 w 9662615"/>
              <a:gd name="connsiteY117" fmla="*/ 1514932 h 1648182"/>
              <a:gd name="connsiteX118" fmla="*/ 0 w 9662615"/>
              <a:gd name="connsiteY118" fmla="*/ 0 h 1648182"/>
              <a:gd name="connsiteX0" fmla="*/ 0 w 9662615"/>
              <a:gd name="connsiteY0" fmla="*/ 0 h 1723719"/>
              <a:gd name="connsiteX1" fmla="*/ 9662615 w 9662615"/>
              <a:gd name="connsiteY1" fmla="*/ 0 h 1723719"/>
              <a:gd name="connsiteX2" fmla="*/ 9662615 w 9662615"/>
              <a:gd name="connsiteY2" fmla="*/ 1280346 h 1723719"/>
              <a:gd name="connsiteX3" fmla="*/ 9658420 w 9662615"/>
              <a:gd name="connsiteY3" fmla="*/ 1280106 h 1723719"/>
              <a:gd name="connsiteX4" fmla="*/ 9469546 w 9662615"/>
              <a:gd name="connsiteY4" fmla="*/ 1289837 h 1723719"/>
              <a:gd name="connsiteX5" fmla="*/ 9385895 w 9662615"/>
              <a:gd name="connsiteY5" fmla="*/ 1269203 h 1723719"/>
              <a:gd name="connsiteX6" fmla="*/ 9144767 w 9662615"/>
              <a:gd name="connsiteY6" fmla="*/ 1264120 h 1723719"/>
              <a:gd name="connsiteX7" fmla="*/ 8837252 w 9662615"/>
              <a:gd name="connsiteY7" fmla="*/ 1350515 h 1723719"/>
              <a:gd name="connsiteX8" fmla="*/ 8705466 w 9662615"/>
              <a:gd name="connsiteY8" fmla="*/ 1342419 h 1723719"/>
              <a:gd name="connsiteX9" fmla="*/ 8652221 w 9662615"/>
              <a:gd name="connsiteY9" fmla="*/ 1326906 h 1723719"/>
              <a:gd name="connsiteX10" fmla="*/ 8632312 w 9662615"/>
              <a:gd name="connsiteY10" fmla="*/ 1326025 h 1723719"/>
              <a:gd name="connsiteX11" fmla="*/ 8591582 w 9662615"/>
              <a:gd name="connsiteY11" fmla="*/ 1341666 h 1723719"/>
              <a:gd name="connsiteX12" fmla="*/ 8537336 w 9662615"/>
              <a:gd name="connsiteY12" fmla="*/ 1341684 h 1723719"/>
              <a:gd name="connsiteX13" fmla="*/ 8472508 w 9662615"/>
              <a:gd name="connsiteY13" fmla="*/ 1363109 h 1723719"/>
              <a:gd name="connsiteX14" fmla="*/ 8258477 w 9662615"/>
              <a:gd name="connsiteY14" fmla="*/ 1370666 h 1723719"/>
              <a:gd name="connsiteX15" fmla="*/ 8197961 w 9662615"/>
              <a:gd name="connsiteY15" fmla="*/ 1392804 h 1723719"/>
              <a:gd name="connsiteX16" fmla="*/ 8171196 w 9662615"/>
              <a:gd name="connsiteY16" fmla="*/ 1397216 h 1723719"/>
              <a:gd name="connsiteX17" fmla="*/ 8127667 w 9662615"/>
              <a:gd name="connsiteY17" fmla="*/ 1418254 h 1723719"/>
              <a:gd name="connsiteX18" fmla="*/ 7974579 w 9662615"/>
              <a:gd name="connsiteY18" fmla="*/ 1383439 h 1723719"/>
              <a:gd name="connsiteX19" fmla="*/ 7768351 w 9662615"/>
              <a:gd name="connsiteY19" fmla="*/ 1395051 h 1723719"/>
              <a:gd name="connsiteX20" fmla="*/ 7635985 w 9662615"/>
              <a:gd name="connsiteY20" fmla="*/ 1386363 h 1723719"/>
              <a:gd name="connsiteX21" fmla="*/ 7466069 w 9662615"/>
              <a:gd name="connsiteY21" fmla="*/ 1377654 h 1723719"/>
              <a:gd name="connsiteX22" fmla="*/ 7355642 w 9662615"/>
              <a:gd name="connsiteY22" fmla="*/ 1407761 h 1723719"/>
              <a:gd name="connsiteX23" fmla="*/ 7151610 w 9662615"/>
              <a:gd name="connsiteY23" fmla="*/ 1397856 h 1723719"/>
              <a:gd name="connsiteX24" fmla="*/ 7082147 w 9662615"/>
              <a:gd name="connsiteY24" fmla="*/ 1406113 h 1723719"/>
              <a:gd name="connsiteX25" fmla="*/ 7014958 w 9662615"/>
              <a:gd name="connsiteY25" fmla="*/ 1396883 h 1723719"/>
              <a:gd name="connsiteX26" fmla="*/ 6907567 w 9662615"/>
              <a:gd name="connsiteY26" fmla="*/ 1419149 h 1723719"/>
              <a:gd name="connsiteX27" fmla="*/ 6748428 w 9662615"/>
              <a:gd name="connsiteY27" fmla="*/ 1420308 h 1723719"/>
              <a:gd name="connsiteX28" fmla="*/ 6654257 w 9662615"/>
              <a:gd name="connsiteY28" fmla="*/ 1424143 h 1723719"/>
              <a:gd name="connsiteX29" fmla="*/ 6620123 w 9662615"/>
              <a:gd name="connsiteY29" fmla="*/ 1430535 h 1723719"/>
              <a:gd name="connsiteX30" fmla="*/ 6571355 w 9662615"/>
              <a:gd name="connsiteY30" fmla="*/ 1436144 h 1723719"/>
              <a:gd name="connsiteX31" fmla="*/ 6486557 w 9662615"/>
              <a:gd name="connsiteY31" fmla="*/ 1449861 h 1723719"/>
              <a:gd name="connsiteX32" fmla="*/ 6370419 w 9662615"/>
              <a:gd name="connsiteY32" fmla="*/ 1461649 h 1723719"/>
              <a:gd name="connsiteX33" fmla="*/ 6278839 w 9662615"/>
              <a:gd name="connsiteY33" fmla="*/ 1449160 h 1723719"/>
              <a:gd name="connsiteX34" fmla="*/ 6272455 w 9662615"/>
              <a:gd name="connsiteY34" fmla="*/ 1453191 h 1723719"/>
              <a:gd name="connsiteX35" fmla="*/ 6212659 w 9662615"/>
              <a:gd name="connsiteY35" fmla="*/ 1454850 h 1723719"/>
              <a:gd name="connsiteX36" fmla="*/ 6069317 w 9662615"/>
              <a:gd name="connsiteY36" fmla="*/ 1445838 h 1723719"/>
              <a:gd name="connsiteX37" fmla="*/ 5878477 w 9662615"/>
              <a:gd name="connsiteY37" fmla="*/ 1439180 h 1723719"/>
              <a:gd name="connsiteX38" fmla="*/ 5838387 w 9662615"/>
              <a:gd name="connsiteY38" fmla="*/ 1444679 h 1723719"/>
              <a:gd name="connsiteX39" fmla="*/ 5771136 w 9662615"/>
              <a:gd name="connsiteY39" fmla="*/ 1453639 h 1723719"/>
              <a:gd name="connsiteX40" fmla="*/ 5724081 w 9662615"/>
              <a:gd name="connsiteY40" fmla="*/ 1470431 h 1723719"/>
              <a:gd name="connsiteX41" fmla="*/ 5666577 w 9662615"/>
              <a:gd name="connsiteY41" fmla="*/ 1473921 h 1723719"/>
              <a:gd name="connsiteX42" fmla="*/ 5649068 w 9662615"/>
              <a:gd name="connsiteY42" fmla="*/ 1461676 h 1723719"/>
              <a:gd name="connsiteX43" fmla="*/ 5588902 w 9662615"/>
              <a:gd name="connsiteY43" fmla="*/ 1469647 h 1723719"/>
              <a:gd name="connsiteX44" fmla="*/ 5498090 w 9662615"/>
              <a:gd name="connsiteY44" fmla="*/ 1483173 h 1723719"/>
              <a:gd name="connsiteX45" fmla="*/ 5444641 w 9662615"/>
              <a:gd name="connsiteY45" fmla="*/ 1487602 h 1723719"/>
              <a:gd name="connsiteX46" fmla="*/ 5299812 w 9662615"/>
              <a:gd name="connsiteY46" fmla="*/ 1503362 h 1723719"/>
              <a:gd name="connsiteX47" fmla="*/ 5213947 w 9662615"/>
              <a:gd name="connsiteY47" fmla="*/ 1516637 h 1723719"/>
              <a:gd name="connsiteX48" fmla="*/ 5090342 w 9662615"/>
              <a:gd name="connsiteY48" fmla="*/ 1546680 h 1723719"/>
              <a:gd name="connsiteX49" fmla="*/ 5129812 w 9662615"/>
              <a:gd name="connsiteY49" fmla="*/ 1521277 h 1723719"/>
              <a:gd name="connsiteX50" fmla="*/ 5059484 w 9662615"/>
              <a:gd name="connsiteY50" fmla="*/ 1546802 h 1723719"/>
              <a:gd name="connsiteX51" fmla="*/ 5038524 w 9662615"/>
              <a:gd name="connsiteY51" fmla="*/ 1545675 h 1723719"/>
              <a:gd name="connsiteX52" fmla="*/ 5026564 w 9662615"/>
              <a:gd name="connsiteY52" fmla="*/ 1545376 h 1723719"/>
              <a:gd name="connsiteX53" fmla="*/ 4969433 w 9662615"/>
              <a:gd name="connsiteY53" fmla="*/ 1550865 h 1723719"/>
              <a:gd name="connsiteX54" fmla="*/ 4929254 w 9662615"/>
              <a:gd name="connsiteY54" fmla="*/ 1563452 h 1723719"/>
              <a:gd name="connsiteX55" fmla="*/ 4871726 w 9662615"/>
              <a:gd name="connsiteY55" fmla="*/ 1570584 h 1723719"/>
              <a:gd name="connsiteX56" fmla="*/ 4843267 w 9662615"/>
              <a:gd name="connsiteY56" fmla="*/ 1561459 h 1723719"/>
              <a:gd name="connsiteX57" fmla="*/ 4821058 w 9662615"/>
              <a:gd name="connsiteY57" fmla="*/ 1553078 h 1723719"/>
              <a:gd name="connsiteX58" fmla="*/ 4791466 w 9662615"/>
              <a:gd name="connsiteY58" fmla="*/ 1561324 h 1723719"/>
              <a:gd name="connsiteX59" fmla="*/ 4784247 w 9662615"/>
              <a:gd name="connsiteY59" fmla="*/ 1562342 h 1723719"/>
              <a:gd name="connsiteX60" fmla="*/ 4739309 w 9662615"/>
              <a:gd name="connsiteY60" fmla="*/ 1553948 h 1723719"/>
              <a:gd name="connsiteX61" fmla="*/ 4697562 w 9662615"/>
              <a:gd name="connsiteY61" fmla="*/ 1551206 h 1723719"/>
              <a:gd name="connsiteX62" fmla="*/ 4650737 w 9662615"/>
              <a:gd name="connsiteY62" fmla="*/ 1537381 h 1723719"/>
              <a:gd name="connsiteX63" fmla="*/ 4583150 w 9662615"/>
              <a:gd name="connsiteY63" fmla="*/ 1529064 h 1723719"/>
              <a:gd name="connsiteX64" fmla="*/ 4521734 w 9662615"/>
              <a:gd name="connsiteY64" fmla="*/ 1529359 h 1723719"/>
              <a:gd name="connsiteX65" fmla="*/ 4382398 w 9662615"/>
              <a:gd name="connsiteY65" fmla="*/ 1534108 h 1723719"/>
              <a:gd name="connsiteX66" fmla="*/ 4221826 w 9662615"/>
              <a:gd name="connsiteY66" fmla="*/ 1500972 h 1723719"/>
              <a:gd name="connsiteX67" fmla="*/ 4096601 w 9662615"/>
              <a:gd name="connsiteY67" fmla="*/ 1521563 h 1723719"/>
              <a:gd name="connsiteX68" fmla="*/ 3970635 w 9662615"/>
              <a:gd name="connsiteY68" fmla="*/ 1723719 h 1723719"/>
              <a:gd name="connsiteX69" fmla="*/ 3833906 w 9662615"/>
              <a:gd name="connsiteY69" fmla="*/ 1516637 h 1723719"/>
              <a:gd name="connsiteX70" fmla="*/ 3696258 w 9662615"/>
              <a:gd name="connsiteY70" fmla="*/ 1537563 h 1723719"/>
              <a:gd name="connsiteX71" fmla="*/ 3594070 w 9662615"/>
              <a:gd name="connsiteY71" fmla="*/ 1509422 h 1723719"/>
              <a:gd name="connsiteX72" fmla="*/ 3565233 w 9662615"/>
              <a:gd name="connsiteY72" fmla="*/ 1515122 h 1723719"/>
              <a:gd name="connsiteX73" fmla="*/ 3560267 w 9662615"/>
              <a:gd name="connsiteY73" fmla="*/ 1516288 h 1723719"/>
              <a:gd name="connsiteX74" fmla="*/ 3540258 w 9662615"/>
              <a:gd name="connsiteY74" fmla="*/ 1516976 h 1723719"/>
              <a:gd name="connsiteX75" fmla="*/ 3534780 w 9662615"/>
              <a:gd name="connsiteY75" fmla="*/ 1522141 h 1723719"/>
              <a:gd name="connsiteX76" fmla="*/ 3504783 w 9662615"/>
              <a:gd name="connsiteY76" fmla="*/ 1526739 h 1723719"/>
              <a:gd name="connsiteX77" fmla="*/ 3430805 w 9662615"/>
              <a:gd name="connsiteY77" fmla="*/ 1542521 h 1723719"/>
              <a:gd name="connsiteX78" fmla="*/ 3292707 w 9662615"/>
              <a:gd name="connsiteY78" fmla="*/ 1520490 h 1723719"/>
              <a:gd name="connsiteX79" fmla="*/ 3187872 w 9662615"/>
              <a:gd name="connsiteY79" fmla="*/ 1519991 h 1723719"/>
              <a:gd name="connsiteX80" fmla="*/ 3148026 w 9662615"/>
              <a:gd name="connsiteY80" fmla="*/ 1524777 h 1723719"/>
              <a:gd name="connsiteX81" fmla="*/ 3092394 w 9662615"/>
              <a:gd name="connsiteY81" fmla="*/ 1528115 h 1723719"/>
              <a:gd name="connsiteX82" fmla="*/ 2994200 w 9662615"/>
              <a:gd name="connsiteY82" fmla="*/ 1537857 h 1723719"/>
              <a:gd name="connsiteX83" fmla="*/ 2862301 w 9662615"/>
              <a:gd name="connsiteY83" fmla="*/ 1544250 h 1723719"/>
              <a:gd name="connsiteX84" fmla="*/ 2766335 w 9662615"/>
              <a:gd name="connsiteY84" fmla="*/ 1527662 h 1723719"/>
              <a:gd name="connsiteX85" fmla="*/ 2757836 w 9662615"/>
              <a:gd name="connsiteY85" fmla="*/ 1531371 h 1723719"/>
              <a:gd name="connsiteX86" fmla="*/ 2691555 w 9662615"/>
              <a:gd name="connsiteY86" fmla="*/ 1530283 h 1723719"/>
              <a:gd name="connsiteX87" fmla="*/ 2491676 w 9662615"/>
              <a:gd name="connsiteY87" fmla="*/ 1500859 h 1723719"/>
              <a:gd name="connsiteX88" fmla="*/ 2378036 w 9662615"/>
              <a:gd name="connsiteY88" fmla="*/ 1520645 h 1723719"/>
              <a:gd name="connsiteX89" fmla="*/ 2284269 w 9662615"/>
              <a:gd name="connsiteY89" fmla="*/ 1503068 h 1723719"/>
              <a:gd name="connsiteX90" fmla="*/ 2207104 w 9662615"/>
              <a:gd name="connsiteY90" fmla="*/ 1508888 h 1723719"/>
              <a:gd name="connsiteX91" fmla="*/ 2149226 w 9662615"/>
              <a:gd name="connsiteY91" fmla="*/ 1523409 h 1723719"/>
              <a:gd name="connsiteX92" fmla="*/ 2084783 w 9662615"/>
              <a:gd name="connsiteY92" fmla="*/ 1524245 h 1723719"/>
              <a:gd name="connsiteX93" fmla="*/ 2070075 w 9662615"/>
              <a:gd name="connsiteY93" fmla="*/ 1511285 h 1723719"/>
              <a:gd name="connsiteX94" fmla="*/ 2001057 w 9662615"/>
              <a:gd name="connsiteY94" fmla="*/ 1516449 h 1723719"/>
              <a:gd name="connsiteX95" fmla="*/ 1896330 w 9662615"/>
              <a:gd name="connsiteY95" fmla="*/ 1525725 h 1723719"/>
              <a:gd name="connsiteX96" fmla="*/ 1835994 w 9662615"/>
              <a:gd name="connsiteY96" fmla="*/ 1527678 h 1723719"/>
              <a:gd name="connsiteX97" fmla="*/ 1671119 w 9662615"/>
              <a:gd name="connsiteY97" fmla="*/ 1536701 h 1723719"/>
              <a:gd name="connsiteX98" fmla="*/ 1601337 w 9662615"/>
              <a:gd name="connsiteY98" fmla="*/ 1548552 h 1723719"/>
              <a:gd name="connsiteX99" fmla="*/ 1407755 w 9662615"/>
              <a:gd name="connsiteY99" fmla="*/ 1571444 h 1723719"/>
              <a:gd name="connsiteX100" fmla="*/ 1271994 w 9662615"/>
              <a:gd name="connsiteY100" fmla="*/ 1579471 h 1723719"/>
              <a:gd name="connsiteX101" fmla="*/ 1249226 w 9662615"/>
              <a:gd name="connsiteY101" fmla="*/ 1583140 h 1723719"/>
              <a:gd name="connsiteX102" fmla="*/ 1217719 w 9662615"/>
              <a:gd name="connsiteY102" fmla="*/ 1580863 h 1723719"/>
              <a:gd name="connsiteX103" fmla="*/ 1091432 w 9662615"/>
              <a:gd name="connsiteY103" fmla="*/ 1571003 h 1723719"/>
              <a:gd name="connsiteX104" fmla="*/ 992039 w 9662615"/>
              <a:gd name="connsiteY104" fmla="*/ 1556662 h 1723719"/>
              <a:gd name="connsiteX105" fmla="*/ 868264 w 9662615"/>
              <a:gd name="connsiteY105" fmla="*/ 1566392 h 1723719"/>
              <a:gd name="connsiteX106" fmla="*/ 792765 w 9662615"/>
              <a:gd name="connsiteY106" fmla="*/ 1563102 h 1723719"/>
              <a:gd name="connsiteX107" fmla="*/ 669055 w 9662615"/>
              <a:gd name="connsiteY107" fmla="*/ 1543638 h 1723719"/>
              <a:gd name="connsiteX108" fmla="*/ 506152 w 9662615"/>
              <a:gd name="connsiteY108" fmla="*/ 1549124 h 1723719"/>
              <a:gd name="connsiteX109" fmla="*/ 472797 w 9662615"/>
              <a:gd name="connsiteY109" fmla="*/ 1568904 h 1723719"/>
              <a:gd name="connsiteX110" fmla="*/ 427864 w 9662615"/>
              <a:gd name="connsiteY110" fmla="*/ 1580848 h 1723719"/>
              <a:gd name="connsiteX111" fmla="*/ 408381 w 9662615"/>
              <a:gd name="connsiteY111" fmla="*/ 1552940 h 1723719"/>
              <a:gd name="connsiteX112" fmla="*/ 267163 w 9662615"/>
              <a:gd name="connsiteY112" fmla="*/ 1531913 h 1723719"/>
              <a:gd name="connsiteX113" fmla="*/ 196644 w 9662615"/>
              <a:gd name="connsiteY113" fmla="*/ 1524565 h 1723719"/>
              <a:gd name="connsiteX114" fmla="*/ 86819 w 9662615"/>
              <a:gd name="connsiteY114" fmla="*/ 1519517 h 1723719"/>
              <a:gd name="connsiteX115" fmla="*/ 53369 w 9662615"/>
              <a:gd name="connsiteY115" fmla="*/ 1516853 h 1723719"/>
              <a:gd name="connsiteX116" fmla="*/ 2359 w 9662615"/>
              <a:gd name="connsiteY116" fmla="*/ 1515247 h 1723719"/>
              <a:gd name="connsiteX117" fmla="*/ 0 w 9662615"/>
              <a:gd name="connsiteY117" fmla="*/ 1514932 h 1723719"/>
              <a:gd name="connsiteX118" fmla="*/ 0 w 9662615"/>
              <a:gd name="connsiteY118" fmla="*/ 0 h 1723719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37764 w 9662615"/>
              <a:gd name="connsiteY49" fmla="*/ 1481521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177807 w 9662615"/>
              <a:gd name="connsiteY48" fmla="*/ 1526802 h 1583140"/>
              <a:gd name="connsiteX49" fmla="*/ 5137764 w 9662615"/>
              <a:gd name="connsiteY49" fmla="*/ 1481521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784979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784979 w 9662615"/>
              <a:gd name="connsiteY8" fmla="*/ 1342419 h 1583140"/>
              <a:gd name="connsiteX9" fmla="*/ 8695953 w 9662615"/>
              <a:gd name="connsiteY9" fmla="*/ 1346784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784979 w 9662615"/>
              <a:gd name="connsiteY8" fmla="*/ 1342419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784979 w 9662615"/>
              <a:gd name="connsiteY8" fmla="*/ 1342419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16849 w 9662615"/>
              <a:gd name="connsiteY13" fmla="*/ 1367085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784979 w 9662615"/>
              <a:gd name="connsiteY8" fmla="*/ 1342419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16849 w 9662615"/>
              <a:gd name="connsiteY13" fmla="*/ 1367085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26260 w 9662615"/>
              <a:gd name="connsiteY5" fmla="*/ 1277155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784979 w 9662615"/>
              <a:gd name="connsiteY8" fmla="*/ 1342419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16849 w 9662615"/>
              <a:gd name="connsiteY13" fmla="*/ 1367085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26260 w 9662615"/>
              <a:gd name="connsiteY5" fmla="*/ 1277155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828711 w 9662615"/>
              <a:gd name="connsiteY8" fmla="*/ 1346394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16849 w 9662615"/>
              <a:gd name="connsiteY13" fmla="*/ 1367085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26260 w 9662615"/>
              <a:gd name="connsiteY5" fmla="*/ 1277155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828711 w 9662615"/>
              <a:gd name="connsiteY8" fmla="*/ 1346394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16849 w 9662615"/>
              <a:gd name="connsiteY13" fmla="*/ 1367085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26260 w 9662615"/>
              <a:gd name="connsiteY5" fmla="*/ 1277155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828711 w 9662615"/>
              <a:gd name="connsiteY8" fmla="*/ 1346394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16849 w 9662615"/>
              <a:gd name="connsiteY13" fmla="*/ 1367085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26260 w 9662615"/>
              <a:gd name="connsiteY5" fmla="*/ 1277155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828711 w 9662615"/>
              <a:gd name="connsiteY8" fmla="*/ 1346394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16849 w 9662615"/>
              <a:gd name="connsiteY13" fmla="*/ 1367085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18664 w 9662615"/>
              <a:gd name="connsiteY3" fmla="*/ 1331789 h 1583140"/>
              <a:gd name="connsiteX4" fmla="*/ 9469546 w 9662615"/>
              <a:gd name="connsiteY4" fmla="*/ 1289837 h 1583140"/>
              <a:gd name="connsiteX5" fmla="*/ 9326260 w 9662615"/>
              <a:gd name="connsiteY5" fmla="*/ 1277155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828711 w 9662615"/>
              <a:gd name="connsiteY8" fmla="*/ 1346394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16849 w 9662615"/>
              <a:gd name="connsiteY13" fmla="*/ 1367085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551077 w 9662615"/>
              <a:gd name="connsiteY3" fmla="*/ 1292033 h 1583140"/>
              <a:gd name="connsiteX4" fmla="*/ 9469546 w 9662615"/>
              <a:gd name="connsiteY4" fmla="*/ 1289837 h 1583140"/>
              <a:gd name="connsiteX5" fmla="*/ 9326260 w 9662615"/>
              <a:gd name="connsiteY5" fmla="*/ 1277155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828711 w 9662615"/>
              <a:gd name="connsiteY8" fmla="*/ 1346394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16849 w 9662615"/>
              <a:gd name="connsiteY13" fmla="*/ 1367085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551077 w 9662615"/>
              <a:gd name="connsiteY3" fmla="*/ 1292033 h 1583140"/>
              <a:gd name="connsiteX4" fmla="*/ 9469546 w 9662615"/>
              <a:gd name="connsiteY4" fmla="*/ 1289837 h 1583140"/>
              <a:gd name="connsiteX5" fmla="*/ 9326260 w 9662615"/>
              <a:gd name="connsiteY5" fmla="*/ 1277155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828711 w 9662615"/>
              <a:gd name="connsiteY8" fmla="*/ 1346394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16849 w 9662615"/>
              <a:gd name="connsiteY13" fmla="*/ 1367085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871726 w 9662615"/>
              <a:gd name="connsiteY54" fmla="*/ 1570584 h 1583140"/>
              <a:gd name="connsiteX55" fmla="*/ 4843267 w 9662615"/>
              <a:gd name="connsiteY55" fmla="*/ 1561459 h 1583140"/>
              <a:gd name="connsiteX56" fmla="*/ 4821058 w 9662615"/>
              <a:gd name="connsiteY56" fmla="*/ 1553078 h 1583140"/>
              <a:gd name="connsiteX57" fmla="*/ 4791466 w 9662615"/>
              <a:gd name="connsiteY57" fmla="*/ 1561324 h 1583140"/>
              <a:gd name="connsiteX58" fmla="*/ 4784247 w 9662615"/>
              <a:gd name="connsiteY58" fmla="*/ 1562342 h 1583140"/>
              <a:gd name="connsiteX59" fmla="*/ 4739309 w 9662615"/>
              <a:gd name="connsiteY59" fmla="*/ 1553948 h 1583140"/>
              <a:gd name="connsiteX60" fmla="*/ 4697562 w 9662615"/>
              <a:gd name="connsiteY60" fmla="*/ 1551206 h 1583140"/>
              <a:gd name="connsiteX61" fmla="*/ 4650737 w 9662615"/>
              <a:gd name="connsiteY61" fmla="*/ 1537381 h 1583140"/>
              <a:gd name="connsiteX62" fmla="*/ 4583150 w 9662615"/>
              <a:gd name="connsiteY62" fmla="*/ 1529064 h 1583140"/>
              <a:gd name="connsiteX63" fmla="*/ 4521734 w 9662615"/>
              <a:gd name="connsiteY63" fmla="*/ 1529359 h 1583140"/>
              <a:gd name="connsiteX64" fmla="*/ 4382398 w 9662615"/>
              <a:gd name="connsiteY64" fmla="*/ 1534108 h 1583140"/>
              <a:gd name="connsiteX65" fmla="*/ 4221826 w 9662615"/>
              <a:gd name="connsiteY65" fmla="*/ 1500972 h 1583140"/>
              <a:gd name="connsiteX66" fmla="*/ 4096601 w 9662615"/>
              <a:gd name="connsiteY66" fmla="*/ 1521563 h 1583140"/>
              <a:gd name="connsiteX67" fmla="*/ 4002441 w 9662615"/>
              <a:gd name="connsiteY67" fmla="*/ 1528912 h 1583140"/>
              <a:gd name="connsiteX68" fmla="*/ 3833906 w 9662615"/>
              <a:gd name="connsiteY68" fmla="*/ 1516637 h 1583140"/>
              <a:gd name="connsiteX69" fmla="*/ 3763845 w 9662615"/>
              <a:gd name="connsiteY69" fmla="*/ 1501782 h 1583140"/>
              <a:gd name="connsiteX70" fmla="*/ 3641778 w 9662615"/>
              <a:gd name="connsiteY70" fmla="*/ 1505446 h 1583140"/>
              <a:gd name="connsiteX71" fmla="*/ 3565233 w 9662615"/>
              <a:gd name="connsiteY71" fmla="*/ 1515122 h 1583140"/>
              <a:gd name="connsiteX72" fmla="*/ 3560267 w 9662615"/>
              <a:gd name="connsiteY72" fmla="*/ 1516288 h 1583140"/>
              <a:gd name="connsiteX73" fmla="*/ 3540258 w 9662615"/>
              <a:gd name="connsiteY73" fmla="*/ 1516976 h 1583140"/>
              <a:gd name="connsiteX74" fmla="*/ 3534780 w 9662615"/>
              <a:gd name="connsiteY74" fmla="*/ 1522141 h 1583140"/>
              <a:gd name="connsiteX75" fmla="*/ 3504783 w 9662615"/>
              <a:gd name="connsiteY75" fmla="*/ 1526739 h 1583140"/>
              <a:gd name="connsiteX76" fmla="*/ 3430805 w 9662615"/>
              <a:gd name="connsiteY76" fmla="*/ 1542521 h 1583140"/>
              <a:gd name="connsiteX77" fmla="*/ 3292707 w 9662615"/>
              <a:gd name="connsiteY77" fmla="*/ 1520490 h 1583140"/>
              <a:gd name="connsiteX78" fmla="*/ 3187872 w 9662615"/>
              <a:gd name="connsiteY78" fmla="*/ 1519991 h 1583140"/>
              <a:gd name="connsiteX79" fmla="*/ 3148026 w 9662615"/>
              <a:gd name="connsiteY79" fmla="*/ 1524777 h 1583140"/>
              <a:gd name="connsiteX80" fmla="*/ 3092394 w 9662615"/>
              <a:gd name="connsiteY80" fmla="*/ 1528115 h 1583140"/>
              <a:gd name="connsiteX81" fmla="*/ 2994200 w 9662615"/>
              <a:gd name="connsiteY81" fmla="*/ 1537857 h 1583140"/>
              <a:gd name="connsiteX82" fmla="*/ 2862301 w 9662615"/>
              <a:gd name="connsiteY82" fmla="*/ 1544250 h 1583140"/>
              <a:gd name="connsiteX83" fmla="*/ 2766335 w 9662615"/>
              <a:gd name="connsiteY83" fmla="*/ 1527662 h 1583140"/>
              <a:gd name="connsiteX84" fmla="*/ 2757836 w 9662615"/>
              <a:gd name="connsiteY84" fmla="*/ 1531371 h 1583140"/>
              <a:gd name="connsiteX85" fmla="*/ 2691555 w 9662615"/>
              <a:gd name="connsiteY85" fmla="*/ 1530283 h 1583140"/>
              <a:gd name="connsiteX86" fmla="*/ 2491676 w 9662615"/>
              <a:gd name="connsiteY86" fmla="*/ 1500859 h 1583140"/>
              <a:gd name="connsiteX87" fmla="*/ 2378036 w 9662615"/>
              <a:gd name="connsiteY87" fmla="*/ 1520645 h 1583140"/>
              <a:gd name="connsiteX88" fmla="*/ 2284269 w 9662615"/>
              <a:gd name="connsiteY88" fmla="*/ 1503068 h 1583140"/>
              <a:gd name="connsiteX89" fmla="*/ 2207104 w 9662615"/>
              <a:gd name="connsiteY89" fmla="*/ 1508888 h 1583140"/>
              <a:gd name="connsiteX90" fmla="*/ 2149226 w 9662615"/>
              <a:gd name="connsiteY90" fmla="*/ 1523409 h 1583140"/>
              <a:gd name="connsiteX91" fmla="*/ 2084783 w 9662615"/>
              <a:gd name="connsiteY91" fmla="*/ 1524245 h 1583140"/>
              <a:gd name="connsiteX92" fmla="*/ 2070075 w 9662615"/>
              <a:gd name="connsiteY92" fmla="*/ 1511285 h 1583140"/>
              <a:gd name="connsiteX93" fmla="*/ 2001057 w 9662615"/>
              <a:gd name="connsiteY93" fmla="*/ 1516449 h 1583140"/>
              <a:gd name="connsiteX94" fmla="*/ 1896330 w 9662615"/>
              <a:gd name="connsiteY94" fmla="*/ 1525725 h 1583140"/>
              <a:gd name="connsiteX95" fmla="*/ 1835994 w 9662615"/>
              <a:gd name="connsiteY95" fmla="*/ 1527678 h 1583140"/>
              <a:gd name="connsiteX96" fmla="*/ 1671119 w 9662615"/>
              <a:gd name="connsiteY96" fmla="*/ 1536701 h 1583140"/>
              <a:gd name="connsiteX97" fmla="*/ 1601337 w 9662615"/>
              <a:gd name="connsiteY97" fmla="*/ 1548552 h 1583140"/>
              <a:gd name="connsiteX98" fmla="*/ 1407755 w 9662615"/>
              <a:gd name="connsiteY98" fmla="*/ 1571444 h 1583140"/>
              <a:gd name="connsiteX99" fmla="*/ 1271994 w 9662615"/>
              <a:gd name="connsiteY99" fmla="*/ 1579471 h 1583140"/>
              <a:gd name="connsiteX100" fmla="*/ 1249226 w 9662615"/>
              <a:gd name="connsiteY100" fmla="*/ 1583140 h 1583140"/>
              <a:gd name="connsiteX101" fmla="*/ 1217719 w 9662615"/>
              <a:gd name="connsiteY101" fmla="*/ 1580863 h 1583140"/>
              <a:gd name="connsiteX102" fmla="*/ 1091432 w 9662615"/>
              <a:gd name="connsiteY102" fmla="*/ 1571003 h 1583140"/>
              <a:gd name="connsiteX103" fmla="*/ 992039 w 9662615"/>
              <a:gd name="connsiteY103" fmla="*/ 1556662 h 1583140"/>
              <a:gd name="connsiteX104" fmla="*/ 868264 w 9662615"/>
              <a:gd name="connsiteY104" fmla="*/ 1566392 h 1583140"/>
              <a:gd name="connsiteX105" fmla="*/ 792765 w 9662615"/>
              <a:gd name="connsiteY105" fmla="*/ 1563102 h 1583140"/>
              <a:gd name="connsiteX106" fmla="*/ 669055 w 9662615"/>
              <a:gd name="connsiteY106" fmla="*/ 1543638 h 1583140"/>
              <a:gd name="connsiteX107" fmla="*/ 506152 w 9662615"/>
              <a:gd name="connsiteY107" fmla="*/ 1549124 h 1583140"/>
              <a:gd name="connsiteX108" fmla="*/ 472797 w 9662615"/>
              <a:gd name="connsiteY108" fmla="*/ 1568904 h 1583140"/>
              <a:gd name="connsiteX109" fmla="*/ 427864 w 9662615"/>
              <a:gd name="connsiteY109" fmla="*/ 1580848 h 1583140"/>
              <a:gd name="connsiteX110" fmla="*/ 408381 w 9662615"/>
              <a:gd name="connsiteY110" fmla="*/ 1552940 h 1583140"/>
              <a:gd name="connsiteX111" fmla="*/ 267163 w 9662615"/>
              <a:gd name="connsiteY111" fmla="*/ 1531913 h 1583140"/>
              <a:gd name="connsiteX112" fmla="*/ 196644 w 9662615"/>
              <a:gd name="connsiteY112" fmla="*/ 1524565 h 1583140"/>
              <a:gd name="connsiteX113" fmla="*/ 86819 w 9662615"/>
              <a:gd name="connsiteY113" fmla="*/ 1519517 h 1583140"/>
              <a:gd name="connsiteX114" fmla="*/ 53369 w 9662615"/>
              <a:gd name="connsiteY114" fmla="*/ 1516853 h 1583140"/>
              <a:gd name="connsiteX115" fmla="*/ 2359 w 9662615"/>
              <a:gd name="connsiteY115" fmla="*/ 1515247 h 1583140"/>
              <a:gd name="connsiteX116" fmla="*/ 0 w 9662615"/>
              <a:gd name="connsiteY116" fmla="*/ 1514932 h 1583140"/>
              <a:gd name="connsiteX117" fmla="*/ 0 w 9662615"/>
              <a:gd name="connsiteY117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551077 w 9662615"/>
              <a:gd name="connsiteY3" fmla="*/ 1292033 h 1583140"/>
              <a:gd name="connsiteX4" fmla="*/ 9469546 w 9662615"/>
              <a:gd name="connsiteY4" fmla="*/ 1289837 h 1583140"/>
              <a:gd name="connsiteX5" fmla="*/ 9326260 w 9662615"/>
              <a:gd name="connsiteY5" fmla="*/ 1277155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828711 w 9662615"/>
              <a:gd name="connsiteY8" fmla="*/ 1346394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16849 w 9662615"/>
              <a:gd name="connsiteY13" fmla="*/ 1367085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871726 w 9662615"/>
              <a:gd name="connsiteY54" fmla="*/ 1570584 h 1583140"/>
              <a:gd name="connsiteX55" fmla="*/ 4843267 w 9662615"/>
              <a:gd name="connsiteY55" fmla="*/ 1561459 h 1583140"/>
              <a:gd name="connsiteX56" fmla="*/ 4821058 w 9662615"/>
              <a:gd name="connsiteY56" fmla="*/ 1553078 h 1583140"/>
              <a:gd name="connsiteX57" fmla="*/ 4791466 w 9662615"/>
              <a:gd name="connsiteY57" fmla="*/ 1561324 h 1583140"/>
              <a:gd name="connsiteX58" fmla="*/ 4784247 w 9662615"/>
              <a:gd name="connsiteY58" fmla="*/ 1562342 h 1583140"/>
              <a:gd name="connsiteX59" fmla="*/ 4739309 w 9662615"/>
              <a:gd name="connsiteY59" fmla="*/ 1553948 h 1583140"/>
              <a:gd name="connsiteX60" fmla="*/ 4697562 w 9662615"/>
              <a:gd name="connsiteY60" fmla="*/ 1551206 h 1583140"/>
              <a:gd name="connsiteX61" fmla="*/ 4650737 w 9662615"/>
              <a:gd name="connsiteY61" fmla="*/ 1537381 h 1583140"/>
              <a:gd name="connsiteX62" fmla="*/ 4583150 w 9662615"/>
              <a:gd name="connsiteY62" fmla="*/ 1529064 h 1583140"/>
              <a:gd name="connsiteX63" fmla="*/ 4521734 w 9662615"/>
              <a:gd name="connsiteY63" fmla="*/ 1529359 h 1583140"/>
              <a:gd name="connsiteX64" fmla="*/ 4382398 w 9662615"/>
              <a:gd name="connsiteY64" fmla="*/ 1534108 h 1583140"/>
              <a:gd name="connsiteX65" fmla="*/ 4221826 w 9662615"/>
              <a:gd name="connsiteY65" fmla="*/ 1500972 h 1583140"/>
              <a:gd name="connsiteX66" fmla="*/ 4096601 w 9662615"/>
              <a:gd name="connsiteY66" fmla="*/ 1521563 h 1583140"/>
              <a:gd name="connsiteX67" fmla="*/ 4002441 w 9662615"/>
              <a:gd name="connsiteY67" fmla="*/ 1528912 h 1583140"/>
              <a:gd name="connsiteX68" fmla="*/ 3833906 w 9662615"/>
              <a:gd name="connsiteY68" fmla="*/ 1516637 h 1583140"/>
              <a:gd name="connsiteX69" fmla="*/ 3763845 w 9662615"/>
              <a:gd name="connsiteY69" fmla="*/ 1501782 h 1583140"/>
              <a:gd name="connsiteX70" fmla="*/ 3641778 w 9662615"/>
              <a:gd name="connsiteY70" fmla="*/ 1505446 h 1583140"/>
              <a:gd name="connsiteX71" fmla="*/ 3565233 w 9662615"/>
              <a:gd name="connsiteY71" fmla="*/ 1515122 h 1583140"/>
              <a:gd name="connsiteX72" fmla="*/ 3560267 w 9662615"/>
              <a:gd name="connsiteY72" fmla="*/ 1516288 h 1583140"/>
              <a:gd name="connsiteX73" fmla="*/ 3540258 w 9662615"/>
              <a:gd name="connsiteY73" fmla="*/ 1516976 h 1583140"/>
              <a:gd name="connsiteX74" fmla="*/ 3534780 w 9662615"/>
              <a:gd name="connsiteY74" fmla="*/ 1522141 h 1583140"/>
              <a:gd name="connsiteX75" fmla="*/ 3504783 w 9662615"/>
              <a:gd name="connsiteY75" fmla="*/ 1526739 h 1583140"/>
              <a:gd name="connsiteX76" fmla="*/ 3430805 w 9662615"/>
              <a:gd name="connsiteY76" fmla="*/ 1542521 h 1583140"/>
              <a:gd name="connsiteX77" fmla="*/ 3292707 w 9662615"/>
              <a:gd name="connsiteY77" fmla="*/ 1520490 h 1583140"/>
              <a:gd name="connsiteX78" fmla="*/ 3187872 w 9662615"/>
              <a:gd name="connsiteY78" fmla="*/ 1519991 h 1583140"/>
              <a:gd name="connsiteX79" fmla="*/ 3148026 w 9662615"/>
              <a:gd name="connsiteY79" fmla="*/ 1524777 h 1583140"/>
              <a:gd name="connsiteX80" fmla="*/ 3092394 w 9662615"/>
              <a:gd name="connsiteY80" fmla="*/ 1528115 h 1583140"/>
              <a:gd name="connsiteX81" fmla="*/ 2994200 w 9662615"/>
              <a:gd name="connsiteY81" fmla="*/ 1537857 h 1583140"/>
              <a:gd name="connsiteX82" fmla="*/ 2862301 w 9662615"/>
              <a:gd name="connsiteY82" fmla="*/ 1544250 h 1583140"/>
              <a:gd name="connsiteX83" fmla="*/ 2766335 w 9662615"/>
              <a:gd name="connsiteY83" fmla="*/ 1527662 h 1583140"/>
              <a:gd name="connsiteX84" fmla="*/ 2757836 w 9662615"/>
              <a:gd name="connsiteY84" fmla="*/ 1531371 h 1583140"/>
              <a:gd name="connsiteX85" fmla="*/ 2691555 w 9662615"/>
              <a:gd name="connsiteY85" fmla="*/ 1530283 h 1583140"/>
              <a:gd name="connsiteX86" fmla="*/ 2491676 w 9662615"/>
              <a:gd name="connsiteY86" fmla="*/ 1500859 h 1583140"/>
              <a:gd name="connsiteX87" fmla="*/ 2378036 w 9662615"/>
              <a:gd name="connsiteY87" fmla="*/ 1520645 h 1583140"/>
              <a:gd name="connsiteX88" fmla="*/ 2284269 w 9662615"/>
              <a:gd name="connsiteY88" fmla="*/ 1503068 h 1583140"/>
              <a:gd name="connsiteX89" fmla="*/ 2207104 w 9662615"/>
              <a:gd name="connsiteY89" fmla="*/ 1508888 h 1583140"/>
              <a:gd name="connsiteX90" fmla="*/ 2149226 w 9662615"/>
              <a:gd name="connsiteY90" fmla="*/ 1523409 h 1583140"/>
              <a:gd name="connsiteX91" fmla="*/ 2084783 w 9662615"/>
              <a:gd name="connsiteY91" fmla="*/ 1524245 h 1583140"/>
              <a:gd name="connsiteX92" fmla="*/ 2070075 w 9662615"/>
              <a:gd name="connsiteY92" fmla="*/ 1511285 h 1583140"/>
              <a:gd name="connsiteX93" fmla="*/ 2001057 w 9662615"/>
              <a:gd name="connsiteY93" fmla="*/ 1516449 h 1583140"/>
              <a:gd name="connsiteX94" fmla="*/ 1896330 w 9662615"/>
              <a:gd name="connsiteY94" fmla="*/ 1525725 h 1583140"/>
              <a:gd name="connsiteX95" fmla="*/ 1835994 w 9662615"/>
              <a:gd name="connsiteY95" fmla="*/ 1527678 h 1583140"/>
              <a:gd name="connsiteX96" fmla="*/ 1671119 w 9662615"/>
              <a:gd name="connsiteY96" fmla="*/ 1536701 h 1583140"/>
              <a:gd name="connsiteX97" fmla="*/ 1601337 w 9662615"/>
              <a:gd name="connsiteY97" fmla="*/ 1548552 h 1583140"/>
              <a:gd name="connsiteX98" fmla="*/ 1407755 w 9662615"/>
              <a:gd name="connsiteY98" fmla="*/ 1571444 h 1583140"/>
              <a:gd name="connsiteX99" fmla="*/ 1271994 w 9662615"/>
              <a:gd name="connsiteY99" fmla="*/ 1579471 h 1583140"/>
              <a:gd name="connsiteX100" fmla="*/ 1249226 w 9662615"/>
              <a:gd name="connsiteY100" fmla="*/ 1583140 h 1583140"/>
              <a:gd name="connsiteX101" fmla="*/ 1217719 w 9662615"/>
              <a:gd name="connsiteY101" fmla="*/ 1580863 h 1583140"/>
              <a:gd name="connsiteX102" fmla="*/ 1091432 w 9662615"/>
              <a:gd name="connsiteY102" fmla="*/ 1571003 h 1583140"/>
              <a:gd name="connsiteX103" fmla="*/ 992039 w 9662615"/>
              <a:gd name="connsiteY103" fmla="*/ 1556662 h 1583140"/>
              <a:gd name="connsiteX104" fmla="*/ 868264 w 9662615"/>
              <a:gd name="connsiteY104" fmla="*/ 1566392 h 1583140"/>
              <a:gd name="connsiteX105" fmla="*/ 792765 w 9662615"/>
              <a:gd name="connsiteY105" fmla="*/ 1563102 h 1583140"/>
              <a:gd name="connsiteX106" fmla="*/ 669055 w 9662615"/>
              <a:gd name="connsiteY106" fmla="*/ 1543638 h 1583140"/>
              <a:gd name="connsiteX107" fmla="*/ 506152 w 9662615"/>
              <a:gd name="connsiteY107" fmla="*/ 1549124 h 1583140"/>
              <a:gd name="connsiteX108" fmla="*/ 472797 w 9662615"/>
              <a:gd name="connsiteY108" fmla="*/ 1568904 h 1583140"/>
              <a:gd name="connsiteX109" fmla="*/ 427864 w 9662615"/>
              <a:gd name="connsiteY109" fmla="*/ 1580848 h 1583140"/>
              <a:gd name="connsiteX110" fmla="*/ 336819 w 9662615"/>
              <a:gd name="connsiteY110" fmla="*/ 1560892 h 1583140"/>
              <a:gd name="connsiteX111" fmla="*/ 267163 w 9662615"/>
              <a:gd name="connsiteY111" fmla="*/ 1531913 h 1583140"/>
              <a:gd name="connsiteX112" fmla="*/ 196644 w 9662615"/>
              <a:gd name="connsiteY112" fmla="*/ 1524565 h 1583140"/>
              <a:gd name="connsiteX113" fmla="*/ 86819 w 9662615"/>
              <a:gd name="connsiteY113" fmla="*/ 1519517 h 1583140"/>
              <a:gd name="connsiteX114" fmla="*/ 53369 w 9662615"/>
              <a:gd name="connsiteY114" fmla="*/ 1516853 h 1583140"/>
              <a:gd name="connsiteX115" fmla="*/ 2359 w 9662615"/>
              <a:gd name="connsiteY115" fmla="*/ 1515247 h 1583140"/>
              <a:gd name="connsiteX116" fmla="*/ 0 w 9662615"/>
              <a:gd name="connsiteY116" fmla="*/ 1514932 h 1583140"/>
              <a:gd name="connsiteX117" fmla="*/ 0 w 9662615"/>
              <a:gd name="connsiteY117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551077 w 9662615"/>
              <a:gd name="connsiteY3" fmla="*/ 1292033 h 1583140"/>
              <a:gd name="connsiteX4" fmla="*/ 9469546 w 9662615"/>
              <a:gd name="connsiteY4" fmla="*/ 1289837 h 1583140"/>
              <a:gd name="connsiteX5" fmla="*/ 9326260 w 9662615"/>
              <a:gd name="connsiteY5" fmla="*/ 1277155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828711 w 9662615"/>
              <a:gd name="connsiteY8" fmla="*/ 1346394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16849 w 9662615"/>
              <a:gd name="connsiteY13" fmla="*/ 1367085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871726 w 9662615"/>
              <a:gd name="connsiteY54" fmla="*/ 1570584 h 1583140"/>
              <a:gd name="connsiteX55" fmla="*/ 4843267 w 9662615"/>
              <a:gd name="connsiteY55" fmla="*/ 1561459 h 1583140"/>
              <a:gd name="connsiteX56" fmla="*/ 4821058 w 9662615"/>
              <a:gd name="connsiteY56" fmla="*/ 1553078 h 1583140"/>
              <a:gd name="connsiteX57" fmla="*/ 4791466 w 9662615"/>
              <a:gd name="connsiteY57" fmla="*/ 1561324 h 1583140"/>
              <a:gd name="connsiteX58" fmla="*/ 4784247 w 9662615"/>
              <a:gd name="connsiteY58" fmla="*/ 1562342 h 1583140"/>
              <a:gd name="connsiteX59" fmla="*/ 4739309 w 9662615"/>
              <a:gd name="connsiteY59" fmla="*/ 1553948 h 1583140"/>
              <a:gd name="connsiteX60" fmla="*/ 4697562 w 9662615"/>
              <a:gd name="connsiteY60" fmla="*/ 1551206 h 1583140"/>
              <a:gd name="connsiteX61" fmla="*/ 4650737 w 9662615"/>
              <a:gd name="connsiteY61" fmla="*/ 1537381 h 1583140"/>
              <a:gd name="connsiteX62" fmla="*/ 4583150 w 9662615"/>
              <a:gd name="connsiteY62" fmla="*/ 1529064 h 1583140"/>
              <a:gd name="connsiteX63" fmla="*/ 4521734 w 9662615"/>
              <a:gd name="connsiteY63" fmla="*/ 1529359 h 1583140"/>
              <a:gd name="connsiteX64" fmla="*/ 4382398 w 9662615"/>
              <a:gd name="connsiteY64" fmla="*/ 1534108 h 1583140"/>
              <a:gd name="connsiteX65" fmla="*/ 4221826 w 9662615"/>
              <a:gd name="connsiteY65" fmla="*/ 1500972 h 1583140"/>
              <a:gd name="connsiteX66" fmla="*/ 4096601 w 9662615"/>
              <a:gd name="connsiteY66" fmla="*/ 1521563 h 1583140"/>
              <a:gd name="connsiteX67" fmla="*/ 4002441 w 9662615"/>
              <a:gd name="connsiteY67" fmla="*/ 1528912 h 1583140"/>
              <a:gd name="connsiteX68" fmla="*/ 3833906 w 9662615"/>
              <a:gd name="connsiteY68" fmla="*/ 1516637 h 1583140"/>
              <a:gd name="connsiteX69" fmla="*/ 3763845 w 9662615"/>
              <a:gd name="connsiteY69" fmla="*/ 1501782 h 1583140"/>
              <a:gd name="connsiteX70" fmla="*/ 3641778 w 9662615"/>
              <a:gd name="connsiteY70" fmla="*/ 1505446 h 1583140"/>
              <a:gd name="connsiteX71" fmla="*/ 3565233 w 9662615"/>
              <a:gd name="connsiteY71" fmla="*/ 1515122 h 1583140"/>
              <a:gd name="connsiteX72" fmla="*/ 3560267 w 9662615"/>
              <a:gd name="connsiteY72" fmla="*/ 1516288 h 1583140"/>
              <a:gd name="connsiteX73" fmla="*/ 3540258 w 9662615"/>
              <a:gd name="connsiteY73" fmla="*/ 1516976 h 1583140"/>
              <a:gd name="connsiteX74" fmla="*/ 3534780 w 9662615"/>
              <a:gd name="connsiteY74" fmla="*/ 1522141 h 1583140"/>
              <a:gd name="connsiteX75" fmla="*/ 3504783 w 9662615"/>
              <a:gd name="connsiteY75" fmla="*/ 1526739 h 1583140"/>
              <a:gd name="connsiteX76" fmla="*/ 3430805 w 9662615"/>
              <a:gd name="connsiteY76" fmla="*/ 1542521 h 1583140"/>
              <a:gd name="connsiteX77" fmla="*/ 3292707 w 9662615"/>
              <a:gd name="connsiteY77" fmla="*/ 1520490 h 1583140"/>
              <a:gd name="connsiteX78" fmla="*/ 3187872 w 9662615"/>
              <a:gd name="connsiteY78" fmla="*/ 1519991 h 1583140"/>
              <a:gd name="connsiteX79" fmla="*/ 3148026 w 9662615"/>
              <a:gd name="connsiteY79" fmla="*/ 1524777 h 1583140"/>
              <a:gd name="connsiteX80" fmla="*/ 3092394 w 9662615"/>
              <a:gd name="connsiteY80" fmla="*/ 1528115 h 1583140"/>
              <a:gd name="connsiteX81" fmla="*/ 2994200 w 9662615"/>
              <a:gd name="connsiteY81" fmla="*/ 1537857 h 1583140"/>
              <a:gd name="connsiteX82" fmla="*/ 2862301 w 9662615"/>
              <a:gd name="connsiteY82" fmla="*/ 1544250 h 1583140"/>
              <a:gd name="connsiteX83" fmla="*/ 2766335 w 9662615"/>
              <a:gd name="connsiteY83" fmla="*/ 1527662 h 1583140"/>
              <a:gd name="connsiteX84" fmla="*/ 2757836 w 9662615"/>
              <a:gd name="connsiteY84" fmla="*/ 1531371 h 1583140"/>
              <a:gd name="connsiteX85" fmla="*/ 2691555 w 9662615"/>
              <a:gd name="connsiteY85" fmla="*/ 1530283 h 1583140"/>
              <a:gd name="connsiteX86" fmla="*/ 2491676 w 9662615"/>
              <a:gd name="connsiteY86" fmla="*/ 1500859 h 1583140"/>
              <a:gd name="connsiteX87" fmla="*/ 2378036 w 9662615"/>
              <a:gd name="connsiteY87" fmla="*/ 1520645 h 1583140"/>
              <a:gd name="connsiteX88" fmla="*/ 2284269 w 9662615"/>
              <a:gd name="connsiteY88" fmla="*/ 1503068 h 1583140"/>
              <a:gd name="connsiteX89" fmla="*/ 2207104 w 9662615"/>
              <a:gd name="connsiteY89" fmla="*/ 1508888 h 1583140"/>
              <a:gd name="connsiteX90" fmla="*/ 2149226 w 9662615"/>
              <a:gd name="connsiteY90" fmla="*/ 1523409 h 1583140"/>
              <a:gd name="connsiteX91" fmla="*/ 2084783 w 9662615"/>
              <a:gd name="connsiteY91" fmla="*/ 1524245 h 1583140"/>
              <a:gd name="connsiteX92" fmla="*/ 2070075 w 9662615"/>
              <a:gd name="connsiteY92" fmla="*/ 1511285 h 1583140"/>
              <a:gd name="connsiteX93" fmla="*/ 2001057 w 9662615"/>
              <a:gd name="connsiteY93" fmla="*/ 1516449 h 1583140"/>
              <a:gd name="connsiteX94" fmla="*/ 1896330 w 9662615"/>
              <a:gd name="connsiteY94" fmla="*/ 1525725 h 1583140"/>
              <a:gd name="connsiteX95" fmla="*/ 1835994 w 9662615"/>
              <a:gd name="connsiteY95" fmla="*/ 1527678 h 1583140"/>
              <a:gd name="connsiteX96" fmla="*/ 1671119 w 9662615"/>
              <a:gd name="connsiteY96" fmla="*/ 1536701 h 1583140"/>
              <a:gd name="connsiteX97" fmla="*/ 1601337 w 9662615"/>
              <a:gd name="connsiteY97" fmla="*/ 1548552 h 1583140"/>
              <a:gd name="connsiteX98" fmla="*/ 1407755 w 9662615"/>
              <a:gd name="connsiteY98" fmla="*/ 1571444 h 1583140"/>
              <a:gd name="connsiteX99" fmla="*/ 1271994 w 9662615"/>
              <a:gd name="connsiteY99" fmla="*/ 1579471 h 1583140"/>
              <a:gd name="connsiteX100" fmla="*/ 1249226 w 9662615"/>
              <a:gd name="connsiteY100" fmla="*/ 1583140 h 1583140"/>
              <a:gd name="connsiteX101" fmla="*/ 1217719 w 9662615"/>
              <a:gd name="connsiteY101" fmla="*/ 1580863 h 1583140"/>
              <a:gd name="connsiteX102" fmla="*/ 1091432 w 9662615"/>
              <a:gd name="connsiteY102" fmla="*/ 1571003 h 1583140"/>
              <a:gd name="connsiteX103" fmla="*/ 992039 w 9662615"/>
              <a:gd name="connsiteY103" fmla="*/ 1556662 h 1583140"/>
              <a:gd name="connsiteX104" fmla="*/ 868264 w 9662615"/>
              <a:gd name="connsiteY104" fmla="*/ 1566392 h 1583140"/>
              <a:gd name="connsiteX105" fmla="*/ 792765 w 9662615"/>
              <a:gd name="connsiteY105" fmla="*/ 1563102 h 1583140"/>
              <a:gd name="connsiteX106" fmla="*/ 669055 w 9662615"/>
              <a:gd name="connsiteY106" fmla="*/ 1543638 h 1583140"/>
              <a:gd name="connsiteX107" fmla="*/ 506152 w 9662615"/>
              <a:gd name="connsiteY107" fmla="*/ 1549124 h 1583140"/>
              <a:gd name="connsiteX108" fmla="*/ 472797 w 9662615"/>
              <a:gd name="connsiteY108" fmla="*/ 1568904 h 1583140"/>
              <a:gd name="connsiteX109" fmla="*/ 396059 w 9662615"/>
              <a:gd name="connsiteY109" fmla="*/ 1560970 h 1583140"/>
              <a:gd name="connsiteX110" fmla="*/ 336819 w 9662615"/>
              <a:gd name="connsiteY110" fmla="*/ 1560892 h 1583140"/>
              <a:gd name="connsiteX111" fmla="*/ 267163 w 9662615"/>
              <a:gd name="connsiteY111" fmla="*/ 1531913 h 1583140"/>
              <a:gd name="connsiteX112" fmla="*/ 196644 w 9662615"/>
              <a:gd name="connsiteY112" fmla="*/ 1524565 h 1583140"/>
              <a:gd name="connsiteX113" fmla="*/ 86819 w 9662615"/>
              <a:gd name="connsiteY113" fmla="*/ 1519517 h 1583140"/>
              <a:gd name="connsiteX114" fmla="*/ 53369 w 9662615"/>
              <a:gd name="connsiteY114" fmla="*/ 1516853 h 1583140"/>
              <a:gd name="connsiteX115" fmla="*/ 2359 w 9662615"/>
              <a:gd name="connsiteY115" fmla="*/ 1515247 h 1583140"/>
              <a:gd name="connsiteX116" fmla="*/ 0 w 9662615"/>
              <a:gd name="connsiteY116" fmla="*/ 1514932 h 1583140"/>
              <a:gd name="connsiteX117" fmla="*/ 0 w 9662615"/>
              <a:gd name="connsiteY117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551077 w 9662615"/>
              <a:gd name="connsiteY3" fmla="*/ 1292033 h 1583140"/>
              <a:gd name="connsiteX4" fmla="*/ 9469546 w 9662615"/>
              <a:gd name="connsiteY4" fmla="*/ 1289837 h 1583140"/>
              <a:gd name="connsiteX5" fmla="*/ 9326260 w 9662615"/>
              <a:gd name="connsiteY5" fmla="*/ 1277155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828711 w 9662615"/>
              <a:gd name="connsiteY8" fmla="*/ 1346394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16849 w 9662615"/>
              <a:gd name="connsiteY13" fmla="*/ 1367085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871726 w 9662615"/>
              <a:gd name="connsiteY54" fmla="*/ 1570584 h 1583140"/>
              <a:gd name="connsiteX55" fmla="*/ 4843267 w 9662615"/>
              <a:gd name="connsiteY55" fmla="*/ 1561459 h 1583140"/>
              <a:gd name="connsiteX56" fmla="*/ 4821058 w 9662615"/>
              <a:gd name="connsiteY56" fmla="*/ 1553078 h 1583140"/>
              <a:gd name="connsiteX57" fmla="*/ 4791466 w 9662615"/>
              <a:gd name="connsiteY57" fmla="*/ 1561324 h 1583140"/>
              <a:gd name="connsiteX58" fmla="*/ 4784247 w 9662615"/>
              <a:gd name="connsiteY58" fmla="*/ 1562342 h 1583140"/>
              <a:gd name="connsiteX59" fmla="*/ 4739309 w 9662615"/>
              <a:gd name="connsiteY59" fmla="*/ 1553948 h 1583140"/>
              <a:gd name="connsiteX60" fmla="*/ 4697562 w 9662615"/>
              <a:gd name="connsiteY60" fmla="*/ 1551206 h 1583140"/>
              <a:gd name="connsiteX61" fmla="*/ 4650737 w 9662615"/>
              <a:gd name="connsiteY61" fmla="*/ 1537381 h 1583140"/>
              <a:gd name="connsiteX62" fmla="*/ 4583150 w 9662615"/>
              <a:gd name="connsiteY62" fmla="*/ 1529064 h 1583140"/>
              <a:gd name="connsiteX63" fmla="*/ 4521734 w 9662615"/>
              <a:gd name="connsiteY63" fmla="*/ 1529359 h 1583140"/>
              <a:gd name="connsiteX64" fmla="*/ 4382398 w 9662615"/>
              <a:gd name="connsiteY64" fmla="*/ 1534108 h 1583140"/>
              <a:gd name="connsiteX65" fmla="*/ 4221826 w 9662615"/>
              <a:gd name="connsiteY65" fmla="*/ 1500972 h 1583140"/>
              <a:gd name="connsiteX66" fmla="*/ 4096601 w 9662615"/>
              <a:gd name="connsiteY66" fmla="*/ 1521563 h 1583140"/>
              <a:gd name="connsiteX67" fmla="*/ 4002441 w 9662615"/>
              <a:gd name="connsiteY67" fmla="*/ 1528912 h 1583140"/>
              <a:gd name="connsiteX68" fmla="*/ 3833906 w 9662615"/>
              <a:gd name="connsiteY68" fmla="*/ 1516637 h 1583140"/>
              <a:gd name="connsiteX69" fmla="*/ 3763845 w 9662615"/>
              <a:gd name="connsiteY69" fmla="*/ 1501782 h 1583140"/>
              <a:gd name="connsiteX70" fmla="*/ 3641778 w 9662615"/>
              <a:gd name="connsiteY70" fmla="*/ 1505446 h 1583140"/>
              <a:gd name="connsiteX71" fmla="*/ 3565233 w 9662615"/>
              <a:gd name="connsiteY71" fmla="*/ 1515122 h 1583140"/>
              <a:gd name="connsiteX72" fmla="*/ 3560267 w 9662615"/>
              <a:gd name="connsiteY72" fmla="*/ 1516288 h 1583140"/>
              <a:gd name="connsiteX73" fmla="*/ 3540258 w 9662615"/>
              <a:gd name="connsiteY73" fmla="*/ 1516976 h 1583140"/>
              <a:gd name="connsiteX74" fmla="*/ 3534780 w 9662615"/>
              <a:gd name="connsiteY74" fmla="*/ 1522141 h 1583140"/>
              <a:gd name="connsiteX75" fmla="*/ 3504783 w 9662615"/>
              <a:gd name="connsiteY75" fmla="*/ 1526739 h 1583140"/>
              <a:gd name="connsiteX76" fmla="*/ 3430805 w 9662615"/>
              <a:gd name="connsiteY76" fmla="*/ 1542521 h 1583140"/>
              <a:gd name="connsiteX77" fmla="*/ 3292707 w 9662615"/>
              <a:gd name="connsiteY77" fmla="*/ 1520490 h 1583140"/>
              <a:gd name="connsiteX78" fmla="*/ 3187872 w 9662615"/>
              <a:gd name="connsiteY78" fmla="*/ 1519991 h 1583140"/>
              <a:gd name="connsiteX79" fmla="*/ 3148026 w 9662615"/>
              <a:gd name="connsiteY79" fmla="*/ 1524777 h 1583140"/>
              <a:gd name="connsiteX80" fmla="*/ 3092394 w 9662615"/>
              <a:gd name="connsiteY80" fmla="*/ 1528115 h 1583140"/>
              <a:gd name="connsiteX81" fmla="*/ 2994200 w 9662615"/>
              <a:gd name="connsiteY81" fmla="*/ 1537857 h 1583140"/>
              <a:gd name="connsiteX82" fmla="*/ 2862301 w 9662615"/>
              <a:gd name="connsiteY82" fmla="*/ 1544250 h 1583140"/>
              <a:gd name="connsiteX83" fmla="*/ 2766335 w 9662615"/>
              <a:gd name="connsiteY83" fmla="*/ 1527662 h 1583140"/>
              <a:gd name="connsiteX84" fmla="*/ 2757836 w 9662615"/>
              <a:gd name="connsiteY84" fmla="*/ 1531371 h 1583140"/>
              <a:gd name="connsiteX85" fmla="*/ 2691555 w 9662615"/>
              <a:gd name="connsiteY85" fmla="*/ 1530283 h 1583140"/>
              <a:gd name="connsiteX86" fmla="*/ 2491676 w 9662615"/>
              <a:gd name="connsiteY86" fmla="*/ 1500859 h 1583140"/>
              <a:gd name="connsiteX87" fmla="*/ 2378036 w 9662615"/>
              <a:gd name="connsiteY87" fmla="*/ 1520645 h 1583140"/>
              <a:gd name="connsiteX88" fmla="*/ 2284269 w 9662615"/>
              <a:gd name="connsiteY88" fmla="*/ 1503068 h 1583140"/>
              <a:gd name="connsiteX89" fmla="*/ 2207104 w 9662615"/>
              <a:gd name="connsiteY89" fmla="*/ 1508888 h 1583140"/>
              <a:gd name="connsiteX90" fmla="*/ 2149226 w 9662615"/>
              <a:gd name="connsiteY90" fmla="*/ 1523409 h 1583140"/>
              <a:gd name="connsiteX91" fmla="*/ 2084783 w 9662615"/>
              <a:gd name="connsiteY91" fmla="*/ 1524245 h 1583140"/>
              <a:gd name="connsiteX92" fmla="*/ 2070075 w 9662615"/>
              <a:gd name="connsiteY92" fmla="*/ 1511285 h 1583140"/>
              <a:gd name="connsiteX93" fmla="*/ 2001057 w 9662615"/>
              <a:gd name="connsiteY93" fmla="*/ 1516449 h 1583140"/>
              <a:gd name="connsiteX94" fmla="*/ 1896330 w 9662615"/>
              <a:gd name="connsiteY94" fmla="*/ 1525725 h 1583140"/>
              <a:gd name="connsiteX95" fmla="*/ 1835994 w 9662615"/>
              <a:gd name="connsiteY95" fmla="*/ 1527678 h 1583140"/>
              <a:gd name="connsiteX96" fmla="*/ 1671119 w 9662615"/>
              <a:gd name="connsiteY96" fmla="*/ 1536701 h 1583140"/>
              <a:gd name="connsiteX97" fmla="*/ 1601337 w 9662615"/>
              <a:gd name="connsiteY97" fmla="*/ 1548552 h 1583140"/>
              <a:gd name="connsiteX98" fmla="*/ 1407755 w 9662615"/>
              <a:gd name="connsiteY98" fmla="*/ 1571444 h 1583140"/>
              <a:gd name="connsiteX99" fmla="*/ 1271994 w 9662615"/>
              <a:gd name="connsiteY99" fmla="*/ 1579471 h 1583140"/>
              <a:gd name="connsiteX100" fmla="*/ 1249226 w 9662615"/>
              <a:gd name="connsiteY100" fmla="*/ 1583140 h 1583140"/>
              <a:gd name="connsiteX101" fmla="*/ 1217719 w 9662615"/>
              <a:gd name="connsiteY101" fmla="*/ 1580863 h 1583140"/>
              <a:gd name="connsiteX102" fmla="*/ 1091432 w 9662615"/>
              <a:gd name="connsiteY102" fmla="*/ 1571003 h 1583140"/>
              <a:gd name="connsiteX103" fmla="*/ 992039 w 9662615"/>
              <a:gd name="connsiteY103" fmla="*/ 1556662 h 1583140"/>
              <a:gd name="connsiteX104" fmla="*/ 868264 w 9662615"/>
              <a:gd name="connsiteY104" fmla="*/ 1566392 h 1583140"/>
              <a:gd name="connsiteX105" fmla="*/ 792765 w 9662615"/>
              <a:gd name="connsiteY105" fmla="*/ 1563102 h 1583140"/>
              <a:gd name="connsiteX106" fmla="*/ 669055 w 9662615"/>
              <a:gd name="connsiteY106" fmla="*/ 1543638 h 1583140"/>
              <a:gd name="connsiteX107" fmla="*/ 541933 w 9662615"/>
              <a:gd name="connsiteY107" fmla="*/ 1561051 h 1583140"/>
              <a:gd name="connsiteX108" fmla="*/ 472797 w 9662615"/>
              <a:gd name="connsiteY108" fmla="*/ 1568904 h 1583140"/>
              <a:gd name="connsiteX109" fmla="*/ 396059 w 9662615"/>
              <a:gd name="connsiteY109" fmla="*/ 1560970 h 1583140"/>
              <a:gd name="connsiteX110" fmla="*/ 336819 w 9662615"/>
              <a:gd name="connsiteY110" fmla="*/ 1560892 h 1583140"/>
              <a:gd name="connsiteX111" fmla="*/ 267163 w 9662615"/>
              <a:gd name="connsiteY111" fmla="*/ 1531913 h 1583140"/>
              <a:gd name="connsiteX112" fmla="*/ 196644 w 9662615"/>
              <a:gd name="connsiteY112" fmla="*/ 1524565 h 1583140"/>
              <a:gd name="connsiteX113" fmla="*/ 86819 w 9662615"/>
              <a:gd name="connsiteY113" fmla="*/ 1519517 h 1583140"/>
              <a:gd name="connsiteX114" fmla="*/ 53369 w 9662615"/>
              <a:gd name="connsiteY114" fmla="*/ 1516853 h 1583140"/>
              <a:gd name="connsiteX115" fmla="*/ 2359 w 9662615"/>
              <a:gd name="connsiteY115" fmla="*/ 1515247 h 1583140"/>
              <a:gd name="connsiteX116" fmla="*/ 0 w 9662615"/>
              <a:gd name="connsiteY116" fmla="*/ 1514932 h 1583140"/>
              <a:gd name="connsiteX117" fmla="*/ 0 w 9662615"/>
              <a:gd name="connsiteY117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551077 w 9662615"/>
              <a:gd name="connsiteY3" fmla="*/ 1292033 h 1583140"/>
              <a:gd name="connsiteX4" fmla="*/ 9469546 w 9662615"/>
              <a:gd name="connsiteY4" fmla="*/ 1289837 h 1583140"/>
              <a:gd name="connsiteX5" fmla="*/ 9326260 w 9662615"/>
              <a:gd name="connsiteY5" fmla="*/ 1277155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828711 w 9662615"/>
              <a:gd name="connsiteY8" fmla="*/ 1346394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16849 w 9662615"/>
              <a:gd name="connsiteY13" fmla="*/ 1367085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871726 w 9662615"/>
              <a:gd name="connsiteY54" fmla="*/ 1570584 h 1583140"/>
              <a:gd name="connsiteX55" fmla="*/ 4843267 w 9662615"/>
              <a:gd name="connsiteY55" fmla="*/ 1561459 h 1583140"/>
              <a:gd name="connsiteX56" fmla="*/ 4821058 w 9662615"/>
              <a:gd name="connsiteY56" fmla="*/ 1553078 h 1583140"/>
              <a:gd name="connsiteX57" fmla="*/ 4791466 w 9662615"/>
              <a:gd name="connsiteY57" fmla="*/ 1561324 h 1583140"/>
              <a:gd name="connsiteX58" fmla="*/ 4784247 w 9662615"/>
              <a:gd name="connsiteY58" fmla="*/ 1562342 h 1583140"/>
              <a:gd name="connsiteX59" fmla="*/ 4739309 w 9662615"/>
              <a:gd name="connsiteY59" fmla="*/ 1553948 h 1583140"/>
              <a:gd name="connsiteX60" fmla="*/ 4697562 w 9662615"/>
              <a:gd name="connsiteY60" fmla="*/ 1551206 h 1583140"/>
              <a:gd name="connsiteX61" fmla="*/ 4650737 w 9662615"/>
              <a:gd name="connsiteY61" fmla="*/ 1537381 h 1583140"/>
              <a:gd name="connsiteX62" fmla="*/ 4583150 w 9662615"/>
              <a:gd name="connsiteY62" fmla="*/ 1529064 h 1583140"/>
              <a:gd name="connsiteX63" fmla="*/ 4521734 w 9662615"/>
              <a:gd name="connsiteY63" fmla="*/ 1529359 h 1583140"/>
              <a:gd name="connsiteX64" fmla="*/ 4382398 w 9662615"/>
              <a:gd name="connsiteY64" fmla="*/ 1534108 h 1583140"/>
              <a:gd name="connsiteX65" fmla="*/ 4221826 w 9662615"/>
              <a:gd name="connsiteY65" fmla="*/ 1500972 h 1583140"/>
              <a:gd name="connsiteX66" fmla="*/ 4096601 w 9662615"/>
              <a:gd name="connsiteY66" fmla="*/ 1521563 h 1583140"/>
              <a:gd name="connsiteX67" fmla="*/ 4002441 w 9662615"/>
              <a:gd name="connsiteY67" fmla="*/ 1528912 h 1583140"/>
              <a:gd name="connsiteX68" fmla="*/ 3833906 w 9662615"/>
              <a:gd name="connsiteY68" fmla="*/ 1516637 h 1583140"/>
              <a:gd name="connsiteX69" fmla="*/ 3763845 w 9662615"/>
              <a:gd name="connsiteY69" fmla="*/ 1501782 h 1583140"/>
              <a:gd name="connsiteX70" fmla="*/ 3641778 w 9662615"/>
              <a:gd name="connsiteY70" fmla="*/ 1505446 h 1583140"/>
              <a:gd name="connsiteX71" fmla="*/ 3565233 w 9662615"/>
              <a:gd name="connsiteY71" fmla="*/ 1515122 h 1583140"/>
              <a:gd name="connsiteX72" fmla="*/ 3560267 w 9662615"/>
              <a:gd name="connsiteY72" fmla="*/ 1516288 h 1583140"/>
              <a:gd name="connsiteX73" fmla="*/ 3540258 w 9662615"/>
              <a:gd name="connsiteY73" fmla="*/ 1516976 h 1583140"/>
              <a:gd name="connsiteX74" fmla="*/ 3534780 w 9662615"/>
              <a:gd name="connsiteY74" fmla="*/ 1522141 h 1583140"/>
              <a:gd name="connsiteX75" fmla="*/ 3504783 w 9662615"/>
              <a:gd name="connsiteY75" fmla="*/ 1526739 h 1583140"/>
              <a:gd name="connsiteX76" fmla="*/ 3430805 w 9662615"/>
              <a:gd name="connsiteY76" fmla="*/ 1542521 h 1583140"/>
              <a:gd name="connsiteX77" fmla="*/ 3292707 w 9662615"/>
              <a:gd name="connsiteY77" fmla="*/ 1520490 h 1583140"/>
              <a:gd name="connsiteX78" fmla="*/ 3187872 w 9662615"/>
              <a:gd name="connsiteY78" fmla="*/ 1519991 h 1583140"/>
              <a:gd name="connsiteX79" fmla="*/ 3148026 w 9662615"/>
              <a:gd name="connsiteY79" fmla="*/ 1524777 h 1583140"/>
              <a:gd name="connsiteX80" fmla="*/ 3092394 w 9662615"/>
              <a:gd name="connsiteY80" fmla="*/ 1528115 h 1583140"/>
              <a:gd name="connsiteX81" fmla="*/ 2994200 w 9662615"/>
              <a:gd name="connsiteY81" fmla="*/ 1537857 h 1583140"/>
              <a:gd name="connsiteX82" fmla="*/ 2862301 w 9662615"/>
              <a:gd name="connsiteY82" fmla="*/ 1544250 h 1583140"/>
              <a:gd name="connsiteX83" fmla="*/ 2766335 w 9662615"/>
              <a:gd name="connsiteY83" fmla="*/ 1527662 h 1583140"/>
              <a:gd name="connsiteX84" fmla="*/ 2757836 w 9662615"/>
              <a:gd name="connsiteY84" fmla="*/ 1531371 h 1583140"/>
              <a:gd name="connsiteX85" fmla="*/ 2691555 w 9662615"/>
              <a:gd name="connsiteY85" fmla="*/ 1530283 h 1583140"/>
              <a:gd name="connsiteX86" fmla="*/ 2491676 w 9662615"/>
              <a:gd name="connsiteY86" fmla="*/ 1500859 h 1583140"/>
              <a:gd name="connsiteX87" fmla="*/ 2378036 w 9662615"/>
              <a:gd name="connsiteY87" fmla="*/ 1520645 h 1583140"/>
              <a:gd name="connsiteX88" fmla="*/ 2284269 w 9662615"/>
              <a:gd name="connsiteY88" fmla="*/ 1503068 h 1583140"/>
              <a:gd name="connsiteX89" fmla="*/ 2207104 w 9662615"/>
              <a:gd name="connsiteY89" fmla="*/ 1508888 h 1583140"/>
              <a:gd name="connsiteX90" fmla="*/ 2149226 w 9662615"/>
              <a:gd name="connsiteY90" fmla="*/ 1523409 h 1583140"/>
              <a:gd name="connsiteX91" fmla="*/ 2084783 w 9662615"/>
              <a:gd name="connsiteY91" fmla="*/ 1524245 h 1583140"/>
              <a:gd name="connsiteX92" fmla="*/ 2070075 w 9662615"/>
              <a:gd name="connsiteY92" fmla="*/ 1511285 h 1583140"/>
              <a:gd name="connsiteX93" fmla="*/ 2001057 w 9662615"/>
              <a:gd name="connsiteY93" fmla="*/ 1516449 h 1583140"/>
              <a:gd name="connsiteX94" fmla="*/ 1896330 w 9662615"/>
              <a:gd name="connsiteY94" fmla="*/ 1525725 h 1583140"/>
              <a:gd name="connsiteX95" fmla="*/ 1835994 w 9662615"/>
              <a:gd name="connsiteY95" fmla="*/ 1527678 h 1583140"/>
              <a:gd name="connsiteX96" fmla="*/ 1671119 w 9662615"/>
              <a:gd name="connsiteY96" fmla="*/ 1536701 h 1583140"/>
              <a:gd name="connsiteX97" fmla="*/ 1601337 w 9662615"/>
              <a:gd name="connsiteY97" fmla="*/ 1548552 h 1583140"/>
              <a:gd name="connsiteX98" fmla="*/ 1407755 w 9662615"/>
              <a:gd name="connsiteY98" fmla="*/ 1571444 h 1583140"/>
              <a:gd name="connsiteX99" fmla="*/ 1271994 w 9662615"/>
              <a:gd name="connsiteY99" fmla="*/ 1579471 h 1583140"/>
              <a:gd name="connsiteX100" fmla="*/ 1249226 w 9662615"/>
              <a:gd name="connsiteY100" fmla="*/ 1583140 h 1583140"/>
              <a:gd name="connsiteX101" fmla="*/ 1217719 w 9662615"/>
              <a:gd name="connsiteY101" fmla="*/ 1580863 h 1583140"/>
              <a:gd name="connsiteX102" fmla="*/ 1091432 w 9662615"/>
              <a:gd name="connsiteY102" fmla="*/ 1571003 h 1583140"/>
              <a:gd name="connsiteX103" fmla="*/ 992039 w 9662615"/>
              <a:gd name="connsiteY103" fmla="*/ 1556662 h 1583140"/>
              <a:gd name="connsiteX104" fmla="*/ 868264 w 9662615"/>
              <a:gd name="connsiteY104" fmla="*/ 1566392 h 1583140"/>
              <a:gd name="connsiteX105" fmla="*/ 792765 w 9662615"/>
              <a:gd name="connsiteY105" fmla="*/ 1563102 h 1583140"/>
              <a:gd name="connsiteX106" fmla="*/ 653153 w 9662615"/>
              <a:gd name="connsiteY106" fmla="*/ 1563516 h 1583140"/>
              <a:gd name="connsiteX107" fmla="*/ 541933 w 9662615"/>
              <a:gd name="connsiteY107" fmla="*/ 1561051 h 1583140"/>
              <a:gd name="connsiteX108" fmla="*/ 472797 w 9662615"/>
              <a:gd name="connsiteY108" fmla="*/ 1568904 h 1583140"/>
              <a:gd name="connsiteX109" fmla="*/ 396059 w 9662615"/>
              <a:gd name="connsiteY109" fmla="*/ 1560970 h 1583140"/>
              <a:gd name="connsiteX110" fmla="*/ 336819 w 9662615"/>
              <a:gd name="connsiteY110" fmla="*/ 1560892 h 1583140"/>
              <a:gd name="connsiteX111" fmla="*/ 267163 w 9662615"/>
              <a:gd name="connsiteY111" fmla="*/ 1531913 h 1583140"/>
              <a:gd name="connsiteX112" fmla="*/ 196644 w 9662615"/>
              <a:gd name="connsiteY112" fmla="*/ 1524565 h 1583140"/>
              <a:gd name="connsiteX113" fmla="*/ 86819 w 9662615"/>
              <a:gd name="connsiteY113" fmla="*/ 1519517 h 1583140"/>
              <a:gd name="connsiteX114" fmla="*/ 53369 w 9662615"/>
              <a:gd name="connsiteY114" fmla="*/ 1516853 h 1583140"/>
              <a:gd name="connsiteX115" fmla="*/ 2359 w 9662615"/>
              <a:gd name="connsiteY115" fmla="*/ 1515247 h 1583140"/>
              <a:gd name="connsiteX116" fmla="*/ 0 w 9662615"/>
              <a:gd name="connsiteY116" fmla="*/ 1514932 h 1583140"/>
              <a:gd name="connsiteX117" fmla="*/ 0 w 9662615"/>
              <a:gd name="connsiteY117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551077 w 9662615"/>
              <a:gd name="connsiteY3" fmla="*/ 1292033 h 1583140"/>
              <a:gd name="connsiteX4" fmla="*/ 9469546 w 9662615"/>
              <a:gd name="connsiteY4" fmla="*/ 1289837 h 1583140"/>
              <a:gd name="connsiteX5" fmla="*/ 9326260 w 9662615"/>
              <a:gd name="connsiteY5" fmla="*/ 1277155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828711 w 9662615"/>
              <a:gd name="connsiteY8" fmla="*/ 1346394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16849 w 9662615"/>
              <a:gd name="connsiteY13" fmla="*/ 1367085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871726 w 9662615"/>
              <a:gd name="connsiteY54" fmla="*/ 1570584 h 1583140"/>
              <a:gd name="connsiteX55" fmla="*/ 4843267 w 9662615"/>
              <a:gd name="connsiteY55" fmla="*/ 1561459 h 1583140"/>
              <a:gd name="connsiteX56" fmla="*/ 4821058 w 9662615"/>
              <a:gd name="connsiteY56" fmla="*/ 1553078 h 1583140"/>
              <a:gd name="connsiteX57" fmla="*/ 4791466 w 9662615"/>
              <a:gd name="connsiteY57" fmla="*/ 1561324 h 1583140"/>
              <a:gd name="connsiteX58" fmla="*/ 4784247 w 9662615"/>
              <a:gd name="connsiteY58" fmla="*/ 1562342 h 1583140"/>
              <a:gd name="connsiteX59" fmla="*/ 4739309 w 9662615"/>
              <a:gd name="connsiteY59" fmla="*/ 1553948 h 1583140"/>
              <a:gd name="connsiteX60" fmla="*/ 4697562 w 9662615"/>
              <a:gd name="connsiteY60" fmla="*/ 1551206 h 1583140"/>
              <a:gd name="connsiteX61" fmla="*/ 4650737 w 9662615"/>
              <a:gd name="connsiteY61" fmla="*/ 1537381 h 1583140"/>
              <a:gd name="connsiteX62" fmla="*/ 4583150 w 9662615"/>
              <a:gd name="connsiteY62" fmla="*/ 1529064 h 1583140"/>
              <a:gd name="connsiteX63" fmla="*/ 4521734 w 9662615"/>
              <a:gd name="connsiteY63" fmla="*/ 1529359 h 1583140"/>
              <a:gd name="connsiteX64" fmla="*/ 4382398 w 9662615"/>
              <a:gd name="connsiteY64" fmla="*/ 1534108 h 1583140"/>
              <a:gd name="connsiteX65" fmla="*/ 4221826 w 9662615"/>
              <a:gd name="connsiteY65" fmla="*/ 1500972 h 1583140"/>
              <a:gd name="connsiteX66" fmla="*/ 4096601 w 9662615"/>
              <a:gd name="connsiteY66" fmla="*/ 1521563 h 1583140"/>
              <a:gd name="connsiteX67" fmla="*/ 4002441 w 9662615"/>
              <a:gd name="connsiteY67" fmla="*/ 1528912 h 1583140"/>
              <a:gd name="connsiteX68" fmla="*/ 3833906 w 9662615"/>
              <a:gd name="connsiteY68" fmla="*/ 1516637 h 1583140"/>
              <a:gd name="connsiteX69" fmla="*/ 3763845 w 9662615"/>
              <a:gd name="connsiteY69" fmla="*/ 1501782 h 1583140"/>
              <a:gd name="connsiteX70" fmla="*/ 3641778 w 9662615"/>
              <a:gd name="connsiteY70" fmla="*/ 1505446 h 1583140"/>
              <a:gd name="connsiteX71" fmla="*/ 3565233 w 9662615"/>
              <a:gd name="connsiteY71" fmla="*/ 1515122 h 1583140"/>
              <a:gd name="connsiteX72" fmla="*/ 3560267 w 9662615"/>
              <a:gd name="connsiteY72" fmla="*/ 1516288 h 1583140"/>
              <a:gd name="connsiteX73" fmla="*/ 3540258 w 9662615"/>
              <a:gd name="connsiteY73" fmla="*/ 1516976 h 1583140"/>
              <a:gd name="connsiteX74" fmla="*/ 3534780 w 9662615"/>
              <a:gd name="connsiteY74" fmla="*/ 1522141 h 1583140"/>
              <a:gd name="connsiteX75" fmla="*/ 3504783 w 9662615"/>
              <a:gd name="connsiteY75" fmla="*/ 1526739 h 1583140"/>
              <a:gd name="connsiteX76" fmla="*/ 3430805 w 9662615"/>
              <a:gd name="connsiteY76" fmla="*/ 1542521 h 1583140"/>
              <a:gd name="connsiteX77" fmla="*/ 3292707 w 9662615"/>
              <a:gd name="connsiteY77" fmla="*/ 1520490 h 1583140"/>
              <a:gd name="connsiteX78" fmla="*/ 3187872 w 9662615"/>
              <a:gd name="connsiteY78" fmla="*/ 1519991 h 1583140"/>
              <a:gd name="connsiteX79" fmla="*/ 3148026 w 9662615"/>
              <a:gd name="connsiteY79" fmla="*/ 1524777 h 1583140"/>
              <a:gd name="connsiteX80" fmla="*/ 3092394 w 9662615"/>
              <a:gd name="connsiteY80" fmla="*/ 1528115 h 1583140"/>
              <a:gd name="connsiteX81" fmla="*/ 2994200 w 9662615"/>
              <a:gd name="connsiteY81" fmla="*/ 1537857 h 1583140"/>
              <a:gd name="connsiteX82" fmla="*/ 2862301 w 9662615"/>
              <a:gd name="connsiteY82" fmla="*/ 1544250 h 1583140"/>
              <a:gd name="connsiteX83" fmla="*/ 2766335 w 9662615"/>
              <a:gd name="connsiteY83" fmla="*/ 1527662 h 1583140"/>
              <a:gd name="connsiteX84" fmla="*/ 2757836 w 9662615"/>
              <a:gd name="connsiteY84" fmla="*/ 1531371 h 1583140"/>
              <a:gd name="connsiteX85" fmla="*/ 2691555 w 9662615"/>
              <a:gd name="connsiteY85" fmla="*/ 1530283 h 1583140"/>
              <a:gd name="connsiteX86" fmla="*/ 2491676 w 9662615"/>
              <a:gd name="connsiteY86" fmla="*/ 1500859 h 1583140"/>
              <a:gd name="connsiteX87" fmla="*/ 2378036 w 9662615"/>
              <a:gd name="connsiteY87" fmla="*/ 1520645 h 1583140"/>
              <a:gd name="connsiteX88" fmla="*/ 2284269 w 9662615"/>
              <a:gd name="connsiteY88" fmla="*/ 1503068 h 1583140"/>
              <a:gd name="connsiteX89" fmla="*/ 2207104 w 9662615"/>
              <a:gd name="connsiteY89" fmla="*/ 1508888 h 1583140"/>
              <a:gd name="connsiteX90" fmla="*/ 2149226 w 9662615"/>
              <a:gd name="connsiteY90" fmla="*/ 1523409 h 1583140"/>
              <a:gd name="connsiteX91" fmla="*/ 2084783 w 9662615"/>
              <a:gd name="connsiteY91" fmla="*/ 1524245 h 1583140"/>
              <a:gd name="connsiteX92" fmla="*/ 2070075 w 9662615"/>
              <a:gd name="connsiteY92" fmla="*/ 1511285 h 1583140"/>
              <a:gd name="connsiteX93" fmla="*/ 2001057 w 9662615"/>
              <a:gd name="connsiteY93" fmla="*/ 1516449 h 1583140"/>
              <a:gd name="connsiteX94" fmla="*/ 1896330 w 9662615"/>
              <a:gd name="connsiteY94" fmla="*/ 1525725 h 1583140"/>
              <a:gd name="connsiteX95" fmla="*/ 1835994 w 9662615"/>
              <a:gd name="connsiteY95" fmla="*/ 1527678 h 1583140"/>
              <a:gd name="connsiteX96" fmla="*/ 1671119 w 9662615"/>
              <a:gd name="connsiteY96" fmla="*/ 1536701 h 1583140"/>
              <a:gd name="connsiteX97" fmla="*/ 1601337 w 9662615"/>
              <a:gd name="connsiteY97" fmla="*/ 1548552 h 1583140"/>
              <a:gd name="connsiteX98" fmla="*/ 1407755 w 9662615"/>
              <a:gd name="connsiteY98" fmla="*/ 1571444 h 1583140"/>
              <a:gd name="connsiteX99" fmla="*/ 1271994 w 9662615"/>
              <a:gd name="connsiteY99" fmla="*/ 1579471 h 1583140"/>
              <a:gd name="connsiteX100" fmla="*/ 1249226 w 9662615"/>
              <a:gd name="connsiteY100" fmla="*/ 1583140 h 1583140"/>
              <a:gd name="connsiteX101" fmla="*/ 1217719 w 9662615"/>
              <a:gd name="connsiteY101" fmla="*/ 1580863 h 1583140"/>
              <a:gd name="connsiteX102" fmla="*/ 1091432 w 9662615"/>
              <a:gd name="connsiteY102" fmla="*/ 1571003 h 1583140"/>
              <a:gd name="connsiteX103" fmla="*/ 940355 w 9662615"/>
              <a:gd name="connsiteY103" fmla="*/ 1560638 h 1583140"/>
              <a:gd name="connsiteX104" fmla="*/ 868264 w 9662615"/>
              <a:gd name="connsiteY104" fmla="*/ 1566392 h 1583140"/>
              <a:gd name="connsiteX105" fmla="*/ 792765 w 9662615"/>
              <a:gd name="connsiteY105" fmla="*/ 1563102 h 1583140"/>
              <a:gd name="connsiteX106" fmla="*/ 653153 w 9662615"/>
              <a:gd name="connsiteY106" fmla="*/ 1563516 h 1583140"/>
              <a:gd name="connsiteX107" fmla="*/ 541933 w 9662615"/>
              <a:gd name="connsiteY107" fmla="*/ 1561051 h 1583140"/>
              <a:gd name="connsiteX108" fmla="*/ 472797 w 9662615"/>
              <a:gd name="connsiteY108" fmla="*/ 1568904 h 1583140"/>
              <a:gd name="connsiteX109" fmla="*/ 396059 w 9662615"/>
              <a:gd name="connsiteY109" fmla="*/ 1560970 h 1583140"/>
              <a:gd name="connsiteX110" fmla="*/ 336819 w 9662615"/>
              <a:gd name="connsiteY110" fmla="*/ 1560892 h 1583140"/>
              <a:gd name="connsiteX111" fmla="*/ 267163 w 9662615"/>
              <a:gd name="connsiteY111" fmla="*/ 1531913 h 1583140"/>
              <a:gd name="connsiteX112" fmla="*/ 196644 w 9662615"/>
              <a:gd name="connsiteY112" fmla="*/ 1524565 h 1583140"/>
              <a:gd name="connsiteX113" fmla="*/ 86819 w 9662615"/>
              <a:gd name="connsiteY113" fmla="*/ 1519517 h 1583140"/>
              <a:gd name="connsiteX114" fmla="*/ 53369 w 9662615"/>
              <a:gd name="connsiteY114" fmla="*/ 1516853 h 1583140"/>
              <a:gd name="connsiteX115" fmla="*/ 2359 w 9662615"/>
              <a:gd name="connsiteY115" fmla="*/ 1515247 h 1583140"/>
              <a:gd name="connsiteX116" fmla="*/ 0 w 9662615"/>
              <a:gd name="connsiteY116" fmla="*/ 1514932 h 1583140"/>
              <a:gd name="connsiteX117" fmla="*/ 0 w 9662615"/>
              <a:gd name="connsiteY117" fmla="*/ 0 h 1583140"/>
              <a:gd name="connsiteX0" fmla="*/ 0 w 9662615"/>
              <a:gd name="connsiteY0" fmla="*/ 0 h 1592811"/>
              <a:gd name="connsiteX1" fmla="*/ 9662615 w 9662615"/>
              <a:gd name="connsiteY1" fmla="*/ 0 h 1592811"/>
              <a:gd name="connsiteX2" fmla="*/ 9662615 w 9662615"/>
              <a:gd name="connsiteY2" fmla="*/ 1280346 h 1592811"/>
              <a:gd name="connsiteX3" fmla="*/ 9551077 w 9662615"/>
              <a:gd name="connsiteY3" fmla="*/ 1292033 h 1592811"/>
              <a:gd name="connsiteX4" fmla="*/ 9469546 w 9662615"/>
              <a:gd name="connsiteY4" fmla="*/ 1289837 h 1592811"/>
              <a:gd name="connsiteX5" fmla="*/ 9326260 w 9662615"/>
              <a:gd name="connsiteY5" fmla="*/ 1277155 h 1592811"/>
              <a:gd name="connsiteX6" fmla="*/ 9144767 w 9662615"/>
              <a:gd name="connsiteY6" fmla="*/ 1264120 h 1592811"/>
              <a:gd name="connsiteX7" fmla="*/ 8976400 w 9662615"/>
              <a:gd name="connsiteY7" fmla="*/ 1326661 h 1592811"/>
              <a:gd name="connsiteX8" fmla="*/ 8828711 w 9662615"/>
              <a:gd name="connsiteY8" fmla="*/ 1346394 h 1592811"/>
              <a:gd name="connsiteX9" fmla="*/ 8695953 w 9662615"/>
              <a:gd name="connsiteY9" fmla="*/ 1346784 h 1592811"/>
              <a:gd name="connsiteX10" fmla="*/ 8652191 w 9662615"/>
              <a:gd name="connsiteY10" fmla="*/ 1345903 h 1592811"/>
              <a:gd name="connsiteX11" fmla="*/ 8591582 w 9662615"/>
              <a:gd name="connsiteY11" fmla="*/ 1341666 h 1592811"/>
              <a:gd name="connsiteX12" fmla="*/ 8537336 w 9662615"/>
              <a:gd name="connsiteY12" fmla="*/ 1341684 h 1592811"/>
              <a:gd name="connsiteX13" fmla="*/ 8416849 w 9662615"/>
              <a:gd name="connsiteY13" fmla="*/ 1367085 h 1592811"/>
              <a:gd name="connsiteX14" fmla="*/ 8278355 w 9662615"/>
              <a:gd name="connsiteY14" fmla="*/ 1386569 h 1592811"/>
              <a:gd name="connsiteX15" fmla="*/ 8197961 w 9662615"/>
              <a:gd name="connsiteY15" fmla="*/ 1392804 h 1592811"/>
              <a:gd name="connsiteX16" fmla="*/ 8171196 w 9662615"/>
              <a:gd name="connsiteY16" fmla="*/ 1397216 h 1592811"/>
              <a:gd name="connsiteX17" fmla="*/ 8087910 w 9662615"/>
              <a:gd name="connsiteY17" fmla="*/ 1386449 h 1592811"/>
              <a:gd name="connsiteX18" fmla="*/ 7974579 w 9662615"/>
              <a:gd name="connsiteY18" fmla="*/ 1383439 h 1592811"/>
              <a:gd name="connsiteX19" fmla="*/ 7768351 w 9662615"/>
              <a:gd name="connsiteY19" fmla="*/ 1395051 h 1592811"/>
              <a:gd name="connsiteX20" fmla="*/ 7635985 w 9662615"/>
              <a:gd name="connsiteY20" fmla="*/ 1386363 h 1592811"/>
              <a:gd name="connsiteX21" fmla="*/ 7466069 w 9662615"/>
              <a:gd name="connsiteY21" fmla="*/ 1377654 h 1592811"/>
              <a:gd name="connsiteX22" fmla="*/ 7355642 w 9662615"/>
              <a:gd name="connsiteY22" fmla="*/ 1407761 h 1592811"/>
              <a:gd name="connsiteX23" fmla="*/ 7215220 w 9662615"/>
              <a:gd name="connsiteY23" fmla="*/ 1397856 h 1592811"/>
              <a:gd name="connsiteX24" fmla="*/ 7082147 w 9662615"/>
              <a:gd name="connsiteY24" fmla="*/ 1406113 h 1592811"/>
              <a:gd name="connsiteX25" fmla="*/ 6987129 w 9662615"/>
              <a:gd name="connsiteY25" fmla="*/ 1404834 h 1592811"/>
              <a:gd name="connsiteX26" fmla="*/ 6907567 w 9662615"/>
              <a:gd name="connsiteY26" fmla="*/ 1419149 h 1592811"/>
              <a:gd name="connsiteX27" fmla="*/ 6748428 w 9662615"/>
              <a:gd name="connsiteY27" fmla="*/ 1420308 h 1592811"/>
              <a:gd name="connsiteX28" fmla="*/ 6654257 w 9662615"/>
              <a:gd name="connsiteY28" fmla="*/ 1424143 h 1592811"/>
              <a:gd name="connsiteX29" fmla="*/ 6620123 w 9662615"/>
              <a:gd name="connsiteY29" fmla="*/ 1430535 h 1592811"/>
              <a:gd name="connsiteX30" fmla="*/ 6571355 w 9662615"/>
              <a:gd name="connsiteY30" fmla="*/ 1436144 h 1592811"/>
              <a:gd name="connsiteX31" fmla="*/ 6486557 w 9662615"/>
              <a:gd name="connsiteY31" fmla="*/ 1449861 h 1592811"/>
              <a:gd name="connsiteX32" fmla="*/ 6370419 w 9662615"/>
              <a:gd name="connsiteY32" fmla="*/ 1461649 h 1592811"/>
              <a:gd name="connsiteX33" fmla="*/ 6278839 w 9662615"/>
              <a:gd name="connsiteY33" fmla="*/ 1449160 h 1592811"/>
              <a:gd name="connsiteX34" fmla="*/ 6272455 w 9662615"/>
              <a:gd name="connsiteY34" fmla="*/ 1453191 h 1592811"/>
              <a:gd name="connsiteX35" fmla="*/ 6212659 w 9662615"/>
              <a:gd name="connsiteY35" fmla="*/ 1454850 h 1592811"/>
              <a:gd name="connsiteX36" fmla="*/ 6069317 w 9662615"/>
              <a:gd name="connsiteY36" fmla="*/ 1445838 h 1592811"/>
              <a:gd name="connsiteX37" fmla="*/ 5878477 w 9662615"/>
              <a:gd name="connsiteY37" fmla="*/ 1439180 h 1592811"/>
              <a:gd name="connsiteX38" fmla="*/ 5838387 w 9662615"/>
              <a:gd name="connsiteY38" fmla="*/ 1444679 h 1592811"/>
              <a:gd name="connsiteX39" fmla="*/ 5771136 w 9662615"/>
              <a:gd name="connsiteY39" fmla="*/ 1453639 h 1592811"/>
              <a:gd name="connsiteX40" fmla="*/ 5724081 w 9662615"/>
              <a:gd name="connsiteY40" fmla="*/ 1470431 h 1592811"/>
              <a:gd name="connsiteX41" fmla="*/ 5666577 w 9662615"/>
              <a:gd name="connsiteY41" fmla="*/ 1473921 h 1592811"/>
              <a:gd name="connsiteX42" fmla="*/ 5649068 w 9662615"/>
              <a:gd name="connsiteY42" fmla="*/ 1461676 h 1592811"/>
              <a:gd name="connsiteX43" fmla="*/ 5588902 w 9662615"/>
              <a:gd name="connsiteY43" fmla="*/ 1469647 h 1592811"/>
              <a:gd name="connsiteX44" fmla="*/ 5498090 w 9662615"/>
              <a:gd name="connsiteY44" fmla="*/ 1483173 h 1592811"/>
              <a:gd name="connsiteX45" fmla="*/ 5444641 w 9662615"/>
              <a:gd name="connsiteY45" fmla="*/ 1487602 h 1592811"/>
              <a:gd name="connsiteX46" fmla="*/ 5299812 w 9662615"/>
              <a:gd name="connsiteY46" fmla="*/ 1503362 h 1592811"/>
              <a:gd name="connsiteX47" fmla="*/ 5245752 w 9662615"/>
              <a:gd name="connsiteY47" fmla="*/ 1520612 h 1592811"/>
              <a:gd name="connsiteX48" fmla="*/ 5177807 w 9662615"/>
              <a:gd name="connsiteY48" fmla="*/ 1526802 h 1592811"/>
              <a:gd name="connsiteX49" fmla="*/ 5113910 w 9662615"/>
              <a:gd name="connsiteY49" fmla="*/ 1533205 h 1592811"/>
              <a:gd name="connsiteX50" fmla="*/ 5059484 w 9662615"/>
              <a:gd name="connsiteY50" fmla="*/ 1546802 h 1592811"/>
              <a:gd name="connsiteX51" fmla="*/ 5038524 w 9662615"/>
              <a:gd name="connsiteY51" fmla="*/ 1545675 h 1592811"/>
              <a:gd name="connsiteX52" fmla="*/ 5026564 w 9662615"/>
              <a:gd name="connsiteY52" fmla="*/ 1545376 h 1592811"/>
              <a:gd name="connsiteX53" fmla="*/ 4969433 w 9662615"/>
              <a:gd name="connsiteY53" fmla="*/ 1550865 h 1592811"/>
              <a:gd name="connsiteX54" fmla="*/ 4871726 w 9662615"/>
              <a:gd name="connsiteY54" fmla="*/ 1570584 h 1592811"/>
              <a:gd name="connsiteX55" fmla="*/ 4843267 w 9662615"/>
              <a:gd name="connsiteY55" fmla="*/ 1561459 h 1592811"/>
              <a:gd name="connsiteX56" fmla="*/ 4821058 w 9662615"/>
              <a:gd name="connsiteY56" fmla="*/ 1553078 h 1592811"/>
              <a:gd name="connsiteX57" fmla="*/ 4791466 w 9662615"/>
              <a:gd name="connsiteY57" fmla="*/ 1561324 h 1592811"/>
              <a:gd name="connsiteX58" fmla="*/ 4784247 w 9662615"/>
              <a:gd name="connsiteY58" fmla="*/ 1562342 h 1592811"/>
              <a:gd name="connsiteX59" fmla="*/ 4739309 w 9662615"/>
              <a:gd name="connsiteY59" fmla="*/ 1553948 h 1592811"/>
              <a:gd name="connsiteX60" fmla="*/ 4697562 w 9662615"/>
              <a:gd name="connsiteY60" fmla="*/ 1551206 h 1592811"/>
              <a:gd name="connsiteX61" fmla="*/ 4650737 w 9662615"/>
              <a:gd name="connsiteY61" fmla="*/ 1537381 h 1592811"/>
              <a:gd name="connsiteX62" fmla="*/ 4583150 w 9662615"/>
              <a:gd name="connsiteY62" fmla="*/ 1529064 h 1592811"/>
              <a:gd name="connsiteX63" fmla="*/ 4521734 w 9662615"/>
              <a:gd name="connsiteY63" fmla="*/ 1529359 h 1592811"/>
              <a:gd name="connsiteX64" fmla="*/ 4382398 w 9662615"/>
              <a:gd name="connsiteY64" fmla="*/ 1534108 h 1592811"/>
              <a:gd name="connsiteX65" fmla="*/ 4221826 w 9662615"/>
              <a:gd name="connsiteY65" fmla="*/ 1500972 h 1592811"/>
              <a:gd name="connsiteX66" fmla="*/ 4096601 w 9662615"/>
              <a:gd name="connsiteY66" fmla="*/ 1521563 h 1592811"/>
              <a:gd name="connsiteX67" fmla="*/ 4002441 w 9662615"/>
              <a:gd name="connsiteY67" fmla="*/ 1528912 h 1592811"/>
              <a:gd name="connsiteX68" fmla="*/ 3833906 w 9662615"/>
              <a:gd name="connsiteY68" fmla="*/ 1516637 h 1592811"/>
              <a:gd name="connsiteX69" fmla="*/ 3763845 w 9662615"/>
              <a:gd name="connsiteY69" fmla="*/ 1501782 h 1592811"/>
              <a:gd name="connsiteX70" fmla="*/ 3641778 w 9662615"/>
              <a:gd name="connsiteY70" fmla="*/ 1505446 h 1592811"/>
              <a:gd name="connsiteX71" fmla="*/ 3565233 w 9662615"/>
              <a:gd name="connsiteY71" fmla="*/ 1515122 h 1592811"/>
              <a:gd name="connsiteX72" fmla="*/ 3560267 w 9662615"/>
              <a:gd name="connsiteY72" fmla="*/ 1516288 h 1592811"/>
              <a:gd name="connsiteX73" fmla="*/ 3540258 w 9662615"/>
              <a:gd name="connsiteY73" fmla="*/ 1516976 h 1592811"/>
              <a:gd name="connsiteX74" fmla="*/ 3534780 w 9662615"/>
              <a:gd name="connsiteY74" fmla="*/ 1522141 h 1592811"/>
              <a:gd name="connsiteX75" fmla="*/ 3504783 w 9662615"/>
              <a:gd name="connsiteY75" fmla="*/ 1526739 h 1592811"/>
              <a:gd name="connsiteX76" fmla="*/ 3430805 w 9662615"/>
              <a:gd name="connsiteY76" fmla="*/ 1542521 h 1592811"/>
              <a:gd name="connsiteX77" fmla="*/ 3292707 w 9662615"/>
              <a:gd name="connsiteY77" fmla="*/ 1520490 h 1592811"/>
              <a:gd name="connsiteX78" fmla="*/ 3187872 w 9662615"/>
              <a:gd name="connsiteY78" fmla="*/ 1519991 h 1592811"/>
              <a:gd name="connsiteX79" fmla="*/ 3148026 w 9662615"/>
              <a:gd name="connsiteY79" fmla="*/ 1524777 h 1592811"/>
              <a:gd name="connsiteX80" fmla="*/ 3092394 w 9662615"/>
              <a:gd name="connsiteY80" fmla="*/ 1528115 h 1592811"/>
              <a:gd name="connsiteX81" fmla="*/ 2994200 w 9662615"/>
              <a:gd name="connsiteY81" fmla="*/ 1537857 h 1592811"/>
              <a:gd name="connsiteX82" fmla="*/ 2862301 w 9662615"/>
              <a:gd name="connsiteY82" fmla="*/ 1544250 h 1592811"/>
              <a:gd name="connsiteX83" fmla="*/ 2766335 w 9662615"/>
              <a:gd name="connsiteY83" fmla="*/ 1527662 h 1592811"/>
              <a:gd name="connsiteX84" fmla="*/ 2757836 w 9662615"/>
              <a:gd name="connsiteY84" fmla="*/ 1531371 h 1592811"/>
              <a:gd name="connsiteX85" fmla="*/ 2691555 w 9662615"/>
              <a:gd name="connsiteY85" fmla="*/ 1530283 h 1592811"/>
              <a:gd name="connsiteX86" fmla="*/ 2491676 w 9662615"/>
              <a:gd name="connsiteY86" fmla="*/ 1500859 h 1592811"/>
              <a:gd name="connsiteX87" fmla="*/ 2378036 w 9662615"/>
              <a:gd name="connsiteY87" fmla="*/ 1520645 h 1592811"/>
              <a:gd name="connsiteX88" fmla="*/ 2284269 w 9662615"/>
              <a:gd name="connsiteY88" fmla="*/ 1503068 h 1592811"/>
              <a:gd name="connsiteX89" fmla="*/ 2207104 w 9662615"/>
              <a:gd name="connsiteY89" fmla="*/ 1508888 h 1592811"/>
              <a:gd name="connsiteX90" fmla="*/ 2149226 w 9662615"/>
              <a:gd name="connsiteY90" fmla="*/ 1523409 h 1592811"/>
              <a:gd name="connsiteX91" fmla="*/ 2084783 w 9662615"/>
              <a:gd name="connsiteY91" fmla="*/ 1524245 h 1592811"/>
              <a:gd name="connsiteX92" fmla="*/ 2070075 w 9662615"/>
              <a:gd name="connsiteY92" fmla="*/ 1511285 h 1592811"/>
              <a:gd name="connsiteX93" fmla="*/ 2001057 w 9662615"/>
              <a:gd name="connsiteY93" fmla="*/ 1516449 h 1592811"/>
              <a:gd name="connsiteX94" fmla="*/ 1896330 w 9662615"/>
              <a:gd name="connsiteY94" fmla="*/ 1525725 h 1592811"/>
              <a:gd name="connsiteX95" fmla="*/ 1835994 w 9662615"/>
              <a:gd name="connsiteY95" fmla="*/ 1527678 h 1592811"/>
              <a:gd name="connsiteX96" fmla="*/ 1671119 w 9662615"/>
              <a:gd name="connsiteY96" fmla="*/ 1536701 h 1592811"/>
              <a:gd name="connsiteX97" fmla="*/ 1601337 w 9662615"/>
              <a:gd name="connsiteY97" fmla="*/ 1548552 h 1592811"/>
              <a:gd name="connsiteX98" fmla="*/ 1407755 w 9662615"/>
              <a:gd name="connsiteY98" fmla="*/ 1571444 h 1592811"/>
              <a:gd name="connsiteX99" fmla="*/ 1271994 w 9662615"/>
              <a:gd name="connsiteY99" fmla="*/ 1579471 h 1592811"/>
              <a:gd name="connsiteX100" fmla="*/ 1249226 w 9662615"/>
              <a:gd name="connsiteY100" fmla="*/ 1583140 h 1592811"/>
              <a:gd name="connsiteX101" fmla="*/ 1181938 w 9662615"/>
              <a:gd name="connsiteY101" fmla="*/ 1592789 h 1592811"/>
              <a:gd name="connsiteX102" fmla="*/ 1091432 w 9662615"/>
              <a:gd name="connsiteY102" fmla="*/ 1571003 h 1592811"/>
              <a:gd name="connsiteX103" fmla="*/ 940355 w 9662615"/>
              <a:gd name="connsiteY103" fmla="*/ 1560638 h 1592811"/>
              <a:gd name="connsiteX104" fmla="*/ 868264 w 9662615"/>
              <a:gd name="connsiteY104" fmla="*/ 1566392 h 1592811"/>
              <a:gd name="connsiteX105" fmla="*/ 792765 w 9662615"/>
              <a:gd name="connsiteY105" fmla="*/ 1563102 h 1592811"/>
              <a:gd name="connsiteX106" fmla="*/ 653153 w 9662615"/>
              <a:gd name="connsiteY106" fmla="*/ 1563516 h 1592811"/>
              <a:gd name="connsiteX107" fmla="*/ 541933 w 9662615"/>
              <a:gd name="connsiteY107" fmla="*/ 1561051 h 1592811"/>
              <a:gd name="connsiteX108" fmla="*/ 472797 w 9662615"/>
              <a:gd name="connsiteY108" fmla="*/ 1568904 h 1592811"/>
              <a:gd name="connsiteX109" fmla="*/ 396059 w 9662615"/>
              <a:gd name="connsiteY109" fmla="*/ 1560970 h 1592811"/>
              <a:gd name="connsiteX110" fmla="*/ 336819 w 9662615"/>
              <a:gd name="connsiteY110" fmla="*/ 1560892 h 1592811"/>
              <a:gd name="connsiteX111" fmla="*/ 267163 w 9662615"/>
              <a:gd name="connsiteY111" fmla="*/ 1531913 h 1592811"/>
              <a:gd name="connsiteX112" fmla="*/ 196644 w 9662615"/>
              <a:gd name="connsiteY112" fmla="*/ 1524565 h 1592811"/>
              <a:gd name="connsiteX113" fmla="*/ 86819 w 9662615"/>
              <a:gd name="connsiteY113" fmla="*/ 1519517 h 1592811"/>
              <a:gd name="connsiteX114" fmla="*/ 53369 w 9662615"/>
              <a:gd name="connsiteY114" fmla="*/ 1516853 h 1592811"/>
              <a:gd name="connsiteX115" fmla="*/ 2359 w 9662615"/>
              <a:gd name="connsiteY115" fmla="*/ 1515247 h 1592811"/>
              <a:gd name="connsiteX116" fmla="*/ 0 w 9662615"/>
              <a:gd name="connsiteY116" fmla="*/ 1514932 h 1592811"/>
              <a:gd name="connsiteX117" fmla="*/ 0 w 9662615"/>
              <a:gd name="connsiteY117" fmla="*/ 0 h 1592811"/>
              <a:gd name="connsiteX0" fmla="*/ 0 w 9662615"/>
              <a:gd name="connsiteY0" fmla="*/ 0 h 1592811"/>
              <a:gd name="connsiteX1" fmla="*/ 9662615 w 9662615"/>
              <a:gd name="connsiteY1" fmla="*/ 0 h 1592811"/>
              <a:gd name="connsiteX2" fmla="*/ 9662615 w 9662615"/>
              <a:gd name="connsiteY2" fmla="*/ 1280346 h 1592811"/>
              <a:gd name="connsiteX3" fmla="*/ 9551077 w 9662615"/>
              <a:gd name="connsiteY3" fmla="*/ 1292033 h 1592811"/>
              <a:gd name="connsiteX4" fmla="*/ 9469546 w 9662615"/>
              <a:gd name="connsiteY4" fmla="*/ 1289837 h 1592811"/>
              <a:gd name="connsiteX5" fmla="*/ 9326260 w 9662615"/>
              <a:gd name="connsiteY5" fmla="*/ 1277155 h 1592811"/>
              <a:gd name="connsiteX6" fmla="*/ 9144767 w 9662615"/>
              <a:gd name="connsiteY6" fmla="*/ 1264120 h 1592811"/>
              <a:gd name="connsiteX7" fmla="*/ 8976400 w 9662615"/>
              <a:gd name="connsiteY7" fmla="*/ 1326661 h 1592811"/>
              <a:gd name="connsiteX8" fmla="*/ 8828711 w 9662615"/>
              <a:gd name="connsiteY8" fmla="*/ 1346394 h 1592811"/>
              <a:gd name="connsiteX9" fmla="*/ 8695953 w 9662615"/>
              <a:gd name="connsiteY9" fmla="*/ 1346784 h 1592811"/>
              <a:gd name="connsiteX10" fmla="*/ 8652191 w 9662615"/>
              <a:gd name="connsiteY10" fmla="*/ 1345903 h 1592811"/>
              <a:gd name="connsiteX11" fmla="*/ 8591582 w 9662615"/>
              <a:gd name="connsiteY11" fmla="*/ 1341666 h 1592811"/>
              <a:gd name="connsiteX12" fmla="*/ 8537336 w 9662615"/>
              <a:gd name="connsiteY12" fmla="*/ 1341684 h 1592811"/>
              <a:gd name="connsiteX13" fmla="*/ 8416849 w 9662615"/>
              <a:gd name="connsiteY13" fmla="*/ 1367085 h 1592811"/>
              <a:gd name="connsiteX14" fmla="*/ 8278355 w 9662615"/>
              <a:gd name="connsiteY14" fmla="*/ 1386569 h 1592811"/>
              <a:gd name="connsiteX15" fmla="*/ 8197961 w 9662615"/>
              <a:gd name="connsiteY15" fmla="*/ 1392804 h 1592811"/>
              <a:gd name="connsiteX16" fmla="*/ 8171196 w 9662615"/>
              <a:gd name="connsiteY16" fmla="*/ 1397216 h 1592811"/>
              <a:gd name="connsiteX17" fmla="*/ 8087910 w 9662615"/>
              <a:gd name="connsiteY17" fmla="*/ 1386449 h 1592811"/>
              <a:gd name="connsiteX18" fmla="*/ 7974579 w 9662615"/>
              <a:gd name="connsiteY18" fmla="*/ 1383439 h 1592811"/>
              <a:gd name="connsiteX19" fmla="*/ 7768351 w 9662615"/>
              <a:gd name="connsiteY19" fmla="*/ 1395051 h 1592811"/>
              <a:gd name="connsiteX20" fmla="*/ 7635985 w 9662615"/>
              <a:gd name="connsiteY20" fmla="*/ 1386363 h 1592811"/>
              <a:gd name="connsiteX21" fmla="*/ 7466069 w 9662615"/>
              <a:gd name="connsiteY21" fmla="*/ 1377654 h 1592811"/>
              <a:gd name="connsiteX22" fmla="*/ 7355642 w 9662615"/>
              <a:gd name="connsiteY22" fmla="*/ 1407761 h 1592811"/>
              <a:gd name="connsiteX23" fmla="*/ 7215220 w 9662615"/>
              <a:gd name="connsiteY23" fmla="*/ 1397856 h 1592811"/>
              <a:gd name="connsiteX24" fmla="*/ 7082147 w 9662615"/>
              <a:gd name="connsiteY24" fmla="*/ 1406113 h 1592811"/>
              <a:gd name="connsiteX25" fmla="*/ 6987129 w 9662615"/>
              <a:gd name="connsiteY25" fmla="*/ 1404834 h 1592811"/>
              <a:gd name="connsiteX26" fmla="*/ 6907567 w 9662615"/>
              <a:gd name="connsiteY26" fmla="*/ 1419149 h 1592811"/>
              <a:gd name="connsiteX27" fmla="*/ 6748428 w 9662615"/>
              <a:gd name="connsiteY27" fmla="*/ 1420308 h 1592811"/>
              <a:gd name="connsiteX28" fmla="*/ 6654257 w 9662615"/>
              <a:gd name="connsiteY28" fmla="*/ 1424143 h 1592811"/>
              <a:gd name="connsiteX29" fmla="*/ 6620123 w 9662615"/>
              <a:gd name="connsiteY29" fmla="*/ 1430535 h 1592811"/>
              <a:gd name="connsiteX30" fmla="*/ 6571355 w 9662615"/>
              <a:gd name="connsiteY30" fmla="*/ 1436144 h 1592811"/>
              <a:gd name="connsiteX31" fmla="*/ 6486557 w 9662615"/>
              <a:gd name="connsiteY31" fmla="*/ 1449861 h 1592811"/>
              <a:gd name="connsiteX32" fmla="*/ 6370419 w 9662615"/>
              <a:gd name="connsiteY32" fmla="*/ 1461649 h 1592811"/>
              <a:gd name="connsiteX33" fmla="*/ 6278839 w 9662615"/>
              <a:gd name="connsiteY33" fmla="*/ 1449160 h 1592811"/>
              <a:gd name="connsiteX34" fmla="*/ 6272455 w 9662615"/>
              <a:gd name="connsiteY34" fmla="*/ 1453191 h 1592811"/>
              <a:gd name="connsiteX35" fmla="*/ 6212659 w 9662615"/>
              <a:gd name="connsiteY35" fmla="*/ 1454850 h 1592811"/>
              <a:gd name="connsiteX36" fmla="*/ 6069317 w 9662615"/>
              <a:gd name="connsiteY36" fmla="*/ 1445838 h 1592811"/>
              <a:gd name="connsiteX37" fmla="*/ 5878477 w 9662615"/>
              <a:gd name="connsiteY37" fmla="*/ 1439180 h 1592811"/>
              <a:gd name="connsiteX38" fmla="*/ 5838387 w 9662615"/>
              <a:gd name="connsiteY38" fmla="*/ 1444679 h 1592811"/>
              <a:gd name="connsiteX39" fmla="*/ 5771136 w 9662615"/>
              <a:gd name="connsiteY39" fmla="*/ 1453639 h 1592811"/>
              <a:gd name="connsiteX40" fmla="*/ 5724081 w 9662615"/>
              <a:gd name="connsiteY40" fmla="*/ 1470431 h 1592811"/>
              <a:gd name="connsiteX41" fmla="*/ 5666577 w 9662615"/>
              <a:gd name="connsiteY41" fmla="*/ 1473921 h 1592811"/>
              <a:gd name="connsiteX42" fmla="*/ 5649068 w 9662615"/>
              <a:gd name="connsiteY42" fmla="*/ 1461676 h 1592811"/>
              <a:gd name="connsiteX43" fmla="*/ 5588902 w 9662615"/>
              <a:gd name="connsiteY43" fmla="*/ 1469647 h 1592811"/>
              <a:gd name="connsiteX44" fmla="*/ 5498090 w 9662615"/>
              <a:gd name="connsiteY44" fmla="*/ 1483173 h 1592811"/>
              <a:gd name="connsiteX45" fmla="*/ 5444641 w 9662615"/>
              <a:gd name="connsiteY45" fmla="*/ 1487602 h 1592811"/>
              <a:gd name="connsiteX46" fmla="*/ 5299812 w 9662615"/>
              <a:gd name="connsiteY46" fmla="*/ 1503362 h 1592811"/>
              <a:gd name="connsiteX47" fmla="*/ 5245752 w 9662615"/>
              <a:gd name="connsiteY47" fmla="*/ 1520612 h 1592811"/>
              <a:gd name="connsiteX48" fmla="*/ 5177807 w 9662615"/>
              <a:gd name="connsiteY48" fmla="*/ 1526802 h 1592811"/>
              <a:gd name="connsiteX49" fmla="*/ 5113910 w 9662615"/>
              <a:gd name="connsiteY49" fmla="*/ 1533205 h 1592811"/>
              <a:gd name="connsiteX50" fmla="*/ 5059484 w 9662615"/>
              <a:gd name="connsiteY50" fmla="*/ 1546802 h 1592811"/>
              <a:gd name="connsiteX51" fmla="*/ 5038524 w 9662615"/>
              <a:gd name="connsiteY51" fmla="*/ 1545675 h 1592811"/>
              <a:gd name="connsiteX52" fmla="*/ 5026564 w 9662615"/>
              <a:gd name="connsiteY52" fmla="*/ 1545376 h 1592811"/>
              <a:gd name="connsiteX53" fmla="*/ 4969433 w 9662615"/>
              <a:gd name="connsiteY53" fmla="*/ 1550865 h 1592811"/>
              <a:gd name="connsiteX54" fmla="*/ 4871726 w 9662615"/>
              <a:gd name="connsiteY54" fmla="*/ 1570584 h 1592811"/>
              <a:gd name="connsiteX55" fmla="*/ 4843267 w 9662615"/>
              <a:gd name="connsiteY55" fmla="*/ 1561459 h 1592811"/>
              <a:gd name="connsiteX56" fmla="*/ 4821058 w 9662615"/>
              <a:gd name="connsiteY56" fmla="*/ 1553078 h 1592811"/>
              <a:gd name="connsiteX57" fmla="*/ 4791466 w 9662615"/>
              <a:gd name="connsiteY57" fmla="*/ 1561324 h 1592811"/>
              <a:gd name="connsiteX58" fmla="*/ 4784247 w 9662615"/>
              <a:gd name="connsiteY58" fmla="*/ 1562342 h 1592811"/>
              <a:gd name="connsiteX59" fmla="*/ 4739309 w 9662615"/>
              <a:gd name="connsiteY59" fmla="*/ 1553948 h 1592811"/>
              <a:gd name="connsiteX60" fmla="*/ 4697562 w 9662615"/>
              <a:gd name="connsiteY60" fmla="*/ 1551206 h 1592811"/>
              <a:gd name="connsiteX61" fmla="*/ 4650737 w 9662615"/>
              <a:gd name="connsiteY61" fmla="*/ 1537381 h 1592811"/>
              <a:gd name="connsiteX62" fmla="*/ 4583150 w 9662615"/>
              <a:gd name="connsiteY62" fmla="*/ 1529064 h 1592811"/>
              <a:gd name="connsiteX63" fmla="*/ 4521734 w 9662615"/>
              <a:gd name="connsiteY63" fmla="*/ 1529359 h 1592811"/>
              <a:gd name="connsiteX64" fmla="*/ 4382398 w 9662615"/>
              <a:gd name="connsiteY64" fmla="*/ 1534108 h 1592811"/>
              <a:gd name="connsiteX65" fmla="*/ 4221826 w 9662615"/>
              <a:gd name="connsiteY65" fmla="*/ 1500972 h 1592811"/>
              <a:gd name="connsiteX66" fmla="*/ 4096601 w 9662615"/>
              <a:gd name="connsiteY66" fmla="*/ 1521563 h 1592811"/>
              <a:gd name="connsiteX67" fmla="*/ 4002441 w 9662615"/>
              <a:gd name="connsiteY67" fmla="*/ 1528912 h 1592811"/>
              <a:gd name="connsiteX68" fmla="*/ 3833906 w 9662615"/>
              <a:gd name="connsiteY68" fmla="*/ 1516637 h 1592811"/>
              <a:gd name="connsiteX69" fmla="*/ 3763845 w 9662615"/>
              <a:gd name="connsiteY69" fmla="*/ 1501782 h 1592811"/>
              <a:gd name="connsiteX70" fmla="*/ 3641778 w 9662615"/>
              <a:gd name="connsiteY70" fmla="*/ 1505446 h 1592811"/>
              <a:gd name="connsiteX71" fmla="*/ 3565233 w 9662615"/>
              <a:gd name="connsiteY71" fmla="*/ 1515122 h 1592811"/>
              <a:gd name="connsiteX72" fmla="*/ 3560267 w 9662615"/>
              <a:gd name="connsiteY72" fmla="*/ 1516288 h 1592811"/>
              <a:gd name="connsiteX73" fmla="*/ 3540258 w 9662615"/>
              <a:gd name="connsiteY73" fmla="*/ 1516976 h 1592811"/>
              <a:gd name="connsiteX74" fmla="*/ 3534780 w 9662615"/>
              <a:gd name="connsiteY74" fmla="*/ 1522141 h 1592811"/>
              <a:gd name="connsiteX75" fmla="*/ 3504783 w 9662615"/>
              <a:gd name="connsiteY75" fmla="*/ 1526739 h 1592811"/>
              <a:gd name="connsiteX76" fmla="*/ 3430805 w 9662615"/>
              <a:gd name="connsiteY76" fmla="*/ 1542521 h 1592811"/>
              <a:gd name="connsiteX77" fmla="*/ 3292707 w 9662615"/>
              <a:gd name="connsiteY77" fmla="*/ 1520490 h 1592811"/>
              <a:gd name="connsiteX78" fmla="*/ 3187872 w 9662615"/>
              <a:gd name="connsiteY78" fmla="*/ 1519991 h 1592811"/>
              <a:gd name="connsiteX79" fmla="*/ 3148026 w 9662615"/>
              <a:gd name="connsiteY79" fmla="*/ 1524777 h 1592811"/>
              <a:gd name="connsiteX80" fmla="*/ 3092394 w 9662615"/>
              <a:gd name="connsiteY80" fmla="*/ 1528115 h 1592811"/>
              <a:gd name="connsiteX81" fmla="*/ 2994200 w 9662615"/>
              <a:gd name="connsiteY81" fmla="*/ 1537857 h 1592811"/>
              <a:gd name="connsiteX82" fmla="*/ 2862301 w 9662615"/>
              <a:gd name="connsiteY82" fmla="*/ 1544250 h 1592811"/>
              <a:gd name="connsiteX83" fmla="*/ 2766335 w 9662615"/>
              <a:gd name="connsiteY83" fmla="*/ 1527662 h 1592811"/>
              <a:gd name="connsiteX84" fmla="*/ 2757836 w 9662615"/>
              <a:gd name="connsiteY84" fmla="*/ 1531371 h 1592811"/>
              <a:gd name="connsiteX85" fmla="*/ 2691555 w 9662615"/>
              <a:gd name="connsiteY85" fmla="*/ 1530283 h 1592811"/>
              <a:gd name="connsiteX86" fmla="*/ 2491676 w 9662615"/>
              <a:gd name="connsiteY86" fmla="*/ 1500859 h 1592811"/>
              <a:gd name="connsiteX87" fmla="*/ 2378036 w 9662615"/>
              <a:gd name="connsiteY87" fmla="*/ 1520645 h 1592811"/>
              <a:gd name="connsiteX88" fmla="*/ 2284269 w 9662615"/>
              <a:gd name="connsiteY88" fmla="*/ 1503068 h 1592811"/>
              <a:gd name="connsiteX89" fmla="*/ 2207104 w 9662615"/>
              <a:gd name="connsiteY89" fmla="*/ 1508888 h 1592811"/>
              <a:gd name="connsiteX90" fmla="*/ 2149226 w 9662615"/>
              <a:gd name="connsiteY90" fmla="*/ 1523409 h 1592811"/>
              <a:gd name="connsiteX91" fmla="*/ 2084783 w 9662615"/>
              <a:gd name="connsiteY91" fmla="*/ 1524245 h 1592811"/>
              <a:gd name="connsiteX92" fmla="*/ 2070075 w 9662615"/>
              <a:gd name="connsiteY92" fmla="*/ 1511285 h 1592811"/>
              <a:gd name="connsiteX93" fmla="*/ 2001057 w 9662615"/>
              <a:gd name="connsiteY93" fmla="*/ 1516449 h 1592811"/>
              <a:gd name="connsiteX94" fmla="*/ 1896330 w 9662615"/>
              <a:gd name="connsiteY94" fmla="*/ 1525725 h 1592811"/>
              <a:gd name="connsiteX95" fmla="*/ 1835994 w 9662615"/>
              <a:gd name="connsiteY95" fmla="*/ 1527678 h 1592811"/>
              <a:gd name="connsiteX96" fmla="*/ 1671119 w 9662615"/>
              <a:gd name="connsiteY96" fmla="*/ 1536701 h 1592811"/>
              <a:gd name="connsiteX97" fmla="*/ 1601337 w 9662615"/>
              <a:gd name="connsiteY97" fmla="*/ 1548552 h 1592811"/>
              <a:gd name="connsiteX98" fmla="*/ 1407755 w 9662615"/>
              <a:gd name="connsiteY98" fmla="*/ 1571444 h 1592811"/>
              <a:gd name="connsiteX99" fmla="*/ 1291872 w 9662615"/>
              <a:gd name="connsiteY99" fmla="*/ 1579471 h 1592811"/>
              <a:gd name="connsiteX100" fmla="*/ 1249226 w 9662615"/>
              <a:gd name="connsiteY100" fmla="*/ 1583140 h 1592811"/>
              <a:gd name="connsiteX101" fmla="*/ 1181938 w 9662615"/>
              <a:gd name="connsiteY101" fmla="*/ 1592789 h 1592811"/>
              <a:gd name="connsiteX102" fmla="*/ 1091432 w 9662615"/>
              <a:gd name="connsiteY102" fmla="*/ 1571003 h 1592811"/>
              <a:gd name="connsiteX103" fmla="*/ 940355 w 9662615"/>
              <a:gd name="connsiteY103" fmla="*/ 1560638 h 1592811"/>
              <a:gd name="connsiteX104" fmla="*/ 868264 w 9662615"/>
              <a:gd name="connsiteY104" fmla="*/ 1566392 h 1592811"/>
              <a:gd name="connsiteX105" fmla="*/ 792765 w 9662615"/>
              <a:gd name="connsiteY105" fmla="*/ 1563102 h 1592811"/>
              <a:gd name="connsiteX106" fmla="*/ 653153 w 9662615"/>
              <a:gd name="connsiteY106" fmla="*/ 1563516 h 1592811"/>
              <a:gd name="connsiteX107" fmla="*/ 541933 w 9662615"/>
              <a:gd name="connsiteY107" fmla="*/ 1561051 h 1592811"/>
              <a:gd name="connsiteX108" fmla="*/ 472797 w 9662615"/>
              <a:gd name="connsiteY108" fmla="*/ 1568904 h 1592811"/>
              <a:gd name="connsiteX109" fmla="*/ 396059 w 9662615"/>
              <a:gd name="connsiteY109" fmla="*/ 1560970 h 1592811"/>
              <a:gd name="connsiteX110" fmla="*/ 336819 w 9662615"/>
              <a:gd name="connsiteY110" fmla="*/ 1560892 h 1592811"/>
              <a:gd name="connsiteX111" fmla="*/ 267163 w 9662615"/>
              <a:gd name="connsiteY111" fmla="*/ 1531913 h 1592811"/>
              <a:gd name="connsiteX112" fmla="*/ 196644 w 9662615"/>
              <a:gd name="connsiteY112" fmla="*/ 1524565 h 1592811"/>
              <a:gd name="connsiteX113" fmla="*/ 86819 w 9662615"/>
              <a:gd name="connsiteY113" fmla="*/ 1519517 h 1592811"/>
              <a:gd name="connsiteX114" fmla="*/ 53369 w 9662615"/>
              <a:gd name="connsiteY114" fmla="*/ 1516853 h 1592811"/>
              <a:gd name="connsiteX115" fmla="*/ 2359 w 9662615"/>
              <a:gd name="connsiteY115" fmla="*/ 1515247 h 1592811"/>
              <a:gd name="connsiteX116" fmla="*/ 0 w 9662615"/>
              <a:gd name="connsiteY116" fmla="*/ 1514932 h 1592811"/>
              <a:gd name="connsiteX117" fmla="*/ 0 w 9662615"/>
              <a:gd name="connsiteY117" fmla="*/ 0 h 1592811"/>
              <a:gd name="connsiteX0" fmla="*/ 0 w 9662615"/>
              <a:gd name="connsiteY0" fmla="*/ 0 h 1603018"/>
              <a:gd name="connsiteX1" fmla="*/ 9662615 w 9662615"/>
              <a:gd name="connsiteY1" fmla="*/ 0 h 1603018"/>
              <a:gd name="connsiteX2" fmla="*/ 9662615 w 9662615"/>
              <a:gd name="connsiteY2" fmla="*/ 1280346 h 1603018"/>
              <a:gd name="connsiteX3" fmla="*/ 9551077 w 9662615"/>
              <a:gd name="connsiteY3" fmla="*/ 1292033 h 1603018"/>
              <a:gd name="connsiteX4" fmla="*/ 9469546 w 9662615"/>
              <a:gd name="connsiteY4" fmla="*/ 1289837 h 1603018"/>
              <a:gd name="connsiteX5" fmla="*/ 9326260 w 9662615"/>
              <a:gd name="connsiteY5" fmla="*/ 1277155 h 1603018"/>
              <a:gd name="connsiteX6" fmla="*/ 9144767 w 9662615"/>
              <a:gd name="connsiteY6" fmla="*/ 1264120 h 1603018"/>
              <a:gd name="connsiteX7" fmla="*/ 8976400 w 9662615"/>
              <a:gd name="connsiteY7" fmla="*/ 1326661 h 1603018"/>
              <a:gd name="connsiteX8" fmla="*/ 8828711 w 9662615"/>
              <a:gd name="connsiteY8" fmla="*/ 1346394 h 1603018"/>
              <a:gd name="connsiteX9" fmla="*/ 8695953 w 9662615"/>
              <a:gd name="connsiteY9" fmla="*/ 1346784 h 1603018"/>
              <a:gd name="connsiteX10" fmla="*/ 8652191 w 9662615"/>
              <a:gd name="connsiteY10" fmla="*/ 1345903 h 1603018"/>
              <a:gd name="connsiteX11" fmla="*/ 8591582 w 9662615"/>
              <a:gd name="connsiteY11" fmla="*/ 1341666 h 1603018"/>
              <a:gd name="connsiteX12" fmla="*/ 8537336 w 9662615"/>
              <a:gd name="connsiteY12" fmla="*/ 1341684 h 1603018"/>
              <a:gd name="connsiteX13" fmla="*/ 8416849 w 9662615"/>
              <a:gd name="connsiteY13" fmla="*/ 1367085 h 1603018"/>
              <a:gd name="connsiteX14" fmla="*/ 8278355 w 9662615"/>
              <a:gd name="connsiteY14" fmla="*/ 1386569 h 1603018"/>
              <a:gd name="connsiteX15" fmla="*/ 8197961 w 9662615"/>
              <a:gd name="connsiteY15" fmla="*/ 1392804 h 1603018"/>
              <a:gd name="connsiteX16" fmla="*/ 8171196 w 9662615"/>
              <a:gd name="connsiteY16" fmla="*/ 1397216 h 1603018"/>
              <a:gd name="connsiteX17" fmla="*/ 8087910 w 9662615"/>
              <a:gd name="connsiteY17" fmla="*/ 1386449 h 1603018"/>
              <a:gd name="connsiteX18" fmla="*/ 7974579 w 9662615"/>
              <a:gd name="connsiteY18" fmla="*/ 1383439 h 1603018"/>
              <a:gd name="connsiteX19" fmla="*/ 7768351 w 9662615"/>
              <a:gd name="connsiteY19" fmla="*/ 1395051 h 1603018"/>
              <a:gd name="connsiteX20" fmla="*/ 7635985 w 9662615"/>
              <a:gd name="connsiteY20" fmla="*/ 1386363 h 1603018"/>
              <a:gd name="connsiteX21" fmla="*/ 7466069 w 9662615"/>
              <a:gd name="connsiteY21" fmla="*/ 1377654 h 1603018"/>
              <a:gd name="connsiteX22" fmla="*/ 7355642 w 9662615"/>
              <a:gd name="connsiteY22" fmla="*/ 1407761 h 1603018"/>
              <a:gd name="connsiteX23" fmla="*/ 7215220 w 9662615"/>
              <a:gd name="connsiteY23" fmla="*/ 1397856 h 1603018"/>
              <a:gd name="connsiteX24" fmla="*/ 7082147 w 9662615"/>
              <a:gd name="connsiteY24" fmla="*/ 1406113 h 1603018"/>
              <a:gd name="connsiteX25" fmla="*/ 6987129 w 9662615"/>
              <a:gd name="connsiteY25" fmla="*/ 1404834 h 1603018"/>
              <a:gd name="connsiteX26" fmla="*/ 6907567 w 9662615"/>
              <a:gd name="connsiteY26" fmla="*/ 1419149 h 1603018"/>
              <a:gd name="connsiteX27" fmla="*/ 6748428 w 9662615"/>
              <a:gd name="connsiteY27" fmla="*/ 1420308 h 1603018"/>
              <a:gd name="connsiteX28" fmla="*/ 6654257 w 9662615"/>
              <a:gd name="connsiteY28" fmla="*/ 1424143 h 1603018"/>
              <a:gd name="connsiteX29" fmla="*/ 6620123 w 9662615"/>
              <a:gd name="connsiteY29" fmla="*/ 1430535 h 1603018"/>
              <a:gd name="connsiteX30" fmla="*/ 6571355 w 9662615"/>
              <a:gd name="connsiteY30" fmla="*/ 1436144 h 1603018"/>
              <a:gd name="connsiteX31" fmla="*/ 6486557 w 9662615"/>
              <a:gd name="connsiteY31" fmla="*/ 1449861 h 1603018"/>
              <a:gd name="connsiteX32" fmla="*/ 6370419 w 9662615"/>
              <a:gd name="connsiteY32" fmla="*/ 1461649 h 1603018"/>
              <a:gd name="connsiteX33" fmla="*/ 6278839 w 9662615"/>
              <a:gd name="connsiteY33" fmla="*/ 1449160 h 1603018"/>
              <a:gd name="connsiteX34" fmla="*/ 6272455 w 9662615"/>
              <a:gd name="connsiteY34" fmla="*/ 1453191 h 1603018"/>
              <a:gd name="connsiteX35" fmla="*/ 6212659 w 9662615"/>
              <a:gd name="connsiteY35" fmla="*/ 1454850 h 1603018"/>
              <a:gd name="connsiteX36" fmla="*/ 6069317 w 9662615"/>
              <a:gd name="connsiteY36" fmla="*/ 1445838 h 1603018"/>
              <a:gd name="connsiteX37" fmla="*/ 5878477 w 9662615"/>
              <a:gd name="connsiteY37" fmla="*/ 1439180 h 1603018"/>
              <a:gd name="connsiteX38" fmla="*/ 5838387 w 9662615"/>
              <a:gd name="connsiteY38" fmla="*/ 1444679 h 1603018"/>
              <a:gd name="connsiteX39" fmla="*/ 5771136 w 9662615"/>
              <a:gd name="connsiteY39" fmla="*/ 1453639 h 1603018"/>
              <a:gd name="connsiteX40" fmla="*/ 5724081 w 9662615"/>
              <a:gd name="connsiteY40" fmla="*/ 1470431 h 1603018"/>
              <a:gd name="connsiteX41" fmla="*/ 5666577 w 9662615"/>
              <a:gd name="connsiteY41" fmla="*/ 1473921 h 1603018"/>
              <a:gd name="connsiteX42" fmla="*/ 5649068 w 9662615"/>
              <a:gd name="connsiteY42" fmla="*/ 1461676 h 1603018"/>
              <a:gd name="connsiteX43" fmla="*/ 5588902 w 9662615"/>
              <a:gd name="connsiteY43" fmla="*/ 1469647 h 1603018"/>
              <a:gd name="connsiteX44" fmla="*/ 5498090 w 9662615"/>
              <a:gd name="connsiteY44" fmla="*/ 1483173 h 1603018"/>
              <a:gd name="connsiteX45" fmla="*/ 5444641 w 9662615"/>
              <a:gd name="connsiteY45" fmla="*/ 1487602 h 1603018"/>
              <a:gd name="connsiteX46" fmla="*/ 5299812 w 9662615"/>
              <a:gd name="connsiteY46" fmla="*/ 1503362 h 1603018"/>
              <a:gd name="connsiteX47" fmla="*/ 5245752 w 9662615"/>
              <a:gd name="connsiteY47" fmla="*/ 1520612 h 1603018"/>
              <a:gd name="connsiteX48" fmla="*/ 5177807 w 9662615"/>
              <a:gd name="connsiteY48" fmla="*/ 1526802 h 1603018"/>
              <a:gd name="connsiteX49" fmla="*/ 5113910 w 9662615"/>
              <a:gd name="connsiteY49" fmla="*/ 1533205 h 1603018"/>
              <a:gd name="connsiteX50" fmla="*/ 5059484 w 9662615"/>
              <a:gd name="connsiteY50" fmla="*/ 1546802 h 1603018"/>
              <a:gd name="connsiteX51" fmla="*/ 5038524 w 9662615"/>
              <a:gd name="connsiteY51" fmla="*/ 1545675 h 1603018"/>
              <a:gd name="connsiteX52" fmla="*/ 5026564 w 9662615"/>
              <a:gd name="connsiteY52" fmla="*/ 1545376 h 1603018"/>
              <a:gd name="connsiteX53" fmla="*/ 4969433 w 9662615"/>
              <a:gd name="connsiteY53" fmla="*/ 1550865 h 1603018"/>
              <a:gd name="connsiteX54" fmla="*/ 4871726 w 9662615"/>
              <a:gd name="connsiteY54" fmla="*/ 1570584 h 1603018"/>
              <a:gd name="connsiteX55" fmla="*/ 4843267 w 9662615"/>
              <a:gd name="connsiteY55" fmla="*/ 1561459 h 1603018"/>
              <a:gd name="connsiteX56" fmla="*/ 4821058 w 9662615"/>
              <a:gd name="connsiteY56" fmla="*/ 1553078 h 1603018"/>
              <a:gd name="connsiteX57" fmla="*/ 4791466 w 9662615"/>
              <a:gd name="connsiteY57" fmla="*/ 1561324 h 1603018"/>
              <a:gd name="connsiteX58" fmla="*/ 4784247 w 9662615"/>
              <a:gd name="connsiteY58" fmla="*/ 1562342 h 1603018"/>
              <a:gd name="connsiteX59" fmla="*/ 4739309 w 9662615"/>
              <a:gd name="connsiteY59" fmla="*/ 1553948 h 1603018"/>
              <a:gd name="connsiteX60" fmla="*/ 4697562 w 9662615"/>
              <a:gd name="connsiteY60" fmla="*/ 1551206 h 1603018"/>
              <a:gd name="connsiteX61" fmla="*/ 4650737 w 9662615"/>
              <a:gd name="connsiteY61" fmla="*/ 1537381 h 1603018"/>
              <a:gd name="connsiteX62" fmla="*/ 4583150 w 9662615"/>
              <a:gd name="connsiteY62" fmla="*/ 1529064 h 1603018"/>
              <a:gd name="connsiteX63" fmla="*/ 4521734 w 9662615"/>
              <a:gd name="connsiteY63" fmla="*/ 1529359 h 1603018"/>
              <a:gd name="connsiteX64" fmla="*/ 4382398 w 9662615"/>
              <a:gd name="connsiteY64" fmla="*/ 1534108 h 1603018"/>
              <a:gd name="connsiteX65" fmla="*/ 4221826 w 9662615"/>
              <a:gd name="connsiteY65" fmla="*/ 1500972 h 1603018"/>
              <a:gd name="connsiteX66" fmla="*/ 4096601 w 9662615"/>
              <a:gd name="connsiteY66" fmla="*/ 1521563 h 1603018"/>
              <a:gd name="connsiteX67" fmla="*/ 4002441 w 9662615"/>
              <a:gd name="connsiteY67" fmla="*/ 1528912 h 1603018"/>
              <a:gd name="connsiteX68" fmla="*/ 3833906 w 9662615"/>
              <a:gd name="connsiteY68" fmla="*/ 1516637 h 1603018"/>
              <a:gd name="connsiteX69" fmla="*/ 3763845 w 9662615"/>
              <a:gd name="connsiteY69" fmla="*/ 1501782 h 1603018"/>
              <a:gd name="connsiteX70" fmla="*/ 3641778 w 9662615"/>
              <a:gd name="connsiteY70" fmla="*/ 1505446 h 1603018"/>
              <a:gd name="connsiteX71" fmla="*/ 3565233 w 9662615"/>
              <a:gd name="connsiteY71" fmla="*/ 1515122 h 1603018"/>
              <a:gd name="connsiteX72" fmla="*/ 3560267 w 9662615"/>
              <a:gd name="connsiteY72" fmla="*/ 1516288 h 1603018"/>
              <a:gd name="connsiteX73" fmla="*/ 3540258 w 9662615"/>
              <a:gd name="connsiteY73" fmla="*/ 1516976 h 1603018"/>
              <a:gd name="connsiteX74" fmla="*/ 3534780 w 9662615"/>
              <a:gd name="connsiteY74" fmla="*/ 1522141 h 1603018"/>
              <a:gd name="connsiteX75" fmla="*/ 3504783 w 9662615"/>
              <a:gd name="connsiteY75" fmla="*/ 1526739 h 1603018"/>
              <a:gd name="connsiteX76" fmla="*/ 3430805 w 9662615"/>
              <a:gd name="connsiteY76" fmla="*/ 1542521 h 1603018"/>
              <a:gd name="connsiteX77" fmla="*/ 3292707 w 9662615"/>
              <a:gd name="connsiteY77" fmla="*/ 1520490 h 1603018"/>
              <a:gd name="connsiteX78" fmla="*/ 3187872 w 9662615"/>
              <a:gd name="connsiteY78" fmla="*/ 1519991 h 1603018"/>
              <a:gd name="connsiteX79" fmla="*/ 3148026 w 9662615"/>
              <a:gd name="connsiteY79" fmla="*/ 1524777 h 1603018"/>
              <a:gd name="connsiteX80" fmla="*/ 3092394 w 9662615"/>
              <a:gd name="connsiteY80" fmla="*/ 1528115 h 1603018"/>
              <a:gd name="connsiteX81" fmla="*/ 2994200 w 9662615"/>
              <a:gd name="connsiteY81" fmla="*/ 1537857 h 1603018"/>
              <a:gd name="connsiteX82" fmla="*/ 2862301 w 9662615"/>
              <a:gd name="connsiteY82" fmla="*/ 1544250 h 1603018"/>
              <a:gd name="connsiteX83" fmla="*/ 2766335 w 9662615"/>
              <a:gd name="connsiteY83" fmla="*/ 1527662 h 1603018"/>
              <a:gd name="connsiteX84" fmla="*/ 2757836 w 9662615"/>
              <a:gd name="connsiteY84" fmla="*/ 1531371 h 1603018"/>
              <a:gd name="connsiteX85" fmla="*/ 2691555 w 9662615"/>
              <a:gd name="connsiteY85" fmla="*/ 1530283 h 1603018"/>
              <a:gd name="connsiteX86" fmla="*/ 2491676 w 9662615"/>
              <a:gd name="connsiteY86" fmla="*/ 1500859 h 1603018"/>
              <a:gd name="connsiteX87" fmla="*/ 2378036 w 9662615"/>
              <a:gd name="connsiteY87" fmla="*/ 1520645 h 1603018"/>
              <a:gd name="connsiteX88" fmla="*/ 2284269 w 9662615"/>
              <a:gd name="connsiteY88" fmla="*/ 1503068 h 1603018"/>
              <a:gd name="connsiteX89" fmla="*/ 2207104 w 9662615"/>
              <a:gd name="connsiteY89" fmla="*/ 1508888 h 1603018"/>
              <a:gd name="connsiteX90" fmla="*/ 2149226 w 9662615"/>
              <a:gd name="connsiteY90" fmla="*/ 1523409 h 1603018"/>
              <a:gd name="connsiteX91" fmla="*/ 2084783 w 9662615"/>
              <a:gd name="connsiteY91" fmla="*/ 1524245 h 1603018"/>
              <a:gd name="connsiteX92" fmla="*/ 2070075 w 9662615"/>
              <a:gd name="connsiteY92" fmla="*/ 1511285 h 1603018"/>
              <a:gd name="connsiteX93" fmla="*/ 2001057 w 9662615"/>
              <a:gd name="connsiteY93" fmla="*/ 1516449 h 1603018"/>
              <a:gd name="connsiteX94" fmla="*/ 1896330 w 9662615"/>
              <a:gd name="connsiteY94" fmla="*/ 1525725 h 1603018"/>
              <a:gd name="connsiteX95" fmla="*/ 1835994 w 9662615"/>
              <a:gd name="connsiteY95" fmla="*/ 1527678 h 1603018"/>
              <a:gd name="connsiteX96" fmla="*/ 1671119 w 9662615"/>
              <a:gd name="connsiteY96" fmla="*/ 1536701 h 1603018"/>
              <a:gd name="connsiteX97" fmla="*/ 1601337 w 9662615"/>
              <a:gd name="connsiteY97" fmla="*/ 1548552 h 1603018"/>
              <a:gd name="connsiteX98" fmla="*/ 1407755 w 9662615"/>
              <a:gd name="connsiteY98" fmla="*/ 1571444 h 1603018"/>
              <a:gd name="connsiteX99" fmla="*/ 1291872 w 9662615"/>
              <a:gd name="connsiteY99" fmla="*/ 1579471 h 1603018"/>
              <a:gd name="connsiteX100" fmla="*/ 1245251 w 9662615"/>
              <a:gd name="connsiteY100" fmla="*/ 1603018 h 1603018"/>
              <a:gd name="connsiteX101" fmla="*/ 1181938 w 9662615"/>
              <a:gd name="connsiteY101" fmla="*/ 1592789 h 1603018"/>
              <a:gd name="connsiteX102" fmla="*/ 1091432 w 9662615"/>
              <a:gd name="connsiteY102" fmla="*/ 1571003 h 1603018"/>
              <a:gd name="connsiteX103" fmla="*/ 940355 w 9662615"/>
              <a:gd name="connsiteY103" fmla="*/ 1560638 h 1603018"/>
              <a:gd name="connsiteX104" fmla="*/ 868264 w 9662615"/>
              <a:gd name="connsiteY104" fmla="*/ 1566392 h 1603018"/>
              <a:gd name="connsiteX105" fmla="*/ 792765 w 9662615"/>
              <a:gd name="connsiteY105" fmla="*/ 1563102 h 1603018"/>
              <a:gd name="connsiteX106" fmla="*/ 653153 w 9662615"/>
              <a:gd name="connsiteY106" fmla="*/ 1563516 h 1603018"/>
              <a:gd name="connsiteX107" fmla="*/ 541933 w 9662615"/>
              <a:gd name="connsiteY107" fmla="*/ 1561051 h 1603018"/>
              <a:gd name="connsiteX108" fmla="*/ 472797 w 9662615"/>
              <a:gd name="connsiteY108" fmla="*/ 1568904 h 1603018"/>
              <a:gd name="connsiteX109" fmla="*/ 396059 w 9662615"/>
              <a:gd name="connsiteY109" fmla="*/ 1560970 h 1603018"/>
              <a:gd name="connsiteX110" fmla="*/ 336819 w 9662615"/>
              <a:gd name="connsiteY110" fmla="*/ 1560892 h 1603018"/>
              <a:gd name="connsiteX111" fmla="*/ 267163 w 9662615"/>
              <a:gd name="connsiteY111" fmla="*/ 1531913 h 1603018"/>
              <a:gd name="connsiteX112" fmla="*/ 196644 w 9662615"/>
              <a:gd name="connsiteY112" fmla="*/ 1524565 h 1603018"/>
              <a:gd name="connsiteX113" fmla="*/ 86819 w 9662615"/>
              <a:gd name="connsiteY113" fmla="*/ 1519517 h 1603018"/>
              <a:gd name="connsiteX114" fmla="*/ 53369 w 9662615"/>
              <a:gd name="connsiteY114" fmla="*/ 1516853 h 1603018"/>
              <a:gd name="connsiteX115" fmla="*/ 2359 w 9662615"/>
              <a:gd name="connsiteY115" fmla="*/ 1515247 h 1603018"/>
              <a:gd name="connsiteX116" fmla="*/ 0 w 9662615"/>
              <a:gd name="connsiteY116" fmla="*/ 1514932 h 1603018"/>
              <a:gd name="connsiteX117" fmla="*/ 0 w 9662615"/>
              <a:gd name="connsiteY117" fmla="*/ 0 h 1603018"/>
              <a:gd name="connsiteX0" fmla="*/ 0 w 9662615"/>
              <a:gd name="connsiteY0" fmla="*/ 0 h 1603018"/>
              <a:gd name="connsiteX1" fmla="*/ 9662615 w 9662615"/>
              <a:gd name="connsiteY1" fmla="*/ 0 h 1603018"/>
              <a:gd name="connsiteX2" fmla="*/ 9662615 w 9662615"/>
              <a:gd name="connsiteY2" fmla="*/ 1280346 h 1603018"/>
              <a:gd name="connsiteX3" fmla="*/ 9551077 w 9662615"/>
              <a:gd name="connsiteY3" fmla="*/ 1292033 h 1603018"/>
              <a:gd name="connsiteX4" fmla="*/ 9469546 w 9662615"/>
              <a:gd name="connsiteY4" fmla="*/ 1289837 h 1603018"/>
              <a:gd name="connsiteX5" fmla="*/ 9326260 w 9662615"/>
              <a:gd name="connsiteY5" fmla="*/ 1277155 h 1603018"/>
              <a:gd name="connsiteX6" fmla="*/ 9144767 w 9662615"/>
              <a:gd name="connsiteY6" fmla="*/ 1264120 h 1603018"/>
              <a:gd name="connsiteX7" fmla="*/ 8976400 w 9662615"/>
              <a:gd name="connsiteY7" fmla="*/ 1326661 h 1603018"/>
              <a:gd name="connsiteX8" fmla="*/ 8828711 w 9662615"/>
              <a:gd name="connsiteY8" fmla="*/ 1346394 h 1603018"/>
              <a:gd name="connsiteX9" fmla="*/ 8695953 w 9662615"/>
              <a:gd name="connsiteY9" fmla="*/ 1346784 h 1603018"/>
              <a:gd name="connsiteX10" fmla="*/ 8652191 w 9662615"/>
              <a:gd name="connsiteY10" fmla="*/ 1345903 h 1603018"/>
              <a:gd name="connsiteX11" fmla="*/ 8591582 w 9662615"/>
              <a:gd name="connsiteY11" fmla="*/ 1341666 h 1603018"/>
              <a:gd name="connsiteX12" fmla="*/ 8537336 w 9662615"/>
              <a:gd name="connsiteY12" fmla="*/ 1341684 h 1603018"/>
              <a:gd name="connsiteX13" fmla="*/ 8416849 w 9662615"/>
              <a:gd name="connsiteY13" fmla="*/ 1367085 h 1603018"/>
              <a:gd name="connsiteX14" fmla="*/ 8278355 w 9662615"/>
              <a:gd name="connsiteY14" fmla="*/ 1386569 h 1603018"/>
              <a:gd name="connsiteX15" fmla="*/ 8197961 w 9662615"/>
              <a:gd name="connsiteY15" fmla="*/ 1392804 h 1603018"/>
              <a:gd name="connsiteX16" fmla="*/ 8171196 w 9662615"/>
              <a:gd name="connsiteY16" fmla="*/ 1397216 h 1603018"/>
              <a:gd name="connsiteX17" fmla="*/ 8087910 w 9662615"/>
              <a:gd name="connsiteY17" fmla="*/ 1386449 h 1603018"/>
              <a:gd name="connsiteX18" fmla="*/ 7974579 w 9662615"/>
              <a:gd name="connsiteY18" fmla="*/ 1383439 h 1603018"/>
              <a:gd name="connsiteX19" fmla="*/ 7768351 w 9662615"/>
              <a:gd name="connsiteY19" fmla="*/ 1395051 h 1603018"/>
              <a:gd name="connsiteX20" fmla="*/ 7635985 w 9662615"/>
              <a:gd name="connsiteY20" fmla="*/ 1386363 h 1603018"/>
              <a:gd name="connsiteX21" fmla="*/ 7466069 w 9662615"/>
              <a:gd name="connsiteY21" fmla="*/ 1377654 h 1603018"/>
              <a:gd name="connsiteX22" fmla="*/ 7355642 w 9662615"/>
              <a:gd name="connsiteY22" fmla="*/ 1407761 h 1603018"/>
              <a:gd name="connsiteX23" fmla="*/ 7215220 w 9662615"/>
              <a:gd name="connsiteY23" fmla="*/ 1397856 h 1603018"/>
              <a:gd name="connsiteX24" fmla="*/ 7082147 w 9662615"/>
              <a:gd name="connsiteY24" fmla="*/ 1406113 h 1603018"/>
              <a:gd name="connsiteX25" fmla="*/ 6987129 w 9662615"/>
              <a:gd name="connsiteY25" fmla="*/ 1404834 h 1603018"/>
              <a:gd name="connsiteX26" fmla="*/ 6907567 w 9662615"/>
              <a:gd name="connsiteY26" fmla="*/ 1419149 h 1603018"/>
              <a:gd name="connsiteX27" fmla="*/ 6748428 w 9662615"/>
              <a:gd name="connsiteY27" fmla="*/ 1420308 h 1603018"/>
              <a:gd name="connsiteX28" fmla="*/ 6654257 w 9662615"/>
              <a:gd name="connsiteY28" fmla="*/ 1424143 h 1603018"/>
              <a:gd name="connsiteX29" fmla="*/ 6620123 w 9662615"/>
              <a:gd name="connsiteY29" fmla="*/ 1430535 h 1603018"/>
              <a:gd name="connsiteX30" fmla="*/ 6571355 w 9662615"/>
              <a:gd name="connsiteY30" fmla="*/ 1436144 h 1603018"/>
              <a:gd name="connsiteX31" fmla="*/ 6486557 w 9662615"/>
              <a:gd name="connsiteY31" fmla="*/ 1449861 h 1603018"/>
              <a:gd name="connsiteX32" fmla="*/ 6370419 w 9662615"/>
              <a:gd name="connsiteY32" fmla="*/ 1461649 h 1603018"/>
              <a:gd name="connsiteX33" fmla="*/ 6278839 w 9662615"/>
              <a:gd name="connsiteY33" fmla="*/ 1449160 h 1603018"/>
              <a:gd name="connsiteX34" fmla="*/ 6272455 w 9662615"/>
              <a:gd name="connsiteY34" fmla="*/ 1453191 h 1603018"/>
              <a:gd name="connsiteX35" fmla="*/ 6212659 w 9662615"/>
              <a:gd name="connsiteY35" fmla="*/ 1454850 h 1603018"/>
              <a:gd name="connsiteX36" fmla="*/ 6069317 w 9662615"/>
              <a:gd name="connsiteY36" fmla="*/ 1445838 h 1603018"/>
              <a:gd name="connsiteX37" fmla="*/ 5878477 w 9662615"/>
              <a:gd name="connsiteY37" fmla="*/ 1439180 h 1603018"/>
              <a:gd name="connsiteX38" fmla="*/ 5838387 w 9662615"/>
              <a:gd name="connsiteY38" fmla="*/ 1444679 h 1603018"/>
              <a:gd name="connsiteX39" fmla="*/ 5771136 w 9662615"/>
              <a:gd name="connsiteY39" fmla="*/ 1453639 h 1603018"/>
              <a:gd name="connsiteX40" fmla="*/ 5724081 w 9662615"/>
              <a:gd name="connsiteY40" fmla="*/ 1470431 h 1603018"/>
              <a:gd name="connsiteX41" fmla="*/ 5666577 w 9662615"/>
              <a:gd name="connsiteY41" fmla="*/ 1473921 h 1603018"/>
              <a:gd name="connsiteX42" fmla="*/ 5649068 w 9662615"/>
              <a:gd name="connsiteY42" fmla="*/ 1461676 h 1603018"/>
              <a:gd name="connsiteX43" fmla="*/ 5588902 w 9662615"/>
              <a:gd name="connsiteY43" fmla="*/ 1469647 h 1603018"/>
              <a:gd name="connsiteX44" fmla="*/ 5498090 w 9662615"/>
              <a:gd name="connsiteY44" fmla="*/ 1483173 h 1603018"/>
              <a:gd name="connsiteX45" fmla="*/ 5444641 w 9662615"/>
              <a:gd name="connsiteY45" fmla="*/ 1487602 h 1603018"/>
              <a:gd name="connsiteX46" fmla="*/ 5299812 w 9662615"/>
              <a:gd name="connsiteY46" fmla="*/ 1503362 h 1603018"/>
              <a:gd name="connsiteX47" fmla="*/ 5245752 w 9662615"/>
              <a:gd name="connsiteY47" fmla="*/ 1520612 h 1603018"/>
              <a:gd name="connsiteX48" fmla="*/ 5177807 w 9662615"/>
              <a:gd name="connsiteY48" fmla="*/ 1526802 h 1603018"/>
              <a:gd name="connsiteX49" fmla="*/ 5113910 w 9662615"/>
              <a:gd name="connsiteY49" fmla="*/ 1533205 h 1603018"/>
              <a:gd name="connsiteX50" fmla="*/ 5059484 w 9662615"/>
              <a:gd name="connsiteY50" fmla="*/ 1546802 h 1603018"/>
              <a:gd name="connsiteX51" fmla="*/ 5038524 w 9662615"/>
              <a:gd name="connsiteY51" fmla="*/ 1545675 h 1603018"/>
              <a:gd name="connsiteX52" fmla="*/ 5026564 w 9662615"/>
              <a:gd name="connsiteY52" fmla="*/ 1545376 h 1603018"/>
              <a:gd name="connsiteX53" fmla="*/ 4969433 w 9662615"/>
              <a:gd name="connsiteY53" fmla="*/ 1550865 h 1603018"/>
              <a:gd name="connsiteX54" fmla="*/ 4871726 w 9662615"/>
              <a:gd name="connsiteY54" fmla="*/ 1570584 h 1603018"/>
              <a:gd name="connsiteX55" fmla="*/ 4843267 w 9662615"/>
              <a:gd name="connsiteY55" fmla="*/ 1561459 h 1603018"/>
              <a:gd name="connsiteX56" fmla="*/ 4821058 w 9662615"/>
              <a:gd name="connsiteY56" fmla="*/ 1553078 h 1603018"/>
              <a:gd name="connsiteX57" fmla="*/ 4791466 w 9662615"/>
              <a:gd name="connsiteY57" fmla="*/ 1561324 h 1603018"/>
              <a:gd name="connsiteX58" fmla="*/ 4784247 w 9662615"/>
              <a:gd name="connsiteY58" fmla="*/ 1562342 h 1603018"/>
              <a:gd name="connsiteX59" fmla="*/ 4739309 w 9662615"/>
              <a:gd name="connsiteY59" fmla="*/ 1553948 h 1603018"/>
              <a:gd name="connsiteX60" fmla="*/ 4697562 w 9662615"/>
              <a:gd name="connsiteY60" fmla="*/ 1551206 h 1603018"/>
              <a:gd name="connsiteX61" fmla="*/ 4650737 w 9662615"/>
              <a:gd name="connsiteY61" fmla="*/ 1537381 h 1603018"/>
              <a:gd name="connsiteX62" fmla="*/ 4583150 w 9662615"/>
              <a:gd name="connsiteY62" fmla="*/ 1529064 h 1603018"/>
              <a:gd name="connsiteX63" fmla="*/ 4521734 w 9662615"/>
              <a:gd name="connsiteY63" fmla="*/ 1529359 h 1603018"/>
              <a:gd name="connsiteX64" fmla="*/ 4382398 w 9662615"/>
              <a:gd name="connsiteY64" fmla="*/ 1534108 h 1603018"/>
              <a:gd name="connsiteX65" fmla="*/ 4221826 w 9662615"/>
              <a:gd name="connsiteY65" fmla="*/ 1500972 h 1603018"/>
              <a:gd name="connsiteX66" fmla="*/ 4096601 w 9662615"/>
              <a:gd name="connsiteY66" fmla="*/ 1521563 h 1603018"/>
              <a:gd name="connsiteX67" fmla="*/ 4002441 w 9662615"/>
              <a:gd name="connsiteY67" fmla="*/ 1528912 h 1603018"/>
              <a:gd name="connsiteX68" fmla="*/ 3833906 w 9662615"/>
              <a:gd name="connsiteY68" fmla="*/ 1516637 h 1603018"/>
              <a:gd name="connsiteX69" fmla="*/ 3763845 w 9662615"/>
              <a:gd name="connsiteY69" fmla="*/ 1501782 h 1603018"/>
              <a:gd name="connsiteX70" fmla="*/ 3641778 w 9662615"/>
              <a:gd name="connsiteY70" fmla="*/ 1505446 h 1603018"/>
              <a:gd name="connsiteX71" fmla="*/ 3565233 w 9662615"/>
              <a:gd name="connsiteY71" fmla="*/ 1515122 h 1603018"/>
              <a:gd name="connsiteX72" fmla="*/ 3560267 w 9662615"/>
              <a:gd name="connsiteY72" fmla="*/ 1516288 h 1603018"/>
              <a:gd name="connsiteX73" fmla="*/ 3540258 w 9662615"/>
              <a:gd name="connsiteY73" fmla="*/ 1516976 h 1603018"/>
              <a:gd name="connsiteX74" fmla="*/ 3534780 w 9662615"/>
              <a:gd name="connsiteY74" fmla="*/ 1522141 h 1603018"/>
              <a:gd name="connsiteX75" fmla="*/ 3504783 w 9662615"/>
              <a:gd name="connsiteY75" fmla="*/ 1526739 h 1603018"/>
              <a:gd name="connsiteX76" fmla="*/ 3430805 w 9662615"/>
              <a:gd name="connsiteY76" fmla="*/ 1542521 h 1603018"/>
              <a:gd name="connsiteX77" fmla="*/ 3292707 w 9662615"/>
              <a:gd name="connsiteY77" fmla="*/ 1520490 h 1603018"/>
              <a:gd name="connsiteX78" fmla="*/ 3187872 w 9662615"/>
              <a:gd name="connsiteY78" fmla="*/ 1519991 h 1603018"/>
              <a:gd name="connsiteX79" fmla="*/ 3148026 w 9662615"/>
              <a:gd name="connsiteY79" fmla="*/ 1524777 h 1603018"/>
              <a:gd name="connsiteX80" fmla="*/ 3092394 w 9662615"/>
              <a:gd name="connsiteY80" fmla="*/ 1528115 h 1603018"/>
              <a:gd name="connsiteX81" fmla="*/ 2994200 w 9662615"/>
              <a:gd name="connsiteY81" fmla="*/ 1537857 h 1603018"/>
              <a:gd name="connsiteX82" fmla="*/ 2862301 w 9662615"/>
              <a:gd name="connsiteY82" fmla="*/ 1544250 h 1603018"/>
              <a:gd name="connsiteX83" fmla="*/ 2766335 w 9662615"/>
              <a:gd name="connsiteY83" fmla="*/ 1527662 h 1603018"/>
              <a:gd name="connsiteX84" fmla="*/ 2757836 w 9662615"/>
              <a:gd name="connsiteY84" fmla="*/ 1531371 h 1603018"/>
              <a:gd name="connsiteX85" fmla="*/ 2691555 w 9662615"/>
              <a:gd name="connsiteY85" fmla="*/ 1530283 h 1603018"/>
              <a:gd name="connsiteX86" fmla="*/ 2491676 w 9662615"/>
              <a:gd name="connsiteY86" fmla="*/ 1500859 h 1603018"/>
              <a:gd name="connsiteX87" fmla="*/ 2378036 w 9662615"/>
              <a:gd name="connsiteY87" fmla="*/ 1520645 h 1603018"/>
              <a:gd name="connsiteX88" fmla="*/ 2284269 w 9662615"/>
              <a:gd name="connsiteY88" fmla="*/ 1503068 h 1603018"/>
              <a:gd name="connsiteX89" fmla="*/ 2207104 w 9662615"/>
              <a:gd name="connsiteY89" fmla="*/ 1508888 h 1603018"/>
              <a:gd name="connsiteX90" fmla="*/ 2149226 w 9662615"/>
              <a:gd name="connsiteY90" fmla="*/ 1523409 h 1603018"/>
              <a:gd name="connsiteX91" fmla="*/ 2084783 w 9662615"/>
              <a:gd name="connsiteY91" fmla="*/ 1524245 h 1603018"/>
              <a:gd name="connsiteX92" fmla="*/ 2070075 w 9662615"/>
              <a:gd name="connsiteY92" fmla="*/ 1511285 h 1603018"/>
              <a:gd name="connsiteX93" fmla="*/ 2001057 w 9662615"/>
              <a:gd name="connsiteY93" fmla="*/ 1516449 h 1603018"/>
              <a:gd name="connsiteX94" fmla="*/ 1896330 w 9662615"/>
              <a:gd name="connsiteY94" fmla="*/ 1525725 h 1603018"/>
              <a:gd name="connsiteX95" fmla="*/ 1835994 w 9662615"/>
              <a:gd name="connsiteY95" fmla="*/ 1527678 h 1603018"/>
              <a:gd name="connsiteX96" fmla="*/ 1671119 w 9662615"/>
              <a:gd name="connsiteY96" fmla="*/ 1536701 h 1603018"/>
              <a:gd name="connsiteX97" fmla="*/ 1565556 w 9662615"/>
              <a:gd name="connsiteY97" fmla="*/ 1556503 h 1603018"/>
              <a:gd name="connsiteX98" fmla="*/ 1407755 w 9662615"/>
              <a:gd name="connsiteY98" fmla="*/ 1571444 h 1603018"/>
              <a:gd name="connsiteX99" fmla="*/ 1291872 w 9662615"/>
              <a:gd name="connsiteY99" fmla="*/ 1579471 h 1603018"/>
              <a:gd name="connsiteX100" fmla="*/ 1245251 w 9662615"/>
              <a:gd name="connsiteY100" fmla="*/ 1603018 h 1603018"/>
              <a:gd name="connsiteX101" fmla="*/ 1181938 w 9662615"/>
              <a:gd name="connsiteY101" fmla="*/ 1592789 h 1603018"/>
              <a:gd name="connsiteX102" fmla="*/ 1091432 w 9662615"/>
              <a:gd name="connsiteY102" fmla="*/ 1571003 h 1603018"/>
              <a:gd name="connsiteX103" fmla="*/ 940355 w 9662615"/>
              <a:gd name="connsiteY103" fmla="*/ 1560638 h 1603018"/>
              <a:gd name="connsiteX104" fmla="*/ 868264 w 9662615"/>
              <a:gd name="connsiteY104" fmla="*/ 1566392 h 1603018"/>
              <a:gd name="connsiteX105" fmla="*/ 792765 w 9662615"/>
              <a:gd name="connsiteY105" fmla="*/ 1563102 h 1603018"/>
              <a:gd name="connsiteX106" fmla="*/ 653153 w 9662615"/>
              <a:gd name="connsiteY106" fmla="*/ 1563516 h 1603018"/>
              <a:gd name="connsiteX107" fmla="*/ 541933 w 9662615"/>
              <a:gd name="connsiteY107" fmla="*/ 1561051 h 1603018"/>
              <a:gd name="connsiteX108" fmla="*/ 472797 w 9662615"/>
              <a:gd name="connsiteY108" fmla="*/ 1568904 h 1603018"/>
              <a:gd name="connsiteX109" fmla="*/ 396059 w 9662615"/>
              <a:gd name="connsiteY109" fmla="*/ 1560970 h 1603018"/>
              <a:gd name="connsiteX110" fmla="*/ 336819 w 9662615"/>
              <a:gd name="connsiteY110" fmla="*/ 1560892 h 1603018"/>
              <a:gd name="connsiteX111" fmla="*/ 267163 w 9662615"/>
              <a:gd name="connsiteY111" fmla="*/ 1531913 h 1603018"/>
              <a:gd name="connsiteX112" fmla="*/ 196644 w 9662615"/>
              <a:gd name="connsiteY112" fmla="*/ 1524565 h 1603018"/>
              <a:gd name="connsiteX113" fmla="*/ 86819 w 9662615"/>
              <a:gd name="connsiteY113" fmla="*/ 1519517 h 1603018"/>
              <a:gd name="connsiteX114" fmla="*/ 53369 w 9662615"/>
              <a:gd name="connsiteY114" fmla="*/ 1516853 h 1603018"/>
              <a:gd name="connsiteX115" fmla="*/ 2359 w 9662615"/>
              <a:gd name="connsiteY115" fmla="*/ 1515247 h 1603018"/>
              <a:gd name="connsiteX116" fmla="*/ 0 w 9662615"/>
              <a:gd name="connsiteY116" fmla="*/ 1514932 h 1603018"/>
              <a:gd name="connsiteX117" fmla="*/ 0 w 9662615"/>
              <a:gd name="connsiteY117" fmla="*/ 0 h 1603018"/>
              <a:gd name="connsiteX0" fmla="*/ 0 w 9662615"/>
              <a:gd name="connsiteY0" fmla="*/ 0 h 1603018"/>
              <a:gd name="connsiteX1" fmla="*/ 9662615 w 9662615"/>
              <a:gd name="connsiteY1" fmla="*/ 0 h 1603018"/>
              <a:gd name="connsiteX2" fmla="*/ 9662615 w 9662615"/>
              <a:gd name="connsiteY2" fmla="*/ 1280346 h 1603018"/>
              <a:gd name="connsiteX3" fmla="*/ 9551077 w 9662615"/>
              <a:gd name="connsiteY3" fmla="*/ 1292033 h 1603018"/>
              <a:gd name="connsiteX4" fmla="*/ 9469546 w 9662615"/>
              <a:gd name="connsiteY4" fmla="*/ 1289837 h 1603018"/>
              <a:gd name="connsiteX5" fmla="*/ 9326260 w 9662615"/>
              <a:gd name="connsiteY5" fmla="*/ 1277155 h 1603018"/>
              <a:gd name="connsiteX6" fmla="*/ 9144767 w 9662615"/>
              <a:gd name="connsiteY6" fmla="*/ 1264120 h 1603018"/>
              <a:gd name="connsiteX7" fmla="*/ 8976400 w 9662615"/>
              <a:gd name="connsiteY7" fmla="*/ 1326661 h 1603018"/>
              <a:gd name="connsiteX8" fmla="*/ 8828711 w 9662615"/>
              <a:gd name="connsiteY8" fmla="*/ 1346394 h 1603018"/>
              <a:gd name="connsiteX9" fmla="*/ 8695953 w 9662615"/>
              <a:gd name="connsiteY9" fmla="*/ 1346784 h 1603018"/>
              <a:gd name="connsiteX10" fmla="*/ 8652191 w 9662615"/>
              <a:gd name="connsiteY10" fmla="*/ 1345903 h 1603018"/>
              <a:gd name="connsiteX11" fmla="*/ 8591582 w 9662615"/>
              <a:gd name="connsiteY11" fmla="*/ 1341666 h 1603018"/>
              <a:gd name="connsiteX12" fmla="*/ 8537336 w 9662615"/>
              <a:gd name="connsiteY12" fmla="*/ 1341684 h 1603018"/>
              <a:gd name="connsiteX13" fmla="*/ 8416849 w 9662615"/>
              <a:gd name="connsiteY13" fmla="*/ 1367085 h 1603018"/>
              <a:gd name="connsiteX14" fmla="*/ 8278355 w 9662615"/>
              <a:gd name="connsiteY14" fmla="*/ 1386569 h 1603018"/>
              <a:gd name="connsiteX15" fmla="*/ 8197961 w 9662615"/>
              <a:gd name="connsiteY15" fmla="*/ 1392804 h 1603018"/>
              <a:gd name="connsiteX16" fmla="*/ 8171196 w 9662615"/>
              <a:gd name="connsiteY16" fmla="*/ 1397216 h 1603018"/>
              <a:gd name="connsiteX17" fmla="*/ 8087910 w 9662615"/>
              <a:gd name="connsiteY17" fmla="*/ 1386449 h 1603018"/>
              <a:gd name="connsiteX18" fmla="*/ 7974579 w 9662615"/>
              <a:gd name="connsiteY18" fmla="*/ 1383439 h 1603018"/>
              <a:gd name="connsiteX19" fmla="*/ 7768351 w 9662615"/>
              <a:gd name="connsiteY19" fmla="*/ 1395051 h 1603018"/>
              <a:gd name="connsiteX20" fmla="*/ 7635985 w 9662615"/>
              <a:gd name="connsiteY20" fmla="*/ 1386363 h 1603018"/>
              <a:gd name="connsiteX21" fmla="*/ 7466069 w 9662615"/>
              <a:gd name="connsiteY21" fmla="*/ 1377654 h 1603018"/>
              <a:gd name="connsiteX22" fmla="*/ 7355642 w 9662615"/>
              <a:gd name="connsiteY22" fmla="*/ 1407761 h 1603018"/>
              <a:gd name="connsiteX23" fmla="*/ 7215220 w 9662615"/>
              <a:gd name="connsiteY23" fmla="*/ 1397856 h 1603018"/>
              <a:gd name="connsiteX24" fmla="*/ 7082147 w 9662615"/>
              <a:gd name="connsiteY24" fmla="*/ 1406113 h 1603018"/>
              <a:gd name="connsiteX25" fmla="*/ 6987129 w 9662615"/>
              <a:gd name="connsiteY25" fmla="*/ 1404834 h 1603018"/>
              <a:gd name="connsiteX26" fmla="*/ 6907567 w 9662615"/>
              <a:gd name="connsiteY26" fmla="*/ 1419149 h 1603018"/>
              <a:gd name="connsiteX27" fmla="*/ 6748428 w 9662615"/>
              <a:gd name="connsiteY27" fmla="*/ 1420308 h 1603018"/>
              <a:gd name="connsiteX28" fmla="*/ 6654257 w 9662615"/>
              <a:gd name="connsiteY28" fmla="*/ 1424143 h 1603018"/>
              <a:gd name="connsiteX29" fmla="*/ 6620123 w 9662615"/>
              <a:gd name="connsiteY29" fmla="*/ 1430535 h 1603018"/>
              <a:gd name="connsiteX30" fmla="*/ 6571355 w 9662615"/>
              <a:gd name="connsiteY30" fmla="*/ 1436144 h 1603018"/>
              <a:gd name="connsiteX31" fmla="*/ 6486557 w 9662615"/>
              <a:gd name="connsiteY31" fmla="*/ 1449861 h 1603018"/>
              <a:gd name="connsiteX32" fmla="*/ 6370419 w 9662615"/>
              <a:gd name="connsiteY32" fmla="*/ 1461649 h 1603018"/>
              <a:gd name="connsiteX33" fmla="*/ 6278839 w 9662615"/>
              <a:gd name="connsiteY33" fmla="*/ 1449160 h 1603018"/>
              <a:gd name="connsiteX34" fmla="*/ 6272455 w 9662615"/>
              <a:gd name="connsiteY34" fmla="*/ 1453191 h 1603018"/>
              <a:gd name="connsiteX35" fmla="*/ 6212659 w 9662615"/>
              <a:gd name="connsiteY35" fmla="*/ 1454850 h 1603018"/>
              <a:gd name="connsiteX36" fmla="*/ 6069317 w 9662615"/>
              <a:gd name="connsiteY36" fmla="*/ 1445838 h 1603018"/>
              <a:gd name="connsiteX37" fmla="*/ 5878477 w 9662615"/>
              <a:gd name="connsiteY37" fmla="*/ 1439180 h 1603018"/>
              <a:gd name="connsiteX38" fmla="*/ 5838387 w 9662615"/>
              <a:gd name="connsiteY38" fmla="*/ 1444679 h 1603018"/>
              <a:gd name="connsiteX39" fmla="*/ 5771136 w 9662615"/>
              <a:gd name="connsiteY39" fmla="*/ 1453639 h 1603018"/>
              <a:gd name="connsiteX40" fmla="*/ 5724081 w 9662615"/>
              <a:gd name="connsiteY40" fmla="*/ 1470431 h 1603018"/>
              <a:gd name="connsiteX41" fmla="*/ 5666577 w 9662615"/>
              <a:gd name="connsiteY41" fmla="*/ 1473921 h 1603018"/>
              <a:gd name="connsiteX42" fmla="*/ 5649068 w 9662615"/>
              <a:gd name="connsiteY42" fmla="*/ 1461676 h 1603018"/>
              <a:gd name="connsiteX43" fmla="*/ 5588902 w 9662615"/>
              <a:gd name="connsiteY43" fmla="*/ 1469647 h 1603018"/>
              <a:gd name="connsiteX44" fmla="*/ 5498090 w 9662615"/>
              <a:gd name="connsiteY44" fmla="*/ 1483173 h 1603018"/>
              <a:gd name="connsiteX45" fmla="*/ 5444641 w 9662615"/>
              <a:gd name="connsiteY45" fmla="*/ 1487602 h 1603018"/>
              <a:gd name="connsiteX46" fmla="*/ 5299812 w 9662615"/>
              <a:gd name="connsiteY46" fmla="*/ 1503362 h 1603018"/>
              <a:gd name="connsiteX47" fmla="*/ 5245752 w 9662615"/>
              <a:gd name="connsiteY47" fmla="*/ 1520612 h 1603018"/>
              <a:gd name="connsiteX48" fmla="*/ 5177807 w 9662615"/>
              <a:gd name="connsiteY48" fmla="*/ 1526802 h 1603018"/>
              <a:gd name="connsiteX49" fmla="*/ 5113910 w 9662615"/>
              <a:gd name="connsiteY49" fmla="*/ 1533205 h 1603018"/>
              <a:gd name="connsiteX50" fmla="*/ 5059484 w 9662615"/>
              <a:gd name="connsiteY50" fmla="*/ 1546802 h 1603018"/>
              <a:gd name="connsiteX51" fmla="*/ 5038524 w 9662615"/>
              <a:gd name="connsiteY51" fmla="*/ 1545675 h 1603018"/>
              <a:gd name="connsiteX52" fmla="*/ 5026564 w 9662615"/>
              <a:gd name="connsiteY52" fmla="*/ 1545376 h 1603018"/>
              <a:gd name="connsiteX53" fmla="*/ 4969433 w 9662615"/>
              <a:gd name="connsiteY53" fmla="*/ 1550865 h 1603018"/>
              <a:gd name="connsiteX54" fmla="*/ 4871726 w 9662615"/>
              <a:gd name="connsiteY54" fmla="*/ 1570584 h 1603018"/>
              <a:gd name="connsiteX55" fmla="*/ 4843267 w 9662615"/>
              <a:gd name="connsiteY55" fmla="*/ 1561459 h 1603018"/>
              <a:gd name="connsiteX56" fmla="*/ 4821058 w 9662615"/>
              <a:gd name="connsiteY56" fmla="*/ 1553078 h 1603018"/>
              <a:gd name="connsiteX57" fmla="*/ 4791466 w 9662615"/>
              <a:gd name="connsiteY57" fmla="*/ 1561324 h 1603018"/>
              <a:gd name="connsiteX58" fmla="*/ 4784247 w 9662615"/>
              <a:gd name="connsiteY58" fmla="*/ 1562342 h 1603018"/>
              <a:gd name="connsiteX59" fmla="*/ 4739309 w 9662615"/>
              <a:gd name="connsiteY59" fmla="*/ 1553948 h 1603018"/>
              <a:gd name="connsiteX60" fmla="*/ 4697562 w 9662615"/>
              <a:gd name="connsiteY60" fmla="*/ 1551206 h 1603018"/>
              <a:gd name="connsiteX61" fmla="*/ 4650737 w 9662615"/>
              <a:gd name="connsiteY61" fmla="*/ 1537381 h 1603018"/>
              <a:gd name="connsiteX62" fmla="*/ 4583150 w 9662615"/>
              <a:gd name="connsiteY62" fmla="*/ 1529064 h 1603018"/>
              <a:gd name="connsiteX63" fmla="*/ 4521734 w 9662615"/>
              <a:gd name="connsiteY63" fmla="*/ 1529359 h 1603018"/>
              <a:gd name="connsiteX64" fmla="*/ 4382398 w 9662615"/>
              <a:gd name="connsiteY64" fmla="*/ 1534108 h 1603018"/>
              <a:gd name="connsiteX65" fmla="*/ 4221826 w 9662615"/>
              <a:gd name="connsiteY65" fmla="*/ 1500972 h 1603018"/>
              <a:gd name="connsiteX66" fmla="*/ 4096601 w 9662615"/>
              <a:gd name="connsiteY66" fmla="*/ 1521563 h 1603018"/>
              <a:gd name="connsiteX67" fmla="*/ 4002441 w 9662615"/>
              <a:gd name="connsiteY67" fmla="*/ 1528912 h 1603018"/>
              <a:gd name="connsiteX68" fmla="*/ 3833906 w 9662615"/>
              <a:gd name="connsiteY68" fmla="*/ 1516637 h 1603018"/>
              <a:gd name="connsiteX69" fmla="*/ 3763845 w 9662615"/>
              <a:gd name="connsiteY69" fmla="*/ 1501782 h 1603018"/>
              <a:gd name="connsiteX70" fmla="*/ 3641778 w 9662615"/>
              <a:gd name="connsiteY70" fmla="*/ 1505446 h 1603018"/>
              <a:gd name="connsiteX71" fmla="*/ 3565233 w 9662615"/>
              <a:gd name="connsiteY71" fmla="*/ 1515122 h 1603018"/>
              <a:gd name="connsiteX72" fmla="*/ 3560267 w 9662615"/>
              <a:gd name="connsiteY72" fmla="*/ 1516288 h 1603018"/>
              <a:gd name="connsiteX73" fmla="*/ 3540258 w 9662615"/>
              <a:gd name="connsiteY73" fmla="*/ 1516976 h 1603018"/>
              <a:gd name="connsiteX74" fmla="*/ 3534780 w 9662615"/>
              <a:gd name="connsiteY74" fmla="*/ 1522141 h 1603018"/>
              <a:gd name="connsiteX75" fmla="*/ 3480929 w 9662615"/>
              <a:gd name="connsiteY75" fmla="*/ 1526739 h 1603018"/>
              <a:gd name="connsiteX76" fmla="*/ 3430805 w 9662615"/>
              <a:gd name="connsiteY76" fmla="*/ 1542521 h 1603018"/>
              <a:gd name="connsiteX77" fmla="*/ 3292707 w 9662615"/>
              <a:gd name="connsiteY77" fmla="*/ 1520490 h 1603018"/>
              <a:gd name="connsiteX78" fmla="*/ 3187872 w 9662615"/>
              <a:gd name="connsiteY78" fmla="*/ 1519991 h 1603018"/>
              <a:gd name="connsiteX79" fmla="*/ 3148026 w 9662615"/>
              <a:gd name="connsiteY79" fmla="*/ 1524777 h 1603018"/>
              <a:gd name="connsiteX80" fmla="*/ 3092394 w 9662615"/>
              <a:gd name="connsiteY80" fmla="*/ 1528115 h 1603018"/>
              <a:gd name="connsiteX81" fmla="*/ 2994200 w 9662615"/>
              <a:gd name="connsiteY81" fmla="*/ 1537857 h 1603018"/>
              <a:gd name="connsiteX82" fmla="*/ 2862301 w 9662615"/>
              <a:gd name="connsiteY82" fmla="*/ 1544250 h 1603018"/>
              <a:gd name="connsiteX83" fmla="*/ 2766335 w 9662615"/>
              <a:gd name="connsiteY83" fmla="*/ 1527662 h 1603018"/>
              <a:gd name="connsiteX84" fmla="*/ 2757836 w 9662615"/>
              <a:gd name="connsiteY84" fmla="*/ 1531371 h 1603018"/>
              <a:gd name="connsiteX85" fmla="*/ 2691555 w 9662615"/>
              <a:gd name="connsiteY85" fmla="*/ 1530283 h 1603018"/>
              <a:gd name="connsiteX86" fmla="*/ 2491676 w 9662615"/>
              <a:gd name="connsiteY86" fmla="*/ 1500859 h 1603018"/>
              <a:gd name="connsiteX87" fmla="*/ 2378036 w 9662615"/>
              <a:gd name="connsiteY87" fmla="*/ 1520645 h 1603018"/>
              <a:gd name="connsiteX88" fmla="*/ 2284269 w 9662615"/>
              <a:gd name="connsiteY88" fmla="*/ 1503068 h 1603018"/>
              <a:gd name="connsiteX89" fmla="*/ 2207104 w 9662615"/>
              <a:gd name="connsiteY89" fmla="*/ 1508888 h 1603018"/>
              <a:gd name="connsiteX90" fmla="*/ 2149226 w 9662615"/>
              <a:gd name="connsiteY90" fmla="*/ 1523409 h 1603018"/>
              <a:gd name="connsiteX91" fmla="*/ 2084783 w 9662615"/>
              <a:gd name="connsiteY91" fmla="*/ 1524245 h 1603018"/>
              <a:gd name="connsiteX92" fmla="*/ 2070075 w 9662615"/>
              <a:gd name="connsiteY92" fmla="*/ 1511285 h 1603018"/>
              <a:gd name="connsiteX93" fmla="*/ 2001057 w 9662615"/>
              <a:gd name="connsiteY93" fmla="*/ 1516449 h 1603018"/>
              <a:gd name="connsiteX94" fmla="*/ 1896330 w 9662615"/>
              <a:gd name="connsiteY94" fmla="*/ 1525725 h 1603018"/>
              <a:gd name="connsiteX95" fmla="*/ 1835994 w 9662615"/>
              <a:gd name="connsiteY95" fmla="*/ 1527678 h 1603018"/>
              <a:gd name="connsiteX96" fmla="*/ 1671119 w 9662615"/>
              <a:gd name="connsiteY96" fmla="*/ 1536701 h 1603018"/>
              <a:gd name="connsiteX97" fmla="*/ 1565556 w 9662615"/>
              <a:gd name="connsiteY97" fmla="*/ 1556503 h 1603018"/>
              <a:gd name="connsiteX98" fmla="*/ 1407755 w 9662615"/>
              <a:gd name="connsiteY98" fmla="*/ 1571444 h 1603018"/>
              <a:gd name="connsiteX99" fmla="*/ 1291872 w 9662615"/>
              <a:gd name="connsiteY99" fmla="*/ 1579471 h 1603018"/>
              <a:gd name="connsiteX100" fmla="*/ 1245251 w 9662615"/>
              <a:gd name="connsiteY100" fmla="*/ 1603018 h 1603018"/>
              <a:gd name="connsiteX101" fmla="*/ 1181938 w 9662615"/>
              <a:gd name="connsiteY101" fmla="*/ 1592789 h 1603018"/>
              <a:gd name="connsiteX102" fmla="*/ 1091432 w 9662615"/>
              <a:gd name="connsiteY102" fmla="*/ 1571003 h 1603018"/>
              <a:gd name="connsiteX103" fmla="*/ 940355 w 9662615"/>
              <a:gd name="connsiteY103" fmla="*/ 1560638 h 1603018"/>
              <a:gd name="connsiteX104" fmla="*/ 868264 w 9662615"/>
              <a:gd name="connsiteY104" fmla="*/ 1566392 h 1603018"/>
              <a:gd name="connsiteX105" fmla="*/ 792765 w 9662615"/>
              <a:gd name="connsiteY105" fmla="*/ 1563102 h 1603018"/>
              <a:gd name="connsiteX106" fmla="*/ 653153 w 9662615"/>
              <a:gd name="connsiteY106" fmla="*/ 1563516 h 1603018"/>
              <a:gd name="connsiteX107" fmla="*/ 541933 w 9662615"/>
              <a:gd name="connsiteY107" fmla="*/ 1561051 h 1603018"/>
              <a:gd name="connsiteX108" fmla="*/ 472797 w 9662615"/>
              <a:gd name="connsiteY108" fmla="*/ 1568904 h 1603018"/>
              <a:gd name="connsiteX109" fmla="*/ 396059 w 9662615"/>
              <a:gd name="connsiteY109" fmla="*/ 1560970 h 1603018"/>
              <a:gd name="connsiteX110" fmla="*/ 336819 w 9662615"/>
              <a:gd name="connsiteY110" fmla="*/ 1560892 h 1603018"/>
              <a:gd name="connsiteX111" fmla="*/ 267163 w 9662615"/>
              <a:gd name="connsiteY111" fmla="*/ 1531913 h 1603018"/>
              <a:gd name="connsiteX112" fmla="*/ 196644 w 9662615"/>
              <a:gd name="connsiteY112" fmla="*/ 1524565 h 1603018"/>
              <a:gd name="connsiteX113" fmla="*/ 86819 w 9662615"/>
              <a:gd name="connsiteY113" fmla="*/ 1519517 h 1603018"/>
              <a:gd name="connsiteX114" fmla="*/ 53369 w 9662615"/>
              <a:gd name="connsiteY114" fmla="*/ 1516853 h 1603018"/>
              <a:gd name="connsiteX115" fmla="*/ 2359 w 9662615"/>
              <a:gd name="connsiteY115" fmla="*/ 1515247 h 1603018"/>
              <a:gd name="connsiteX116" fmla="*/ 0 w 9662615"/>
              <a:gd name="connsiteY116" fmla="*/ 1514932 h 1603018"/>
              <a:gd name="connsiteX117" fmla="*/ 0 w 9662615"/>
              <a:gd name="connsiteY117" fmla="*/ 0 h 1603018"/>
              <a:gd name="connsiteX0" fmla="*/ 0 w 9662615"/>
              <a:gd name="connsiteY0" fmla="*/ 0 h 1603018"/>
              <a:gd name="connsiteX1" fmla="*/ 9662615 w 9662615"/>
              <a:gd name="connsiteY1" fmla="*/ 0 h 1603018"/>
              <a:gd name="connsiteX2" fmla="*/ 9662615 w 9662615"/>
              <a:gd name="connsiteY2" fmla="*/ 1280346 h 1603018"/>
              <a:gd name="connsiteX3" fmla="*/ 9551077 w 9662615"/>
              <a:gd name="connsiteY3" fmla="*/ 1292033 h 1603018"/>
              <a:gd name="connsiteX4" fmla="*/ 9469546 w 9662615"/>
              <a:gd name="connsiteY4" fmla="*/ 1289837 h 1603018"/>
              <a:gd name="connsiteX5" fmla="*/ 9326260 w 9662615"/>
              <a:gd name="connsiteY5" fmla="*/ 1277155 h 1603018"/>
              <a:gd name="connsiteX6" fmla="*/ 9144767 w 9662615"/>
              <a:gd name="connsiteY6" fmla="*/ 1264120 h 1603018"/>
              <a:gd name="connsiteX7" fmla="*/ 8976400 w 9662615"/>
              <a:gd name="connsiteY7" fmla="*/ 1326661 h 1603018"/>
              <a:gd name="connsiteX8" fmla="*/ 8828711 w 9662615"/>
              <a:gd name="connsiteY8" fmla="*/ 1346394 h 1603018"/>
              <a:gd name="connsiteX9" fmla="*/ 8695953 w 9662615"/>
              <a:gd name="connsiteY9" fmla="*/ 1346784 h 1603018"/>
              <a:gd name="connsiteX10" fmla="*/ 8652191 w 9662615"/>
              <a:gd name="connsiteY10" fmla="*/ 1345903 h 1603018"/>
              <a:gd name="connsiteX11" fmla="*/ 8591582 w 9662615"/>
              <a:gd name="connsiteY11" fmla="*/ 1341666 h 1603018"/>
              <a:gd name="connsiteX12" fmla="*/ 8537336 w 9662615"/>
              <a:gd name="connsiteY12" fmla="*/ 1341684 h 1603018"/>
              <a:gd name="connsiteX13" fmla="*/ 8416849 w 9662615"/>
              <a:gd name="connsiteY13" fmla="*/ 1367085 h 1603018"/>
              <a:gd name="connsiteX14" fmla="*/ 8278355 w 9662615"/>
              <a:gd name="connsiteY14" fmla="*/ 1386569 h 1603018"/>
              <a:gd name="connsiteX15" fmla="*/ 8197961 w 9662615"/>
              <a:gd name="connsiteY15" fmla="*/ 1392804 h 1603018"/>
              <a:gd name="connsiteX16" fmla="*/ 8171196 w 9662615"/>
              <a:gd name="connsiteY16" fmla="*/ 1397216 h 1603018"/>
              <a:gd name="connsiteX17" fmla="*/ 8087910 w 9662615"/>
              <a:gd name="connsiteY17" fmla="*/ 1386449 h 1603018"/>
              <a:gd name="connsiteX18" fmla="*/ 7974579 w 9662615"/>
              <a:gd name="connsiteY18" fmla="*/ 1383439 h 1603018"/>
              <a:gd name="connsiteX19" fmla="*/ 7768351 w 9662615"/>
              <a:gd name="connsiteY19" fmla="*/ 1395051 h 1603018"/>
              <a:gd name="connsiteX20" fmla="*/ 7635985 w 9662615"/>
              <a:gd name="connsiteY20" fmla="*/ 1386363 h 1603018"/>
              <a:gd name="connsiteX21" fmla="*/ 7466069 w 9662615"/>
              <a:gd name="connsiteY21" fmla="*/ 1377654 h 1603018"/>
              <a:gd name="connsiteX22" fmla="*/ 7355642 w 9662615"/>
              <a:gd name="connsiteY22" fmla="*/ 1407761 h 1603018"/>
              <a:gd name="connsiteX23" fmla="*/ 7215220 w 9662615"/>
              <a:gd name="connsiteY23" fmla="*/ 1397856 h 1603018"/>
              <a:gd name="connsiteX24" fmla="*/ 7082147 w 9662615"/>
              <a:gd name="connsiteY24" fmla="*/ 1406113 h 1603018"/>
              <a:gd name="connsiteX25" fmla="*/ 6987129 w 9662615"/>
              <a:gd name="connsiteY25" fmla="*/ 1404834 h 1603018"/>
              <a:gd name="connsiteX26" fmla="*/ 6907567 w 9662615"/>
              <a:gd name="connsiteY26" fmla="*/ 1419149 h 1603018"/>
              <a:gd name="connsiteX27" fmla="*/ 6748428 w 9662615"/>
              <a:gd name="connsiteY27" fmla="*/ 1420308 h 1603018"/>
              <a:gd name="connsiteX28" fmla="*/ 6654257 w 9662615"/>
              <a:gd name="connsiteY28" fmla="*/ 1424143 h 1603018"/>
              <a:gd name="connsiteX29" fmla="*/ 6620123 w 9662615"/>
              <a:gd name="connsiteY29" fmla="*/ 1430535 h 1603018"/>
              <a:gd name="connsiteX30" fmla="*/ 6571355 w 9662615"/>
              <a:gd name="connsiteY30" fmla="*/ 1436144 h 1603018"/>
              <a:gd name="connsiteX31" fmla="*/ 6486557 w 9662615"/>
              <a:gd name="connsiteY31" fmla="*/ 1449861 h 1603018"/>
              <a:gd name="connsiteX32" fmla="*/ 6370419 w 9662615"/>
              <a:gd name="connsiteY32" fmla="*/ 1461649 h 1603018"/>
              <a:gd name="connsiteX33" fmla="*/ 6278839 w 9662615"/>
              <a:gd name="connsiteY33" fmla="*/ 1449160 h 1603018"/>
              <a:gd name="connsiteX34" fmla="*/ 6272455 w 9662615"/>
              <a:gd name="connsiteY34" fmla="*/ 1453191 h 1603018"/>
              <a:gd name="connsiteX35" fmla="*/ 6212659 w 9662615"/>
              <a:gd name="connsiteY35" fmla="*/ 1454850 h 1603018"/>
              <a:gd name="connsiteX36" fmla="*/ 6069317 w 9662615"/>
              <a:gd name="connsiteY36" fmla="*/ 1445838 h 1603018"/>
              <a:gd name="connsiteX37" fmla="*/ 5878477 w 9662615"/>
              <a:gd name="connsiteY37" fmla="*/ 1439180 h 1603018"/>
              <a:gd name="connsiteX38" fmla="*/ 5838387 w 9662615"/>
              <a:gd name="connsiteY38" fmla="*/ 1444679 h 1603018"/>
              <a:gd name="connsiteX39" fmla="*/ 5771136 w 9662615"/>
              <a:gd name="connsiteY39" fmla="*/ 1453639 h 1603018"/>
              <a:gd name="connsiteX40" fmla="*/ 5724081 w 9662615"/>
              <a:gd name="connsiteY40" fmla="*/ 1470431 h 1603018"/>
              <a:gd name="connsiteX41" fmla="*/ 5666577 w 9662615"/>
              <a:gd name="connsiteY41" fmla="*/ 1473921 h 1603018"/>
              <a:gd name="connsiteX42" fmla="*/ 5649068 w 9662615"/>
              <a:gd name="connsiteY42" fmla="*/ 1461676 h 1603018"/>
              <a:gd name="connsiteX43" fmla="*/ 5588902 w 9662615"/>
              <a:gd name="connsiteY43" fmla="*/ 1469647 h 1603018"/>
              <a:gd name="connsiteX44" fmla="*/ 5498090 w 9662615"/>
              <a:gd name="connsiteY44" fmla="*/ 1483173 h 1603018"/>
              <a:gd name="connsiteX45" fmla="*/ 5444641 w 9662615"/>
              <a:gd name="connsiteY45" fmla="*/ 1487602 h 1603018"/>
              <a:gd name="connsiteX46" fmla="*/ 5299812 w 9662615"/>
              <a:gd name="connsiteY46" fmla="*/ 1503362 h 1603018"/>
              <a:gd name="connsiteX47" fmla="*/ 5245752 w 9662615"/>
              <a:gd name="connsiteY47" fmla="*/ 1520612 h 1603018"/>
              <a:gd name="connsiteX48" fmla="*/ 5177807 w 9662615"/>
              <a:gd name="connsiteY48" fmla="*/ 1526802 h 1603018"/>
              <a:gd name="connsiteX49" fmla="*/ 5113910 w 9662615"/>
              <a:gd name="connsiteY49" fmla="*/ 1533205 h 1603018"/>
              <a:gd name="connsiteX50" fmla="*/ 5059484 w 9662615"/>
              <a:gd name="connsiteY50" fmla="*/ 1546802 h 1603018"/>
              <a:gd name="connsiteX51" fmla="*/ 5038524 w 9662615"/>
              <a:gd name="connsiteY51" fmla="*/ 1545675 h 1603018"/>
              <a:gd name="connsiteX52" fmla="*/ 5026564 w 9662615"/>
              <a:gd name="connsiteY52" fmla="*/ 1545376 h 1603018"/>
              <a:gd name="connsiteX53" fmla="*/ 4969433 w 9662615"/>
              <a:gd name="connsiteY53" fmla="*/ 1550865 h 1603018"/>
              <a:gd name="connsiteX54" fmla="*/ 4871726 w 9662615"/>
              <a:gd name="connsiteY54" fmla="*/ 1570584 h 1603018"/>
              <a:gd name="connsiteX55" fmla="*/ 4843267 w 9662615"/>
              <a:gd name="connsiteY55" fmla="*/ 1561459 h 1603018"/>
              <a:gd name="connsiteX56" fmla="*/ 4821058 w 9662615"/>
              <a:gd name="connsiteY56" fmla="*/ 1553078 h 1603018"/>
              <a:gd name="connsiteX57" fmla="*/ 4791466 w 9662615"/>
              <a:gd name="connsiteY57" fmla="*/ 1561324 h 1603018"/>
              <a:gd name="connsiteX58" fmla="*/ 4784247 w 9662615"/>
              <a:gd name="connsiteY58" fmla="*/ 1562342 h 1603018"/>
              <a:gd name="connsiteX59" fmla="*/ 4739309 w 9662615"/>
              <a:gd name="connsiteY59" fmla="*/ 1553948 h 1603018"/>
              <a:gd name="connsiteX60" fmla="*/ 4697562 w 9662615"/>
              <a:gd name="connsiteY60" fmla="*/ 1551206 h 1603018"/>
              <a:gd name="connsiteX61" fmla="*/ 4650737 w 9662615"/>
              <a:gd name="connsiteY61" fmla="*/ 1537381 h 1603018"/>
              <a:gd name="connsiteX62" fmla="*/ 4583150 w 9662615"/>
              <a:gd name="connsiteY62" fmla="*/ 1529064 h 1603018"/>
              <a:gd name="connsiteX63" fmla="*/ 4521734 w 9662615"/>
              <a:gd name="connsiteY63" fmla="*/ 1529359 h 1603018"/>
              <a:gd name="connsiteX64" fmla="*/ 4382398 w 9662615"/>
              <a:gd name="connsiteY64" fmla="*/ 1534108 h 1603018"/>
              <a:gd name="connsiteX65" fmla="*/ 4221826 w 9662615"/>
              <a:gd name="connsiteY65" fmla="*/ 1500972 h 1603018"/>
              <a:gd name="connsiteX66" fmla="*/ 4096601 w 9662615"/>
              <a:gd name="connsiteY66" fmla="*/ 1521563 h 1603018"/>
              <a:gd name="connsiteX67" fmla="*/ 4002441 w 9662615"/>
              <a:gd name="connsiteY67" fmla="*/ 1528912 h 1603018"/>
              <a:gd name="connsiteX68" fmla="*/ 3833906 w 9662615"/>
              <a:gd name="connsiteY68" fmla="*/ 1516637 h 1603018"/>
              <a:gd name="connsiteX69" fmla="*/ 3763845 w 9662615"/>
              <a:gd name="connsiteY69" fmla="*/ 1501782 h 1603018"/>
              <a:gd name="connsiteX70" fmla="*/ 3641778 w 9662615"/>
              <a:gd name="connsiteY70" fmla="*/ 1505446 h 1603018"/>
              <a:gd name="connsiteX71" fmla="*/ 3565233 w 9662615"/>
              <a:gd name="connsiteY71" fmla="*/ 1515122 h 1603018"/>
              <a:gd name="connsiteX72" fmla="*/ 3560267 w 9662615"/>
              <a:gd name="connsiteY72" fmla="*/ 1516288 h 1603018"/>
              <a:gd name="connsiteX73" fmla="*/ 3540258 w 9662615"/>
              <a:gd name="connsiteY73" fmla="*/ 1516976 h 1603018"/>
              <a:gd name="connsiteX74" fmla="*/ 3522853 w 9662615"/>
              <a:gd name="connsiteY74" fmla="*/ 1538044 h 1603018"/>
              <a:gd name="connsiteX75" fmla="*/ 3480929 w 9662615"/>
              <a:gd name="connsiteY75" fmla="*/ 1526739 h 1603018"/>
              <a:gd name="connsiteX76" fmla="*/ 3430805 w 9662615"/>
              <a:gd name="connsiteY76" fmla="*/ 1542521 h 1603018"/>
              <a:gd name="connsiteX77" fmla="*/ 3292707 w 9662615"/>
              <a:gd name="connsiteY77" fmla="*/ 1520490 h 1603018"/>
              <a:gd name="connsiteX78" fmla="*/ 3187872 w 9662615"/>
              <a:gd name="connsiteY78" fmla="*/ 1519991 h 1603018"/>
              <a:gd name="connsiteX79" fmla="*/ 3148026 w 9662615"/>
              <a:gd name="connsiteY79" fmla="*/ 1524777 h 1603018"/>
              <a:gd name="connsiteX80" fmla="*/ 3092394 w 9662615"/>
              <a:gd name="connsiteY80" fmla="*/ 1528115 h 1603018"/>
              <a:gd name="connsiteX81" fmla="*/ 2994200 w 9662615"/>
              <a:gd name="connsiteY81" fmla="*/ 1537857 h 1603018"/>
              <a:gd name="connsiteX82" fmla="*/ 2862301 w 9662615"/>
              <a:gd name="connsiteY82" fmla="*/ 1544250 h 1603018"/>
              <a:gd name="connsiteX83" fmla="*/ 2766335 w 9662615"/>
              <a:gd name="connsiteY83" fmla="*/ 1527662 h 1603018"/>
              <a:gd name="connsiteX84" fmla="*/ 2757836 w 9662615"/>
              <a:gd name="connsiteY84" fmla="*/ 1531371 h 1603018"/>
              <a:gd name="connsiteX85" fmla="*/ 2691555 w 9662615"/>
              <a:gd name="connsiteY85" fmla="*/ 1530283 h 1603018"/>
              <a:gd name="connsiteX86" fmla="*/ 2491676 w 9662615"/>
              <a:gd name="connsiteY86" fmla="*/ 1500859 h 1603018"/>
              <a:gd name="connsiteX87" fmla="*/ 2378036 w 9662615"/>
              <a:gd name="connsiteY87" fmla="*/ 1520645 h 1603018"/>
              <a:gd name="connsiteX88" fmla="*/ 2284269 w 9662615"/>
              <a:gd name="connsiteY88" fmla="*/ 1503068 h 1603018"/>
              <a:gd name="connsiteX89" fmla="*/ 2207104 w 9662615"/>
              <a:gd name="connsiteY89" fmla="*/ 1508888 h 1603018"/>
              <a:gd name="connsiteX90" fmla="*/ 2149226 w 9662615"/>
              <a:gd name="connsiteY90" fmla="*/ 1523409 h 1603018"/>
              <a:gd name="connsiteX91" fmla="*/ 2084783 w 9662615"/>
              <a:gd name="connsiteY91" fmla="*/ 1524245 h 1603018"/>
              <a:gd name="connsiteX92" fmla="*/ 2070075 w 9662615"/>
              <a:gd name="connsiteY92" fmla="*/ 1511285 h 1603018"/>
              <a:gd name="connsiteX93" fmla="*/ 2001057 w 9662615"/>
              <a:gd name="connsiteY93" fmla="*/ 1516449 h 1603018"/>
              <a:gd name="connsiteX94" fmla="*/ 1896330 w 9662615"/>
              <a:gd name="connsiteY94" fmla="*/ 1525725 h 1603018"/>
              <a:gd name="connsiteX95" fmla="*/ 1835994 w 9662615"/>
              <a:gd name="connsiteY95" fmla="*/ 1527678 h 1603018"/>
              <a:gd name="connsiteX96" fmla="*/ 1671119 w 9662615"/>
              <a:gd name="connsiteY96" fmla="*/ 1536701 h 1603018"/>
              <a:gd name="connsiteX97" fmla="*/ 1565556 w 9662615"/>
              <a:gd name="connsiteY97" fmla="*/ 1556503 h 1603018"/>
              <a:gd name="connsiteX98" fmla="*/ 1407755 w 9662615"/>
              <a:gd name="connsiteY98" fmla="*/ 1571444 h 1603018"/>
              <a:gd name="connsiteX99" fmla="*/ 1291872 w 9662615"/>
              <a:gd name="connsiteY99" fmla="*/ 1579471 h 1603018"/>
              <a:gd name="connsiteX100" fmla="*/ 1245251 w 9662615"/>
              <a:gd name="connsiteY100" fmla="*/ 1603018 h 1603018"/>
              <a:gd name="connsiteX101" fmla="*/ 1181938 w 9662615"/>
              <a:gd name="connsiteY101" fmla="*/ 1592789 h 1603018"/>
              <a:gd name="connsiteX102" fmla="*/ 1091432 w 9662615"/>
              <a:gd name="connsiteY102" fmla="*/ 1571003 h 1603018"/>
              <a:gd name="connsiteX103" fmla="*/ 940355 w 9662615"/>
              <a:gd name="connsiteY103" fmla="*/ 1560638 h 1603018"/>
              <a:gd name="connsiteX104" fmla="*/ 868264 w 9662615"/>
              <a:gd name="connsiteY104" fmla="*/ 1566392 h 1603018"/>
              <a:gd name="connsiteX105" fmla="*/ 792765 w 9662615"/>
              <a:gd name="connsiteY105" fmla="*/ 1563102 h 1603018"/>
              <a:gd name="connsiteX106" fmla="*/ 653153 w 9662615"/>
              <a:gd name="connsiteY106" fmla="*/ 1563516 h 1603018"/>
              <a:gd name="connsiteX107" fmla="*/ 541933 w 9662615"/>
              <a:gd name="connsiteY107" fmla="*/ 1561051 h 1603018"/>
              <a:gd name="connsiteX108" fmla="*/ 472797 w 9662615"/>
              <a:gd name="connsiteY108" fmla="*/ 1568904 h 1603018"/>
              <a:gd name="connsiteX109" fmla="*/ 396059 w 9662615"/>
              <a:gd name="connsiteY109" fmla="*/ 1560970 h 1603018"/>
              <a:gd name="connsiteX110" fmla="*/ 336819 w 9662615"/>
              <a:gd name="connsiteY110" fmla="*/ 1560892 h 1603018"/>
              <a:gd name="connsiteX111" fmla="*/ 267163 w 9662615"/>
              <a:gd name="connsiteY111" fmla="*/ 1531913 h 1603018"/>
              <a:gd name="connsiteX112" fmla="*/ 196644 w 9662615"/>
              <a:gd name="connsiteY112" fmla="*/ 1524565 h 1603018"/>
              <a:gd name="connsiteX113" fmla="*/ 86819 w 9662615"/>
              <a:gd name="connsiteY113" fmla="*/ 1519517 h 1603018"/>
              <a:gd name="connsiteX114" fmla="*/ 53369 w 9662615"/>
              <a:gd name="connsiteY114" fmla="*/ 1516853 h 1603018"/>
              <a:gd name="connsiteX115" fmla="*/ 2359 w 9662615"/>
              <a:gd name="connsiteY115" fmla="*/ 1515247 h 1603018"/>
              <a:gd name="connsiteX116" fmla="*/ 0 w 9662615"/>
              <a:gd name="connsiteY116" fmla="*/ 1514932 h 1603018"/>
              <a:gd name="connsiteX117" fmla="*/ 0 w 9662615"/>
              <a:gd name="connsiteY117" fmla="*/ 0 h 1603018"/>
              <a:gd name="connsiteX0" fmla="*/ 0 w 9662615"/>
              <a:gd name="connsiteY0" fmla="*/ 0 h 1603018"/>
              <a:gd name="connsiteX1" fmla="*/ 9662615 w 9662615"/>
              <a:gd name="connsiteY1" fmla="*/ 0 h 1603018"/>
              <a:gd name="connsiteX2" fmla="*/ 9662615 w 9662615"/>
              <a:gd name="connsiteY2" fmla="*/ 1280346 h 1603018"/>
              <a:gd name="connsiteX3" fmla="*/ 9551077 w 9662615"/>
              <a:gd name="connsiteY3" fmla="*/ 1292033 h 1603018"/>
              <a:gd name="connsiteX4" fmla="*/ 9469546 w 9662615"/>
              <a:gd name="connsiteY4" fmla="*/ 1289837 h 1603018"/>
              <a:gd name="connsiteX5" fmla="*/ 9326260 w 9662615"/>
              <a:gd name="connsiteY5" fmla="*/ 1277155 h 1603018"/>
              <a:gd name="connsiteX6" fmla="*/ 9144767 w 9662615"/>
              <a:gd name="connsiteY6" fmla="*/ 1264120 h 1603018"/>
              <a:gd name="connsiteX7" fmla="*/ 8976400 w 9662615"/>
              <a:gd name="connsiteY7" fmla="*/ 1326661 h 1603018"/>
              <a:gd name="connsiteX8" fmla="*/ 8828711 w 9662615"/>
              <a:gd name="connsiteY8" fmla="*/ 1346394 h 1603018"/>
              <a:gd name="connsiteX9" fmla="*/ 8695953 w 9662615"/>
              <a:gd name="connsiteY9" fmla="*/ 1346784 h 1603018"/>
              <a:gd name="connsiteX10" fmla="*/ 8652191 w 9662615"/>
              <a:gd name="connsiteY10" fmla="*/ 1345903 h 1603018"/>
              <a:gd name="connsiteX11" fmla="*/ 8591582 w 9662615"/>
              <a:gd name="connsiteY11" fmla="*/ 1341666 h 1603018"/>
              <a:gd name="connsiteX12" fmla="*/ 8537336 w 9662615"/>
              <a:gd name="connsiteY12" fmla="*/ 1341684 h 1603018"/>
              <a:gd name="connsiteX13" fmla="*/ 8416849 w 9662615"/>
              <a:gd name="connsiteY13" fmla="*/ 1367085 h 1603018"/>
              <a:gd name="connsiteX14" fmla="*/ 8278355 w 9662615"/>
              <a:gd name="connsiteY14" fmla="*/ 1386569 h 1603018"/>
              <a:gd name="connsiteX15" fmla="*/ 8197961 w 9662615"/>
              <a:gd name="connsiteY15" fmla="*/ 1392804 h 1603018"/>
              <a:gd name="connsiteX16" fmla="*/ 8171196 w 9662615"/>
              <a:gd name="connsiteY16" fmla="*/ 1397216 h 1603018"/>
              <a:gd name="connsiteX17" fmla="*/ 8087910 w 9662615"/>
              <a:gd name="connsiteY17" fmla="*/ 1386449 h 1603018"/>
              <a:gd name="connsiteX18" fmla="*/ 7974579 w 9662615"/>
              <a:gd name="connsiteY18" fmla="*/ 1383439 h 1603018"/>
              <a:gd name="connsiteX19" fmla="*/ 7768351 w 9662615"/>
              <a:gd name="connsiteY19" fmla="*/ 1395051 h 1603018"/>
              <a:gd name="connsiteX20" fmla="*/ 7635985 w 9662615"/>
              <a:gd name="connsiteY20" fmla="*/ 1386363 h 1603018"/>
              <a:gd name="connsiteX21" fmla="*/ 7466069 w 9662615"/>
              <a:gd name="connsiteY21" fmla="*/ 1377654 h 1603018"/>
              <a:gd name="connsiteX22" fmla="*/ 7355642 w 9662615"/>
              <a:gd name="connsiteY22" fmla="*/ 1407761 h 1603018"/>
              <a:gd name="connsiteX23" fmla="*/ 7215220 w 9662615"/>
              <a:gd name="connsiteY23" fmla="*/ 1397856 h 1603018"/>
              <a:gd name="connsiteX24" fmla="*/ 7082147 w 9662615"/>
              <a:gd name="connsiteY24" fmla="*/ 1406113 h 1603018"/>
              <a:gd name="connsiteX25" fmla="*/ 6987129 w 9662615"/>
              <a:gd name="connsiteY25" fmla="*/ 1404834 h 1603018"/>
              <a:gd name="connsiteX26" fmla="*/ 6907567 w 9662615"/>
              <a:gd name="connsiteY26" fmla="*/ 1419149 h 1603018"/>
              <a:gd name="connsiteX27" fmla="*/ 6748428 w 9662615"/>
              <a:gd name="connsiteY27" fmla="*/ 1420308 h 1603018"/>
              <a:gd name="connsiteX28" fmla="*/ 6654257 w 9662615"/>
              <a:gd name="connsiteY28" fmla="*/ 1424143 h 1603018"/>
              <a:gd name="connsiteX29" fmla="*/ 6620123 w 9662615"/>
              <a:gd name="connsiteY29" fmla="*/ 1430535 h 1603018"/>
              <a:gd name="connsiteX30" fmla="*/ 6571355 w 9662615"/>
              <a:gd name="connsiteY30" fmla="*/ 1436144 h 1603018"/>
              <a:gd name="connsiteX31" fmla="*/ 6486557 w 9662615"/>
              <a:gd name="connsiteY31" fmla="*/ 1449861 h 1603018"/>
              <a:gd name="connsiteX32" fmla="*/ 6370419 w 9662615"/>
              <a:gd name="connsiteY32" fmla="*/ 1461649 h 1603018"/>
              <a:gd name="connsiteX33" fmla="*/ 6278839 w 9662615"/>
              <a:gd name="connsiteY33" fmla="*/ 1449160 h 1603018"/>
              <a:gd name="connsiteX34" fmla="*/ 6272455 w 9662615"/>
              <a:gd name="connsiteY34" fmla="*/ 1453191 h 1603018"/>
              <a:gd name="connsiteX35" fmla="*/ 6212659 w 9662615"/>
              <a:gd name="connsiteY35" fmla="*/ 1454850 h 1603018"/>
              <a:gd name="connsiteX36" fmla="*/ 6069317 w 9662615"/>
              <a:gd name="connsiteY36" fmla="*/ 1445838 h 1603018"/>
              <a:gd name="connsiteX37" fmla="*/ 5878477 w 9662615"/>
              <a:gd name="connsiteY37" fmla="*/ 1439180 h 1603018"/>
              <a:gd name="connsiteX38" fmla="*/ 5838387 w 9662615"/>
              <a:gd name="connsiteY38" fmla="*/ 1444679 h 1603018"/>
              <a:gd name="connsiteX39" fmla="*/ 5771136 w 9662615"/>
              <a:gd name="connsiteY39" fmla="*/ 1453639 h 1603018"/>
              <a:gd name="connsiteX40" fmla="*/ 5724081 w 9662615"/>
              <a:gd name="connsiteY40" fmla="*/ 1470431 h 1603018"/>
              <a:gd name="connsiteX41" fmla="*/ 5666577 w 9662615"/>
              <a:gd name="connsiteY41" fmla="*/ 1473921 h 1603018"/>
              <a:gd name="connsiteX42" fmla="*/ 5649068 w 9662615"/>
              <a:gd name="connsiteY42" fmla="*/ 1461676 h 1603018"/>
              <a:gd name="connsiteX43" fmla="*/ 5588902 w 9662615"/>
              <a:gd name="connsiteY43" fmla="*/ 1469647 h 1603018"/>
              <a:gd name="connsiteX44" fmla="*/ 5498090 w 9662615"/>
              <a:gd name="connsiteY44" fmla="*/ 1483173 h 1603018"/>
              <a:gd name="connsiteX45" fmla="*/ 5444641 w 9662615"/>
              <a:gd name="connsiteY45" fmla="*/ 1487602 h 1603018"/>
              <a:gd name="connsiteX46" fmla="*/ 5299812 w 9662615"/>
              <a:gd name="connsiteY46" fmla="*/ 1503362 h 1603018"/>
              <a:gd name="connsiteX47" fmla="*/ 5245752 w 9662615"/>
              <a:gd name="connsiteY47" fmla="*/ 1520612 h 1603018"/>
              <a:gd name="connsiteX48" fmla="*/ 5177807 w 9662615"/>
              <a:gd name="connsiteY48" fmla="*/ 1526802 h 1603018"/>
              <a:gd name="connsiteX49" fmla="*/ 5113910 w 9662615"/>
              <a:gd name="connsiteY49" fmla="*/ 1533205 h 1603018"/>
              <a:gd name="connsiteX50" fmla="*/ 5059484 w 9662615"/>
              <a:gd name="connsiteY50" fmla="*/ 1546802 h 1603018"/>
              <a:gd name="connsiteX51" fmla="*/ 5038524 w 9662615"/>
              <a:gd name="connsiteY51" fmla="*/ 1545675 h 1603018"/>
              <a:gd name="connsiteX52" fmla="*/ 5026564 w 9662615"/>
              <a:gd name="connsiteY52" fmla="*/ 1545376 h 1603018"/>
              <a:gd name="connsiteX53" fmla="*/ 4969433 w 9662615"/>
              <a:gd name="connsiteY53" fmla="*/ 1550865 h 1603018"/>
              <a:gd name="connsiteX54" fmla="*/ 4871726 w 9662615"/>
              <a:gd name="connsiteY54" fmla="*/ 1570584 h 1603018"/>
              <a:gd name="connsiteX55" fmla="*/ 4843267 w 9662615"/>
              <a:gd name="connsiteY55" fmla="*/ 1561459 h 1603018"/>
              <a:gd name="connsiteX56" fmla="*/ 4821058 w 9662615"/>
              <a:gd name="connsiteY56" fmla="*/ 1553078 h 1603018"/>
              <a:gd name="connsiteX57" fmla="*/ 4791466 w 9662615"/>
              <a:gd name="connsiteY57" fmla="*/ 1561324 h 1603018"/>
              <a:gd name="connsiteX58" fmla="*/ 4784247 w 9662615"/>
              <a:gd name="connsiteY58" fmla="*/ 1562342 h 1603018"/>
              <a:gd name="connsiteX59" fmla="*/ 4739309 w 9662615"/>
              <a:gd name="connsiteY59" fmla="*/ 1553948 h 1603018"/>
              <a:gd name="connsiteX60" fmla="*/ 4697562 w 9662615"/>
              <a:gd name="connsiteY60" fmla="*/ 1551206 h 1603018"/>
              <a:gd name="connsiteX61" fmla="*/ 4650737 w 9662615"/>
              <a:gd name="connsiteY61" fmla="*/ 1537381 h 1603018"/>
              <a:gd name="connsiteX62" fmla="*/ 4583150 w 9662615"/>
              <a:gd name="connsiteY62" fmla="*/ 1529064 h 1603018"/>
              <a:gd name="connsiteX63" fmla="*/ 4521734 w 9662615"/>
              <a:gd name="connsiteY63" fmla="*/ 1529359 h 1603018"/>
              <a:gd name="connsiteX64" fmla="*/ 4382398 w 9662615"/>
              <a:gd name="connsiteY64" fmla="*/ 1534108 h 1603018"/>
              <a:gd name="connsiteX65" fmla="*/ 4221826 w 9662615"/>
              <a:gd name="connsiteY65" fmla="*/ 1500972 h 1603018"/>
              <a:gd name="connsiteX66" fmla="*/ 4096601 w 9662615"/>
              <a:gd name="connsiteY66" fmla="*/ 1521563 h 1603018"/>
              <a:gd name="connsiteX67" fmla="*/ 4002441 w 9662615"/>
              <a:gd name="connsiteY67" fmla="*/ 1528912 h 1603018"/>
              <a:gd name="connsiteX68" fmla="*/ 3833906 w 9662615"/>
              <a:gd name="connsiteY68" fmla="*/ 1516637 h 1603018"/>
              <a:gd name="connsiteX69" fmla="*/ 3763845 w 9662615"/>
              <a:gd name="connsiteY69" fmla="*/ 1501782 h 1603018"/>
              <a:gd name="connsiteX70" fmla="*/ 3641778 w 9662615"/>
              <a:gd name="connsiteY70" fmla="*/ 1505446 h 1603018"/>
              <a:gd name="connsiteX71" fmla="*/ 3612941 w 9662615"/>
              <a:gd name="connsiteY71" fmla="*/ 1411755 h 1603018"/>
              <a:gd name="connsiteX72" fmla="*/ 3560267 w 9662615"/>
              <a:gd name="connsiteY72" fmla="*/ 1516288 h 1603018"/>
              <a:gd name="connsiteX73" fmla="*/ 3540258 w 9662615"/>
              <a:gd name="connsiteY73" fmla="*/ 1516976 h 1603018"/>
              <a:gd name="connsiteX74" fmla="*/ 3522853 w 9662615"/>
              <a:gd name="connsiteY74" fmla="*/ 1538044 h 1603018"/>
              <a:gd name="connsiteX75" fmla="*/ 3480929 w 9662615"/>
              <a:gd name="connsiteY75" fmla="*/ 1526739 h 1603018"/>
              <a:gd name="connsiteX76" fmla="*/ 3430805 w 9662615"/>
              <a:gd name="connsiteY76" fmla="*/ 1542521 h 1603018"/>
              <a:gd name="connsiteX77" fmla="*/ 3292707 w 9662615"/>
              <a:gd name="connsiteY77" fmla="*/ 1520490 h 1603018"/>
              <a:gd name="connsiteX78" fmla="*/ 3187872 w 9662615"/>
              <a:gd name="connsiteY78" fmla="*/ 1519991 h 1603018"/>
              <a:gd name="connsiteX79" fmla="*/ 3148026 w 9662615"/>
              <a:gd name="connsiteY79" fmla="*/ 1524777 h 1603018"/>
              <a:gd name="connsiteX80" fmla="*/ 3092394 w 9662615"/>
              <a:gd name="connsiteY80" fmla="*/ 1528115 h 1603018"/>
              <a:gd name="connsiteX81" fmla="*/ 2994200 w 9662615"/>
              <a:gd name="connsiteY81" fmla="*/ 1537857 h 1603018"/>
              <a:gd name="connsiteX82" fmla="*/ 2862301 w 9662615"/>
              <a:gd name="connsiteY82" fmla="*/ 1544250 h 1603018"/>
              <a:gd name="connsiteX83" fmla="*/ 2766335 w 9662615"/>
              <a:gd name="connsiteY83" fmla="*/ 1527662 h 1603018"/>
              <a:gd name="connsiteX84" fmla="*/ 2757836 w 9662615"/>
              <a:gd name="connsiteY84" fmla="*/ 1531371 h 1603018"/>
              <a:gd name="connsiteX85" fmla="*/ 2691555 w 9662615"/>
              <a:gd name="connsiteY85" fmla="*/ 1530283 h 1603018"/>
              <a:gd name="connsiteX86" fmla="*/ 2491676 w 9662615"/>
              <a:gd name="connsiteY86" fmla="*/ 1500859 h 1603018"/>
              <a:gd name="connsiteX87" fmla="*/ 2378036 w 9662615"/>
              <a:gd name="connsiteY87" fmla="*/ 1520645 h 1603018"/>
              <a:gd name="connsiteX88" fmla="*/ 2284269 w 9662615"/>
              <a:gd name="connsiteY88" fmla="*/ 1503068 h 1603018"/>
              <a:gd name="connsiteX89" fmla="*/ 2207104 w 9662615"/>
              <a:gd name="connsiteY89" fmla="*/ 1508888 h 1603018"/>
              <a:gd name="connsiteX90" fmla="*/ 2149226 w 9662615"/>
              <a:gd name="connsiteY90" fmla="*/ 1523409 h 1603018"/>
              <a:gd name="connsiteX91" fmla="*/ 2084783 w 9662615"/>
              <a:gd name="connsiteY91" fmla="*/ 1524245 h 1603018"/>
              <a:gd name="connsiteX92" fmla="*/ 2070075 w 9662615"/>
              <a:gd name="connsiteY92" fmla="*/ 1511285 h 1603018"/>
              <a:gd name="connsiteX93" fmla="*/ 2001057 w 9662615"/>
              <a:gd name="connsiteY93" fmla="*/ 1516449 h 1603018"/>
              <a:gd name="connsiteX94" fmla="*/ 1896330 w 9662615"/>
              <a:gd name="connsiteY94" fmla="*/ 1525725 h 1603018"/>
              <a:gd name="connsiteX95" fmla="*/ 1835994 w 9662615"/>
              <a:gd name="connsiteY95" fmla="*/ 1527678 h 1603018"/>
              <a:gd name="connsiteX96" fmla="*/ 1671119 w 9662615"/>
              <a:gd name="connsiteY96" fmla="*/ 1536701 h 1603018"/>
              <a:gd name="connsiteX97" fmla="*/ 1565556 w 9662615"/>
              <a:gd name="connsiteY97" fmla="*/ 1556503 h 1603018"/>
              <a:gd name="connsiteX98" fmla="*/ 1407755 w 9662615"/>
              <a:gd name="connsiteY98" fmla="*/ 1571444 h 1603018"/>
              <a:gd name="connsiteX99" fmla="*/ 1291872 w 9662615"/>
              <a:gd name="connsiteY99" fmla="*/ 1579471 h 1603018"/>
              <a:gd name="connsiteX100" fmla="*/ 1245251 w 9662615"/>
              <a:gd name="connsiteY100" fmla="*/ 1603018 h 1603018"/>
              <a:gd name="connsiteX101" fmla="*/ 1181938 w 9662615"/>
              <a:gd name="connsiteY101" fmla="*/ 1592789 h 1603018"/>
              <a:gd name="connsiteX102" fmla="*/ 1091432 w 9662615"/>
              <a:gd name="connsiteY102" fmla="*/ 1571003 h 1603018"/>
              <a:gd name="connsiteX103" fmla="*/ 940355 w 9662615"/>
              <a:gd name="connsiteY103" fmla="*/ 1560638 h 1603018"/>
              <a:gd name="connsiteX104" fmla="*/ 868264 w 9662615"/>
              <a:gd name="connsiteY104" fmla="*/ 1566392 h 1603018"/>
              <a:gd name="connsiteX105" fmla="*/ 792765 w 9662615"/>
              <a:gd name="connsiteY105" fmla="*/ 1563102 h 1603018"/>
              <a:gd name="connsiteX106" fmla="*/ 653153 w 9662615"/>
              <a:gd name="connsiteY106" fmla="*/ 1563516 h 1603018"/>
              <a:gd name="connsiteX107" fmla="*/ 541933 w 9662615"/>
              <a:gd name="connsiteY107" fmla="*/ 1561051 h 1603018"/>
              <a:gd name="connsiteX108" fmla="*/ 472797 w 9662615"/>
              <a:gd name="connsiteY108" fmla="*/ 1568904 h 1603018"/>
              <a:gd name="connsiteX109" fmla="*/ 396059 w 9662615"/>
              <a:gd name="connsiteY109" fmla="*/ 1560970 h 1603018"/>
              <a:gd name="connsiteX110" fmla="*/ 336819 w 9662615"/>
              <a:gd name="connsiteY110" fmla="*/ 1560892 h 1603018"/>
              <a:gd name="connsiteX111" fmla="*/ 267163 w 9662615"/>
              <a:gd name="connsiteY111" fmla="*/ 1531913 h 1603018"/>
              <a:gd name="connsiteX112" fmla="*/ 196644 w 9662615"/>
              <a:gd name="connsiteY112" fmla="*/ 1524565 h 1603018"/>
              <a:gd name="connsiteX113" fmla="*/ 86819 w 9662615"/>
              <a:gd name="connsiteY113" fmla="*/ 1519517 h 1603018"/>
              <a:gd name="connsiteX114" fmla="*/ 53369 w 9662615"/>
              <a:gd name="connsiteY114" fmla="*/ 1516853 h 1603018"/>
              <a:gd name="connsiteX115" fmla="*/ 2359 w 9662615"/>
              <a:gd name="connsiteY115" fmla="*/ 1515247 h 1603018"/>
              <a:gd name="connsiteX116" fmla="*/ 0 w 9662615"/>
              <a:gd name="connsiteY116" fmla="*/ 1514932 h 1603018"/>
              <a:gd name="connsiteX117" fmla="*/ 0 w 9662615"/>
              <a:gd name="connsiteY117" fmla="*/ 0 h 1603018"/>
              <a:gd name="connsiteX0" fmla="*/ 0 w 9662615"/>
              <a:gd name="connsiteY0" fmla="*/ 0 h 1603018"/>
              <a:gd name="connsiteX1" fmla="*/ 9662615 w 9662615"/>
              <a:gd name="connsiteY1" fmla="*/ 0 h 1603018"/>
              <a:gd name="connsiteX2" fmla="*/ 9662615 w 9662615"/>
              <a:gd name="connsiteY2" fmla="*/ 1280346 h 1603018"/>
              <a:gd name="connsiteX3" fmla="*/ 9551077 w 9662615"/>
              <a:gd name="connsiteY3" fmla="*/ 1292033 h 1603018"/>
              <a:gd name="connsiteX4" fmla="*/ 9469546 w 9662615"/>
              <a:gd name="connsiteY4" fmla="*/ 1289837 h 1603018"/>
              <a:gd name="connsiteX5" fmla="*/ 9326260 w 9662615"/>
              <a:gd name="connsiteY5" fmla="*/ 1277155 h 1603018"/>
              <a:gd name="connsiteX6" fmla="*/ 9144767 w 9662615"/>
              <a:gd name="connsiteY6" fmla="*/ 1264120 h 1603018"/>
              <a:gd name="connsiteX7" fmla="*/ 8976400 w 9662615"/>
              <a:gd name="connsiteY7" fmla="*/ 1326661 h 1603018"/>
              <a:gd name="connsiteX8" fmla="*/ 8828711 w 9662615"/>
              <a:gd name="connsiteY8" fmla="*/ 1346394 h 1603018"/>
              <a:gd name="connsiteX9" fmla="*/ 8695953 w 9662615"/>
              <a:gd name="connsiteY9" fmla="*/ 1346784 h 1603018"/>
              <a:gd name="connsiteX10" fmla="*/ 8652191 w 9662615"/>
              <a:gd name="connsiteY10" fmla="*/ 1345903 h 1603018"/>
              <a:gd name="connsiteX11" fmla="*/ 8591582 w 9662615"/>
              <a:gd name="connsiteY11" fmla="*/ 1341666 h 1603018"/>
              <a:gd name="connsiteX12" fmla="*/ 8537336 w 9662615"/>
              <a:gd name="connsiteY12" fmla="*/ 1341684 h 1603018"/>
              <a:gd name="connsiteX13" fmla="*/ 8416849 w 9662615"/>
              <a:gd name="connsiteY13" fmla="*/ 1367085 h 1603018"/>
              <a:gd name="connsiteX14" fmla="*/ 8278355 w 9662615"/>
              <a:gd name="connsiteY14" fmla="*/ 1386569 h 1603018"/>
              <a:gd name="connsiteX15" fmla="*/ 8197961 w 9662615"/>
              <a:gd name="connsiteY15" fmla="*/ 1392804 h 1603018"/>
              <a:gd name="connsiteX16" fmla="*/ 8171196 w 9662615"/>
              <a:gd name="connsiteY16" fmla="*/ 1397216 h 1603018"/>
              <a:gd name="connsiteX17" fmla="*/ 8087910 w 9662615"/>
              <a:gd name="connsiteY17" fmla="*/ 1386449 h 1603018"/>
              <a:gd name="connsiteX18" fmla="*/ 7974579 w 9662615"/>
              <a:gd name="connsiteY18" fmla="*/ 1383439 h 1603018"/>
              <a:gd name="connsiteX19" fmla="*/ 7768351 w 9662615"/>
              <a:gd name="connsiteY19" fmla="*/ 1395051 h 1603018"/>
              <a:gd name="connsiteX20" fmla="*/ 7635985 w 9662615"/>
              <a:gd name="connsiteY20" fmla="*/ 1386363 h 1603018"/>
              <a:gd name="connsiteX21" fmla="*/ 7466069 w 9662615"/>
              <a:gd name="connsiteY21" fmla="*/ 1377654 h 1603018"/>
              <a:gd name="connsiteX22" fmla="*/ 7355642 w 9662615"/>
              <a:gd name="connsiteY22" fmla="*/ 1407761 h 1603018"/>
              <a:gd name="connsiteX23" fmla="*/ 7215220 w 9662615"/>
              <a:gd name="connsiteY23" fmla="*/ 1397856 h 1603018"/>
              <a:gd name="connsiteX24" fmla="*/ 7082147 w 9662615"/>
              <a:gd name="connsiteY24" fmla="*/ 1406113 h 1603018"/>
              <a:gd name="connsiteX25" fmla="*/ 6987129 w 9662615"/>
              <a:gd name="connsiteY25" fmla="*/ 1404834 h 1603018"/>
              <a:gd name="connsiteX26" fmla="*/ 6907567 w 9662615"/>
              <a:gd name="connsiteY26" fmla="*/ 1419149 h 1603018"/>
              <a:gd name="connsiteX27" fmla="*/ 6748428 w 9662615"/>
              <a:gd name="connsiteY27" fmla="*/ 1420308 h 1603018"/>
              <a:gd name="connsiteX28" fmla="*/ 6654257 w 9662615"/>
              <a:gd name="connsiteY28" fmla="*/ 1424143 h 1603018"/>
              <a:gd name="connsiteX29" fmla="*/ 6620123 w 9662615"/>
              <a:gd name="connsiteY29" fmla="*/ 1430535 h 1603018"/>
              <a:gd name="connsiteX30" fmla="*/ 6571355 w 9662615"/>
              <a:gd name="connsiteY30" fmla="*/ 1436144 h 1603018"/>
              <a:gd name="connsiteX31" fmla="*/ 6486557 w 9662615"/>
              <a:gd name="connsiteY31" fmla="*/ 1449861 h 1603018"/>
              <a:gd name="connsiteX32" fmla="*/ 6370419 w 9662615"/>
              <a:gd name="connsiteY32" fmla="*/ 1461649 h 1603018"/>
              <a:gd name="connsiteX33" fmla="*/ 6278839 w 9662615"/>
              <a:gd name="connsiteY33" fmla="*/ 1449160 h 1603018"/>
              <a:gd name="connsiteX34" fmla="*/ 6272455 w 9662615"/>
              <a:gd name="connsiteY34" fmla="*/ 1453191 h 1603018"/>
              <a:gd name="connsiteX35" fmla="*/ 6212659 w 9662615"/>
              <a:gd name="connsiteY35" fmla="*/ 1454850 h 1603018"/>
              <a:gd name="connsiteX36" fmla="*/ 6069317 w 9662615"/>
              <a:gd name="connsiteY36" fmla="*/ 1445838 h 1603018"/>
              <a:gd name="connsiteX37" fmla="*/ 5878477 w 9662615"/>
              <a:gd name="connsiteY37" fmla="*/ 1439180 h 1603018"/>
              <a:gd name="connsiteX38" fmla="*/ 5838387 w 9662615"/>
              <a:gd name="connsiteY38" fmla="*/ 1444679 h 1603018"/>
              <a:gd name="connsiteX39" fmla="*/ 5771136 w 9662615"/>
              <a:gd name="connsiteY39" fmla="*/ 1453639 h 1603018"/>
              <a:gd name="connsiteX40" fmla="*/ 5724081 w 9662615"/>
              <a:gd name="connsiteY40" fmla="*/ 1470431 h 1603018"/>
              <a:gd name="connsiteX41" fmla="*/ 5666577 w 9662615"/>
              <a:gd name="connsiteY41" fmla="*/ 1473921 h 1603018"/>
              <a:gd name="connsiteX42" fmla="*/ 5649068 w 9662615"/>
              <a:gd name="connsiteY42" fmla="*/ 1461676 h 1603018"/>
              <a:gd name="connsiteX43" fmla="*/ 5588902 w 9662615"/>
              <a:gd name="connsiteY43" fmla="*/ 1469647 h 1603018"/>
              <a:gd name="connsiteX44" fmla="*/ 5498090 w 9662615"/>
              <a:gd name="connsiteY44" fmla="*/ 1483173 h 1603018"/>
              <a:gd name="connsiteX45" fmla="*/ 5444641 w 9662615"/>
              <a:gd name="connsiteY45" fmla="*/ 1487602 h 1603018"/>
              <a:gd name="connsiteX46" fmla="*/ 5299812 w 9662615"/>
              <a:gd name="connsiteY46" fmla="*/ 1503362 h 1603018"/>
              <a:gd name="connsiteX47" fmla="*/ 5245752 w 9662615"/>
              <a:gd name="connsiteY47" fmla="*/ 1520612 h 1603018"/>
              <a:gd name="connsiteX48" fmla="*/ 5177807 w 9662615"/>
              <a:gd name="connsiteY48" fmla="*/ 1526802 h 1603018"/>
              <a:gd name="connsiteX49" fmla="*/ 5113910 w 9662615"/>
              <a:gd name="connsiteY49" fmla="*/ 1533205 h 1603018"/>
              <a:gd name="connsiteX50" fmla="*/ 5059484 w 9662615"/>
              <a:gd name="connsiteY50" fmla="*/ 1546802 h 1603018"/>
              <a:gd name="connsiteX51" fmla="*/ 5038524 w 9662615"/>
              <a:gd name="connsiteY51" fmla="*/ 1545675 h 1603018"/>
              <a:gd name="connsiteX52" fmla="*/ 5026564 w 9662615"/>
              <a:gd name="connsiteY52" fmla="*/ 1545376 h 1603018"/>
              <a:gd name="connsiteX53" fmla="*/ 4969433 w 9662615"/>
              <a:gd name="connsiteY53" fmla="*/ 1550865 h 1603018"/>
              <a:gd name="connsiteX54" fmla="*/ 4871726 w 9662615"/>
              <a:gd name="connsiteY54" fmla="*/ 1570584 h 1603018"/>
              <a:gd name="connsiteX55" fmla="*/ 4843267 w 9662615"/>
              <a:gd name="connsiteY55" fmla="*/ 1561459 h 1603018"/>
              <a:gd name="connsiteX56" fmla="*/ 4821058 w 9662615"/>
              <a:gd name="connsiteY56" fmla="*/ 1553078 h 1603018"/>
              <a:gd name="connsiteX57" fmla="*/ 4791466 w 9662615"/>
              <a:gd name="connsiteY57" fmla="*/ 1561324 h 1603018"/>
              <a:gd name="connsiteX58" fmla="*/ 4784247 w 9662615"/>
              <a:gd name="connsiteY58" fmla="*/ 1562342 h 1603018"/>
              <a:gd name="connsiteX59" fmla="*/ 4739309 w 9662615"/>
              <a:gd name="connsiteY59" fmla="*/ 1553948 h 1603018"/>
              <a:gd name="connsiteX60" fmla="*/ 4697562 w 9662615"/>
              <a:gd name="connsiteY60" fmla="*/ 1551206 h 1603018"/>
              <a:gd name="connsiteX61" fmla="*/ 4650737 w 9662615"/>
              <a:gd name="connsiteY61" fmla="*/ 1537381 h 1603018"/>
              <a:gd name="connsiteX62" fmla="*/ 4583150 w 9662615"/>
              <a:gd name="connsiteY62" fmla="*/ 1529064 h 1603018"/>
              <a:gd name="connsiteX63" fmla="*/ 4521734 w 9662615"/>
              <a:gd name="connsiteY63" fmla="*/ 1529359 h 1603018"/>
              <a:gd name="connsiteX64" fmla="*/ 4382398 w 9662615"/>
              <a:gd name="connsiteY64" fmla="*/ 1534108 h 1603018"/>
              <a:gd name="connsiteX65" fmla="*/ 4221826 w 9662615"/>
              <a:gd name="connsiteY65" fmla="*/ 1500972 h 1603018"/>
              <a:gd name="connsiteX66" fmla="*/ 4096601 w 9662615"/>
              <a:gd name="connsiteY66" fmla="*/ 1521563 h 1603018"/>
              <a:gd name="connsiteX67" fmla="*/ 4002441 w 9662615"/>
              <a:gd name="connsiteY67" fmla="*/ 1528912 h 1603018"/>
              <a:gd name="connsiteX68" fmla="*/ 3833906 w 9662615"/>
              <a:gd name="connsiteY68" fmla="*/ 1516637 h 1603018"/>
              <a:gd name="connsiteX69" fmla="*/ 3763845 w 9662615"/>
              <a:gd name="connsiteY69" fmla="*/ 1501782 h 1603018"/>
              <a:gd name="connsiteX70" fmla="*/ 3641778 w 9662615"/>
              <a:gd name="connsiteY70" fmla="*/ 1505446 h 1603018"/>
              <a:gd name="connsiteX71" fmla="*/ 3612941 w 9662615"/>
              <a:gd name="connsiteY71" fmla="*/ 1411755 h 1603018"/>
              <a:gd name="connsiteX72" fmla="*/ 3576170 w 9662615"/>
              <a:gd name="connsiteY72" fmla="*/ 1516288 h 1603018"/>
              <a:gd name="connsiteX73" fmla="*/ 3540258 w 9662615"/>
              <a:gd name="connsiteY73" fmla="*/ 1516976 h 1603018"/>
              <a:gd name="connsiteX74" fmla="*/ 3522853 w 9662615"/>
              <a:gd name="connsiteY74" fmla="*/ 1538044 h 1603018"/>
              <a:gd name="connsiteX75" fmla="*/ 3480929 w 9662615"/>
              <a:gd name="connsiteY75" fmla="*/ 1526739 h 1603018"/>
              <a:gd name="connsiteX76" fmla="*/ 3430805 w 9662615"/>
              <a:gd name="connsiteY76" fmla="*/ 1542521 h 1603018"/>
              <a:gd name="connsiteX77" fmla="*/ 3292707 w 9662615"/>
              <a:gd name="connsiteY77" fmla="*/ 1520490 h 1603018"/>
              <a:gd name="connsiteX78" fmla="*/ 3187872 w 9662615"/>
              <a:gd name="connsiteY78" fmla="*/ 1519991 h 1603018"/>
              <a:gd name="connsiteX79" fmla="*/ 3148026 w 9662615"/>
              <a:gd name="connsiteY79" fmla="*/ 1524777 h 1603018"/>
              <a:gd name="connsiteX80" fmla="*/ 3092394 w 9662615"/>
              <a:gd name="connsiteY80" fmla="*/ 1528115 h 1603018"/>
              <a:gd name="connsiteX81" fmla="*/ 2994200 w 9662615"/>
              <a:gd name="connsiteY81" fmla="*/ 1537857 h 1603018"/>
              <a:gd name="connsiteX82" fmla="*/ 2862301 w 9662615"/>
              <a:gd name="connsiteY82" fmla="*/ 1544250 h 1603018"/>
              <a:gd name="connsiteX83" fmla="*/ 2766335 w 9662615"/>
              <a:gd name="connsiteY83" fmla="*/ 1527662 h 1603018"/>
              <a:gd name="connsiteX84" fmla="*/ 2757836 w 9662615"/>
              <a:gd name="connsiteY84" fmla="*/ 1531371 h 1603018"/>
              <a:gd name="connsiteX85" fmla="*/ 2691555 w 9662615"/>
              <a:gd name="connsiteY85" fmla="*/ 1530283 h 1603018"/>
              <a:gd name="connsiteX86" fmla="*/ 2491676 w 9662615"/>
              <a:gd name="connsiteY86" fmla="*/ 1500859 h 1603018"/>
              <a:gd name="connsiteX87" fmla="*/ 2378036 w 9662615"/>
              <a:gd name="connsiteY87" fmla="*/ 1520645 h 1603018"/>
              <a:gd name="connsiteX88" fmla="*/ 2284269 w 9662615"/>
              <a:gd name="connsiteY88" fmla="*/ 1503068 h 1603018"/>
              <a:gd name="connsiteX89" fmla="*/ 2207104 w 9662615"/>
              <a:gd name="connsiteY89" fmla="*/ 1508888 h 1603018"/>
              <a:gd name="connsiteX90" fmla="*/ 2149226 w 9662615"/>
              <a:gd name="connsiteY90" fmla="*/ 1523409 h 1603018"/>
              <a:gd name="connsiteX91" fmla="*/ 2084783 w 9662615"/>
              <a:gd name="connsiteY91" fmla="*/ 1524245 h 1603018"/>
              <a:gd name="connsiteX92" fmla="*/ 2070075 w 9662615"/>
              <a:gd name="connsiteY92" fmla="*/ 1511285 h 1603018"/>
              <a:gd name="connsiteX93" fmla="*/ 2001057 w 9662615"/>
              <a:gd name="connsiteY93" fmla="*/ 1516449 h 1603018"/>
              <a:gd name="connsiteX94" fmla="*/ 1896330 w 9662615"/>
              <a:gd name="connsiteY94" fmla="*/ 1525725 h 1603018"/>
              <a:gd name="connsiteX95" fmla="*/ 1835994 w 9662615"/>
              <a:gd name="connsiteY95" fmla="*/ 1527678 h 1603018"/>
              <a:gd name="connsiteX96" fmla="*/ 1671119 w 9662615"/>
              <a:gd name="connsiteY96" fmla="*/ 1536701 h 1603018"/>
              <a:gd name="connsiteX97" fmla="*/ 1565556 w 9662615"/>
              <a:gd name="connsiteY97" fmla="*/ 1556503 h 1603018"/>
              <a:gd name="connsiteX98" fmla="*/ 1407755 w 9662615"/>
              <a:gd name="connsiteY98" fmla="*/ 1571444 h 1603018"/>
              <a:gd name="connsiteX99" fmla="*/ 1291872 w 9662615"/>
              <a:gd name="connsiteY99" fmla="*/ 1579471 h 1603018"/>
              <a:gd name="connsiteX100" fmla="*/ 1245251 w 9662615"/>
              <a:gd name="connsiteY100" fmla="*/ 1603018 h 1603018"/>
              <a:gd name="connsiteX101" fmla="*/ 1181938 w 9662615"/>
              <a:gd name="connsiteY101" fmla="*/ 1592789 h 1603018"/>
              <a:gd name="connsiteX102" fmla="*/ 1091432 w 9662615"/>
              <a:gd name="connsiteY102" fmla="*/ 1571003 h 1603018"/>
              <a:gd name="connsiteX103" fmla="*/ 940355 w 9662615"/>
              <a:gd name="connsiteY103" fmla="*/ 1560638 h 1603018"/>
              <a:gd name="connsiteX104" fmla="*/ 868264 w 9662615"/>
              <a:gd name="connsiteY104" fmla="*/ 1566392 h 1603018"/>
              <a:gd name="connsiteX105" fmla="*/ 792765 w 9662615"/>
              <a:gd name="connsiteY105" fmla="*/ 1563102 h 1603018"/>
              <a:gd name="connsiteX106" fmla="*/ 653153 w 9662615"/>
              <a:gd name="connsiteY106" fmla="*/ 1563516 h 1603018"/>
              <a:gd name="connsiteX107" fmla="*/ 541933 w 9662615"/>
              <a:gd name="connsiteY107" fmla="*/ 1561051 h 1603018"/>
              <a:gd name="connsiteX108" fmla="*/ 472797 w 9662615"/>
              <a:gd name="connsiteY108" fmla="*/ 1568904 h 1603018"/>
              <a:gd name="connsiteX109" fmla="*/ 396059 w 9662615"/>
              <a:gd name="connsiteY109" fmla="*/ 1560970 h 1603018"/>
              <a:gd name="connsiteX110" fmla="*/ 336819 w 9662615"/>
              <a:gd name="connsiteY110" fmla="*/ 1560892 h 1603018"/>
              <a:gd name="connsiteX111" fmla="*/ 267163 w 9662615"/>
              <a:gd name="connsiteY111" fmla="*/ 1531913 h 1603018"/>
              <a:gd name="connsiteX112" fmla="*/ 196644 w 9662615"/>
              <a:gd name="connsiteY112" fmla="*/ 1524565 h 1603018"/>
              <a:gd name="connsiteX113" fmla="*/ 86819 w 9662615"/>
              <a:gd name="connsiteY113" fmla="*/ 1519517 h 1603018"/>
              <a:gd name="connsiteX114" fmla="*/ 53369 w 9662615"/>
              <a:gd name="connsiteY114" fmla="*/ 1516853 h 1603018"/>
              <a:gd name="connsiteX115" fmla="*/ 2359 w 9662615"/>
              <a:gd name="connsiteY115" fmla="*/ 1515247 h 1603018"/>
              <a:gd name="connsiteX116" fmla="*/ 0 w 9662615"/>
              <a:gd name="connsiteY116" fmla="*/ 1514932 h 1603018"/>
              <a:gd name="connsiteX117" fmla="*/ 0 w 9662615"/>
              <a:gd name="connsiteY117" fmla="*/ 0 h 1603018"/>
              <a:gd name="connsiteX0" fmla="*/ 0 w 9662615"/>
              <a:gd name="connsiteY0" fmla="*/ 0 h 1603018"/>
              <a:gd name="connsiteX1" fmla="*/ 9662615 w 9662615"/>
              <a:gd name="connsiteY1" fmla="*/ 0 h 1603018"/>
              <a:gd name="connsiteX2" fmla="*/ 9662615 w 9662615"/>
              <a:gd name="connsiteY2" fmla="*/ 1280346 h 1603018"/>
              <a:gd name="connsiteX3" fmla="*/ 9551077 w 9662615"/>
              <a:gd name="connsiteY3" fmla="*/ 1292033 h 1603018"/>
              <a:gd name="connsiteX4" fmla="*/ 9469546 w 9662615"/>
              <a:gd name="connsiteY4" fmla="*/ 1289837 h 1603018"/>
              <a:gd name="connsiteX5" fmla="*/ 9326260 w 9662615"/>
              <a:gd name="connsiteY5" fmla="*/ 1277155 h 1603018"/>
              <a:gd name="connsiteX6" fmla="*/ 9144767 w 9662615"/>
              <a:gd name="connsiteY6" fmla="*/ 1264120 h 1603018"/>
              <a:gd name="connsiteX7" fmla="*/ 8976400 w 9662615"/>
              <a:gd name="connsiteY7" fmla="*/ 1326661 h 1603018"/>
              <a:gd name="connsiteX8" fmla="*/ 8828711 w 9662615"/>
              <a:gd name="connsiteY8" fmla="*/ 1346394 h 1603018"/>
              <a:gd name="connsiteX9" fmla="*/ 8695953 w 9662615"/>
              <a:gd name="connsiteY9" fmla="*/ 1346784 h 1603018"/>
              <a:gd name="connsiteX10" fmla="*/ 8652191 w 9662615"/>
              <a:gd name="connsiteY10" fmla="*/ 1345903 h 1603018"/>
              <a:gd name="connsiteX11" fmla="*/ 8591582 w 9662615"/>
              <a:gd name="connsiteY11" fmla="*/ 1341666 h 1603018"/>
              <a:gd name="connsiteX12" fmla="*/ 8537336 w 9662615"/>
              <a:gd name="connsiteY12" fmla="*/ 1341684 h 1603018"/>
              <a:gd name="connsiteX13" fmla="*/ 8416849 w 9662615"/>
              <a:gd name="connsiteY13" fmla="*/ 1367085 h 1603018"/>
              <a:gd name="connsiteX14" fmla="*/ 8278355 w 9662615"/>
              <a:gd name="connsiteY14" fmla="*/ 1386569 h 1603018"/>
              <a:gd name="connsiteX15" fmla="*/ 8197961 w 9662615"/>
              <a:gd name="connsiteY15" fmla="*/ 1392804 h 1603018"/>
              <a:gd name="connsiteX16" fmla="*/ 8171196 w 9662615"/>
              <a:gd name="connsiteY16" fmla="*/ 1397216 h 1603018"/>
              <a:gd name="connsiteX17" fmla="*/ 8087910 w 9662615"/>
              <a:gd name="connsiteY17" fmla="*/ 1386449 h 1603018"/>
              <a:gd name="connsiteX18" fmla="*/ 7974579 w 9662615"/>
              <a:gd name="connsiteY18" fmla="*/ 1383439 h 1603018"/>
              <a:gd name="connsiteX19" fmla="*/ 7768351 w 9662615"/>
              <a:gd name="connsiteY19" fmla="*/ 1395051 h 1603018"/>
              <a:gd name="connsiteX20" fmla="*/ 7635985 w 9662615"/>
              <a:gd name="connsiteY20" fmla="*/ 1386363 h 1603018"/>
              <a:gd name="connsiteX21" fmla="*/ 7466069 w 9662615"/>
              <a:gd name="connsiteY21" fmla="*/ 1377654 h 1603018"/>
              <a:gd name="connsiteX22" fmla="*/ 7355642 w 9662615"/>
              <a:gd name="connsiteY22" fmla="*/ 1407761 h 1603018"/>
              <a:gd name="connsiteX23" fmla="*/ 7215220 w 9662615"/>
              <a:gd name="connsiteY23" fmla="*/ 1397856 h 1603018"/>
              <a:gd name="connsiteX24" fmla="*/ 7082147 w 9662615"/>
              <a:gd name="connsiteY24" fmla="*/ 1406113 h 1603018"/>
              <a:gd name="connsiteX25" fmla="*/ 6987129 w 9662615"/>
              <a:gd name="connsiteY25" fmla="*/ 1404834 h 1603018"/>
              <a:gd name="connsiteX26" fmla="*/ 6907567 w 9662615"/>
              <a:gd name="connsiteY26" fmla="*/ 1419149 h 1603018"/>
              <a:gd name="connsiteX27" fmla="*/ 6748428 w 9662615"/>
              <a:gd name="connsiteY27" fmla="*/ 1420308 h 1603018"/>
              <a:gd name="connsiteX28" fmla="*/ 6654257 w 9662615"/>
              <a:gd name="connsiteY28" fmla="*/ 1424143 h 1603018"/>
              <a:gd name="connsiteX29" fmla="*/ 6620123 w 9662615"/>
              <a:gd name="connsiteY29" fmla="*/ 1430535 h 1603018"/>
              <a:gd name="connsiteX30" fmla="*/ 6571355 w 9662615"/>
              <a:gd name="connsiteY30" fmla="*/ 1436144 h 1603018"/>
              <a:gd name="connsiteX31" fmla="*/ 6486557 w 9662615"/>
              <a:gd name="connsiteY31" fmla="*/ 1449861 h 1603018"/>
              <a:gd name="connsiteX32" fmla="*/ 6370419 w 9662615"/>
              <a:gd name="connsiteY32" fmla="*/ 1461649 h 1603018"/>
              <a:gd name="connsiteX33" fmla="*/ 6278839 w 9662615"/>
              <a:gd name="connsiteY33" fmla="*/ 1449160 h 1603018"/>
              <a:gd name="connsiteX34" fmla="*/ 6272455 w 9662615"/>
              <a:gd name="connsiteY34" fmla="*/ 1453191 h 1603018"/>
              <a:gd name="connsiteX35" fmla="*/ 6212659 w 9662615"/>
              <a:gd name="connsiteY35" fmla="*/ 1454850 h 1603018"/>
              <a:gd name="connsiteX36" fmla="*/ 6069317 w 9662615"/>
              <a:gd name="connsiteY36" fmla="*/ 1445838 h 1603018"/>
              <a:gd name="connsiteX37" fmla="*/ 5878477 w 9662615"/>
              <a:gd name="connsiteY37" fmla="*/ 1439180 h 1603018"/>
              <a:gd name="connsiteX38" fmla="*/ 5838387 w 9662615"/>
              <a:gd name="connsiteY38" fmla="*/ 1444679 h 1603018"/>
              <a:gd name="connsiteX39" fmla="*/ 5771136 w 9662615"/>
              <a:gd name="connsiteY39" fmla="*/ 1453639 h 1603018"/>
              <a:gd name="connsiteX40" fmla="*/ 5724081 w 9662615"/>
              <a:gd name="connsiteY40" fmla="*/ 1470431 h 1603018"/>
              <a:gd name="connsiteX41" fmla="*/ 5666577 w 9662615"/>
              <a:gd name="connsiteY41" fmla="*/ 1473921 h 1603018"/>
              <a:gd name="connsiteX42" fmla="*/ 5649068 w 9662615"/>
              <a:gd name="connsiteY42" fmla="*/ 1461676 h 1603018"/>
              <a:gd name="connsiteX43" fmla="*/ 5588902 w 9662615"/>
              <a:gd name="connsiteY43" fmla="*/ 1469647 h 1603018"/>
              <a:gd name="connsiteX44" fmla="*/ 5498090 w 9662615"/>
              <a:gd name="connsiteY44" fmla="*/ 1483173 h 1603018"/>
              <a:gd name="connsiteX45" fmla="*/ 5444641 w 9662615"/>
              <a:gd name="connsiteY45" fmla="*/ 1487602 h 1603018"/>
              <a:gd name="connsiteX46" fmla="*/ 5299812 w 9662615"/>
              <a:gd name="connsiteY46" fmla="*/ 1503362 h 1603018"/>
              <a:gd name="connsiteX47" fmla="*/ 5245752 w 9662615"/>
              <a:gd name="connsiteY47" fmla="*/ 1520612 h 1603018"/>
              <a:gd name="connsiteX48" fmla="*/ 5177807 w 9662615"/>
              <a:gd name="connsiteY48" fmla="*/ 1526802 h 1603018"/>
              <a:gd name="connsiteX49" fmla="*/ 5113910 w 9662615"/>
              <a:gd name="connsiteY49" fmla="*/ 1533205 h 1603018"/>
              <a:gd name="connsiteX50" fmla="*/ 5059484 w 9662615"/>
              <a:gd name="connsiteY50" fmla="*/ 1546802 h 1603018"/>
              <a:gd name="connsiteX51" fmla="*/ 5038524 w 9662615"/>
              <a:gd name="connsiteY51" fmla="*/ 1545675 h 1603018"/>
              <a:gd name="connsiteX52" fmla="*/ 5026564 w 9662615"/>
              <a:gd name="connsiteY52" fmla="*/ 1545376 h 1603018"/>
              <a:gd name="connsiteX53" fmla="*/ 4969433 w 9662615"/>
              <a:gd name="connsiteY53" fmla="*/ 1550865 h 1603018"/>
              <a:gd name="connsiteX54" fmla="*/ 4871726 w 9662615"/>
              <a:gd name="connsiteY54" fmla="*/ 1570584 h 1603018"/>
              <a:gd name="connsiteX55" fmla="*/ 4843267 w 9662615"/>
              <a:gd name="connsiteY55" fmla="*/ 1561459 h 1603018"/>
              <a:gd name="connsiteX56" fmla="*/ 4821058 w 9662615"/>
              <a:gd name="connsiteY56" fmla="*/ 1553078 h 1603018"/>
              <a:gd name="connsiteX57" fmla="*/ 4791466 w 9662615"/>
              <a:gd name="connsiteY57" fmla="*/ 1561324 h 1603018"/>
              <a:gd name="connsiteX58" fmla="*/ 4784247 w 9662615"/>
              <a:gd name="connsiteY58" fmla="*/ 1562342 h 1603018"/>
              <a:gd name="connsiteX59" fmla="*/ 4739309 w 9662615"/>
              <a:gd name="connsiteY59" fmla="*/ 1553948 h 1603018"/>
              <a:gd name="connsiteX60" fmla="*/ 4697562 w 9662615"/>
              <a:gd name="connsiteY60" fmla="*/ 1551206 h 1603018"/>
              <a:gd name="connsiteX61" fmla="*/ 4650737 w 9662615"/>
              <a:gd name="connsiteY61" fmla="*/ 1537381 h 1603018"/>
              <a:gd name="connsiteX62" fmla="*/ 4583150 w 9662615"/>
              <a:gd name="connsiteY62" fmla="*/ 1529064 h 1603018"/>
              <a:gd name="connsiteX63" fmla="*/ 4521734 w 9662615"/>
              <a:gd name="connsiteY63" fmla="*/ 1529359 h 1603018"/>
              <a:gd name="connsiteX64" fmla="*/ 4382398 w 9662615"/>
              <a:gd name="connsiteY64" fmla="*/ 1534108 h 1603018"/>
              <a:gd name="connsiteX65" fmla="*/ 4221826 w 9662615"/>
              <a:gd name="connsiteY65" fmla="*/ 1500972 h 1603018"/>
              <a:gd name="connsiteX66" fmla="*/ 4096601 w 9662615"/>
              <a:gd name="connsiteY66" fmla="*/ 1521563 h 1603018"/>
              <a:gd name="connsiteX67" fmla="*/ 4002441 w 9662615"/>
              <a:gd name="connsiteY67" fmla="*/ 1528912 h 1603018"/>
              <a:gd name="connsiteX68" fmla="*/ 3833906 w 9662615"/>
              <a:gd name="connsiteY68" fmla="*/ 1516637 h 1603018"/>
              <a:gd name="connsiteX69" fmla="*/ 3763845 w 9662615"/>
              <a:gd name="connsiteY69" fmla="*/ 1501782 h 1603018"/>
              <a:gd name="connsiteX70" fmla="*/ 3673583 w 9662615"/>
              <a:gd name="connsiteY70" fmla="*/ 1501471 h 1603018"/>
              <a:gd name="connsiteX71" fmla="*/ 3612941 w 9662615"/>
              <a:gd name="connsiteY71" fmla="*/ 1411755 h 1603018"/>
              <a:gd name="connsiteX72" fmla="*/ 3576170 w 9662615"/>
              <a:gd name="connsiteY72" fmla="*/ 1516288 h 1603018"/>
              <a:gd name="connsiteX73" fmla="*/ 3540258 w 9662615"/>
              <a:gd name="connsiteY73" fmla="*/ 1516976 h 1603018"/>
              <a:gd name="connsiteX74" fmla="*/ 3522853 w 9662615"/>
              <a:gd name="connsiteY74" fmla="*/ 1538044 h 1603018"/>
              <a:gd name="connsiteX75" fmla="*/ 3480929 w 9662615"/>
              <a:gd name="connsiteY75" fmla="*/ 1526739 h 1603018"/>
              <a:gd name="connsiteX76" fmla="*/ 3430805 w 9662615"/>
              <a:gd name="connsiteY76" fmla="*/ 1542521 h 1603018"/>
              <a:gd name="connsiteX77" fmla="*/ 3292707 w 9662615"/>
              <a:gd name="connsiteY77" fmla="*/ 1520490 h 1603018"/>
              <a:gd name="connsiteX78" fmla="*/ 3187872 w 9662615"/>
              <a:gd name="connsiteY78" fmla="*/ 1519991 h 1603018"/>
              <a:gd name="connsiteX79" fmla="*/ 3148026 w 9662615"/>
              <a:gd name="connsiteY79" fmla="*/ 1524777 h 1603018"/>
              <a:gd name="connsiteX80" fmla="*/ 3092394 w 9662615"/>
              <a:gd name="connsiteY80" fmla="*/ 1528115 h 1603018"/>
              <a:gd name="connsiteX81" fmla="*/ 2994200 w 9662615"/>
              <a:gd name="connsiteY81" fmla="*/ 1537857 h 1603018"/>
              <a:gd name="connsiteX82" fmla="*/ 2862301 w 9662615"/>
              <a:gd name="connsiteY82" fmla="*/ 1544250 h 1603018"/>
              <a:gd name="connsiteX83" fmla="*/ 2766335 w 9662615"/>
              <a:gd name="connsiteY83" fmla="*/ 1527662 h 1603018"/>
              <a:gd name="connsiteX84" fmla="*/ 2757836 w 9662615"/>
              <a:gd name="connsiteY84" fmla="*/ 1531371 h 1603018"/>
              <a:gd name="connsiteX85" fmla="*/ 2691555 w 9662615"/>
              <a:gd name="connsiteY85" fmla="*/ 1530283 h 1603018"/>
              <a:gd name="connsiteX86" fmla="*/ 2491676 w 9662615"/>
              <a:gd name="connsiteY86" fmla="*/ 1500859 h 1603018"/>
              <a:gd name="connsiteX87" fmla="*/ 2378036 w 9662615"/>
              <a:gd name="connsiteY87" fmla="*/ 1520645 h 1603018"/>
              <a:gd name="connsiteX88" fmla="*/ 2284269 w 9662615"/>
              <a:gd name="connsiteY88" fmla="*/ 1503068 h 1603018"/>
              <a:gd name="connsiteX89" fmla="*/ 2207104 w 9662615"/>
              <a:gd name="connsiteY89" fmla="*/ 1508888 h 1603018"/>
              <a:gd name="connsiteX90" fmla="*/ 2149226 w 9662615"/>
              <a:gd name="connsiteY90" fmla="*/ 1523409 h 1603018"/>
              <a:gd name="connsiteX91" fmla="*/ 2084783 w 9662615"/>
              <a:gd name="connsiteY91" fmla="*/ 1524245 h 1603018"/>
              <a:gd name="connsiteX92" fmla="*/ 2070075 w 9662615"/>
              <a:gd name="connsiteY92" fmla="*/ 1511285 h 1603018"/>
              <a:gd name="connsiteX93" fmla="*/ 2001057 w 9662615"/>
              <a:gd name="connsiteY93" fmla="*/ 1516449 h 1603018"/>
              <a:gd name="connsiteX94" fmla="*/ 1896330 w 9662615"/>
              <a:gd name="connsiteY94" fmla="*/ 1525725 h 1603018"/>
              <a:gd name="connsiteX95" fmla="*/ 1835994 w 9662615"/>
              <a:gd name="connsiteY95" fmla="*/ 1527678 h 1603018"/>
              <a:gd name="connsiteX96" fmla="*/ 1671119 w 9662615"/>
              <a:gd name="connsiteY96" fmla="*/ 1536701 h 1603018"/>
              <a:gd name="connsiteX97" fmla="*/ 1565556 w 9662615"/>
              <a:gd name="connsiteY97" fmla="*/ 1556503 h 1603018"/>
              <a:gd name="connsiteX98" fmla="*/ 1407755 w 9662615"/>
              <a:gd name="connsiteY98" fmla="*/ 1571444 h 1603018"/>
              <a:gd name="connsiteX99" fmla="*/ 1291872 w 9662615"/>
              <a:gd name="connsiteY99" fmla="*/ 1579471 h 1603018"/>
              <a:gd name="connsiteX100" fmla="*/ 1245251 w 9662615"/>
              <a:gd name="connsiteY100" fmla="*/ 1603018 h 1603018"/>
              <a:gd name="connsiteX101" fmla="*/ 1181938 w 9662615"/>
              <a:gd name="connsiteY101" fmla="*/ 1592789 h 1603018"/>
              <a:gd name="connsiteX102" fmla="*/ 1091432 w 9662615"/>
              <a:gd name="connsiteY102" fmla="*/ 1571003 h 1603018"/>
              <a:gd name="connsiteX103" fmla="*/ 940355 w 9662615"/>
              <a:gd name="connsiteY103" fmla="*/ 1560638 h 1603018"/>
              <a:gd name="connsiteX104" fmla="*/ 868264 w 9662615"/>
              <a:gd name="connsiteY104" fmla="*/ 1566392 h 1603018"/>
              <a:gd name="connsiteX105" fmla="*/ 792765 w 9662615"/>
              <a:gd name="connsiteY105" fmla="*/ 1563102 h 1603018"/>
              <a:gd name="connsiteX106" fmla="*/ 653153 w 9662615"/>
              <a:gd name="connsiteY106" fmla="*/ 1563516 h 1603018"/>
              <a:gd name="connsiteX107" fmla="*/ 541933 w 9662615"/>
              <a:gd name="connsiteY107" fmla="*/ 1561051 h 1603018"/>
              <a:gd name="connsiteX108" fmla="*/ 472797 w 9662615"/>
              <a:gd name="connsiteY108" fmla="*/ 1568904 h 1603018"/>
              <a:gd name="connsiteX109" fmla="*/ 396059 w 9662615"/>
              <a:gd name="connsiteY109" fmla="*/ 1560970 h 1603018"/>
              <a:gd name="connsiteX110" fmla="*/ 336819 w 9662615"/>
              <a:gd name="connsiteY110" fmla="*/ 1560892 h 1603018"/>
              <a:gd name="connsiteX111" fmla="*/ 267163 w 9662615"/>
              <a:gd name="connsiteY111" fmla="*/ 1531913 h 1603018"/>
              <a:gd name="connsiteX112" fmla="*/ 196644 w 9662615"/>
              <a:gd name="connsiteY112" fmla="*/ 1524565 h 1603018"/>
              <a:gd name="connsiteX113" fmla="*/ 86819 w 9662615"/>
              <a:gd name="connsiteY113" fmla="*/ 1519517 h 1603018"/>
              <a:gd name="connsiteX114" fmla="*/ 53369 w 9662615"/>
              <a:gd name="connsiteY114" fmla="*/ 1516853 h 1603018"/>
              <a:gd name="connsiteX115" fmla="*/ 2359 w 9662615"/>
              <a:gd name="connsiteY115" fmla="*/ 1515247 h 1603018"/>
              <a:gd name="connsiteX116" fmla="*/ 0 w 9662615"/>
              <a:gd name="connsiteY116" fmla="*/ 1514932 h 1603018"/>
              <a:gd name="connsiteX117" fmla="*/ 0 w 9662615"/>
              <a:gd name="connsiteY117" fmla="*/ 0 h 1603018"/>
              <a:gd name="connsiteX0" fmla="*/ 0 w 9662615"/>
              <a:gd name="connsiteY0" fmla="*/ 0 h 1603018"/>
              <a:gd name="connsiteX1" fmla="*/ 9662615 w 9662615"/>
              <a:gd name="connsiteY1" fmla="*/ 0 h 1603018"/>
              <a:gd name="connsiteX2" fmla="*/ 9662615 w 9662615"/>
              <a:gd name="connsiteY2" fmla="*/ 1280346 h 1603018"/>
              <a:gd name="connsiteX3" fmla="*/ 9551077 w 9662615"/>
              <a:gd name="connsiteY3" fmla="*/ 1292033 h 1603018"/>
              <a:gd name="connsiteX4" fmla="*/ 9469546 w 9662615"/>
              <a:gd name="connsiteY4" fmla="*/ 1289837 h 1603018"/>
              <a:gd name="connsiteX5" fmla="*/ 9326260 w 9662615"/>
              <a:gd name="connsiteY5" fmla="*/ 1277155 h 1603018"/>
              <a:gd name="connsiteX6" fmla="*/ 9144767 w 9662615"/>
              <a:gd name="connsiteY6" fmla="*/ 1264120 h 1603018"/>
              <a:gd name="connsiteX7" fmla="*/ 8976400 w 9662615"/>
              <a:gd name="connsiteY7" fmla="*/ 1326661 h 1603018"/>
              <a:gd name="connsiteX8" fmla="*/ 8828711 w 9662615"/>
              <a:gd name="connsiteY8" fmla="*/ 1346394 h 1603018"/>
              <a:gd name="connsiteX9" fmla="*/ 8695953 w 9662615"/>
              <a:gd name="connsiteY9" fmla="*/ 1346784 h 1603018"/>
              <a:gd name="connsiteX10" fmla="*/ 8652191 w 9662615"/>
              <a:gd name="connsiteY10" fmla="*/ 1345903 h 1603018"/>
              <a:gd name="connsiteX11" fmla="*/ 8591582 w 9662615"/>
              <a:gd name="connsiteY11" fmla="*/ 1341666 h 1603018"/>
              <a:gd name="connsiteX12" fmla="*/ 8537336 w 9662615"/>
              <a:gd name="connsiteY12" fmla="*/ 1341684 h 1603018"/>
              <a:gd name="connsiteX13" fmla="*/ 8416849 w 9662615"/>
              <a:gd name="connsiteY13" fmla="*/ 1367085 h 1603018"/>
              <a:gd name="connsiteX14" fmla="*/ 8278355 w 9662615"/>
              <a:gd name="connsiteY14" fmla="*/ 1386569 h 1603018"/>
              <a:gd name="connsiteX15" fmla="*/ 8197961 w 9662615"/>
              <a:gd name="connsiteY15" fmla="*/ 1392804 h 1603018"/>
              <a:gd name="connsiteX16" fmla="*/ 8171196 w 9662615"/>
              <a:gd name="connsiteY16" fmla="*/ 1397216 h 1603018"/>
              <a:gd name="connsiteX17" fmla="*/ 8087910 w 9662615"/>
              <a:gd name="connsiteY17" fmla="*/ 1386449 h 1603018"/>
              <a:gd name="connsiteX18" fmla="*/ 7974579 w 9662615"/>
              <a:gd name="connsiteY18" fmla="*/ 1383439 h 1603018"/>
              <a:gd name="connsiteX19" fmla="*/ 7768351 w 9662615"/>
              <a:gd name="connsiteY19" fmla="*/ 1395051 h 1603018"/>
              <a:gd name="connsiteX20" fmla="*/ 7635985 w 9662615"/>
              <a:gd name="connsiteY20" fmla="*/ 1386363 h 1603018"/>
              <a:gd name="connsiteX21" fmla="*/ 7466069 w 9662615"/>
              <a:gd name="connsiteY21" fmla="*/ 1377654 h 1603018"/>
              <a:gd name="connsiteX22" fmla="*/ 7355642 w 9662615"/>
              <a:gd name="connsiteY22" fmla="*/ 1407761 h 1603018"/>
              <a:gd name="connsiteX23" fmla="*/ 7215220 w 9662615"/>
              <a:gd name="connsiteY23" fmla="*/ 1397856 h 1603018"/>
              <a:gd name="connsiteX24" fmla="*/ 7082147 w 9662615"/>
              <a:gd name="connsiteY24" fmla="*/ 1406113 h 1603018"/>
              <a:gd name="connsiteX25" fmla="*/ 6987129 w 9662615"/>
              <a:gd name="connsiteY25" fmla="*/ 1404834 h 1603018"/>
              <a:gd name="connsiteX26" fmla="*/ 6907567 w 9662615"/>
              <a:gd name="connsiteY26" fmla="*/ 1419149 h 1603018"/>
              <a:gd name="connsiteX27" fmla="*/ 6748428 w 9662615"/>
              <a:gd name="connsiteY27" fmla="*/ 1420308 h 1603018"/>
              <a:gd name="connsiteX28" fmla="*/ 6654257 w 9662615"/>
              <a:gd name="connsiteY28" fmla="*/ 1424143 h 1603018"/>
              <a:gd name="connsiteX29" fmla="*/ 6620123 w 9662615"/>
              <a:gd name="connsiteY29" fmla="*/ 1430535 h 1603018"/>
              <a:gd name="connsiteX30" fmla="*/ 6571355 w 9662615"/>
              <a:gd name="connsiteY30" fmla="*/ 1436144 h 1603018"/>
              <a:gd name="connsiteX31" fmla="*/ 6486557 w 9662615"/>
              <a:gd name="connsiteY31" fmla="*/ 1449861 h 1603018"/>
              <a:gd name="connsiteX32" fmla="*/ 6370419 w 9662615"/>
              <a:gd name="connsiteY32" fmla="*/ 1461649 h 1603018"/>
              <a:gd name="connsiteX33" fmla="*/ 6278839 w 9662615"/>
              <a:gd name="connsiteY33" fmla="*/ 1449160 h 1603018"/>
              <a:gd name="connsiteX34" fmla="*/ 6272455 w 9662615"/>
              <a:gd name="connsiteY34" fmla="*/ 1453191 h 1603018"/>
              <a:gd name="connsiteX35" fmla="*/ 6212659 w 9662615"/>
              <a:gd name="connsiteY35" fmla="*/ 1454850 h 1603018"/>
              <a:gd name="connsiteX36" fmla="*/ 6069317 w 9662615"/>
              <a:gd name="connsiteY36" fmla="*/ 1445838 h 1603018"/>
              <a:gd name="connsiteX37" fmla="*/ 5878477 w 9662615"/>
              <a:gd name="connsiteY37" fmla="*/ 1439180 h 1603018"/>
              <a:gd name="connsiteX38" fmla="*/ 5838387 w 9662615"/>
              <a:gd name="connsiteY38" fmla="*/ 1444679 h 1603018"/>
              <a:gd name="connsiteX39" fmla="*/ 5771136 w 9662615"/>
              <a:gd name="connsiteY39" fmla="*/ 1453639 h 1603018"/>
              <a:gd name="connsiteX40" fmla="*/ 5724081 w 9662615"/>
              <a:gd name="connsiteY40" fmla="*/ 1470431 h 1603018"/>
              <a:gd name="connsiteX41" fmla="*/ 5666577 w 9662615"/>
              <a:gd name="connsiteY41" fmla="*/ 1473921 h 1603018"/>
              <a:gd name="connsiteX42" fmla="*/ 5649068 w 9662615"/>
              <a:gd name="connsiteY42" fmla="*/ 1461676 h 1603018"/>
              <a:gd name="connsiteX43" fmla="*/ 5588902 w 9662615"/>
              <a:gd name="connsiteY43" fmla="*/ 1469647 h 1603018"/>
              <a:gd name="connsiteX44" fmla="*/ 5498090 w 9662615"/>
              <a:gd name="connsiteY44" fmla="*/ 1483173 h 1603018"/>
              <a:gd name="connsiteX45" fmla="*/ 5444641 w 9662615"/>
              <a:gd name="connsiteY45" fmla="*/ 1487602 h 1603018"/>
              <a:gd name="connsiteX46" fmla="*/ 5299812 w 9662615"/>
              <a:gd name="connsiteY46" fmla="*/ 1503362 h 1603018"/>
              <a:gd name="connsiteX47" fmla="*/ 5245752 w 9662615"/>
              <a:gd name="connsiteY47" fmla="*/ 1520612 h 1603018"/>
              <a:gd name="connsiteX48" fmla="*/ 5177807 w 9662615"/>
              <a:gd name="connsiteY48" fmla="*/ 1526802 h 1603018"/>
              <a:gd name="connsiteX49" fmla="*/ 5113910 w 9662615"/>
              <a:gd name="connsiteY49" fmla="*/ 1533205 h 1603018"/>
              <a:gd name="connsiteX50" fmla="*/ 5059484 w 9662615"/>
              <a:gd name="connsiteY50" fmla="*/ 1546802 h 1603018"/>
              <a:gd name="connsiteX51" fmla="*/ 5038524 w 9662615"/>
              <a:gd name="connsiteY51" fmla="*/ 1545675 h 1603018"/>
              <a:gd name="connsiteX52" fmla="*/ 5026564 w 9662615"/>
              <a:gd name="connsiteY52" fmla="*/ 1545376 h 1603018"/>
              <a:gd name="connsiteX53" fmla="*/ 4969433 w 9662615"/>
              <a:gd name="connsiteY53" fmla="*/ 1550865 h 1603018"/>
              <a:gd name="connsiteX54" fmla="*/ 4871726 w 9662615"/>
              <a:gd name="connsiteY54" fmla="*/ 1570584 h 1603018"/>
              <a:gd name="connsiteX55" fmla="*/ 4843267 w 9662615"/>
              <a:gd name="connsiteY55" fmla="*/ 1561459 h 1603018"/>
              <a:gd name="connsiteX56" fmla="*/ 4821058 w 9662615"/>
              <a:gd name="connsiteY56" fmla="*/ 1553078 h 1603018"/>
              <a:gd name="connsiteX57" fmla="*/ 4791466 w 9662615"/>
              <a:gd name="connsiteY57" fmla="*/ 1561324 h 1603018"/>
              <a:gd name="connsiteX58" fmla="*/ 4784247 w 9662615"/>
              <a:gd name="connsiteY58" fmla="*/ 1562342 h 1603018"/>
              <a:gd name="connsiteX59" fmla="*/ 4739309 w 9662615"/>
              <a:gd name="connsiteY59" fmla="*/ 1553948 h 1603018"/>
              <a:gd name="connsiteX60" fmla="*/ 4697562 w 9662615"/>
              <a:gd name="connsiteY60" fmla="*/ 1551206 h 1603018"/>
              <a:gd name="connsiteX61" fmla="*/ 4650737 w 9662615"/>
              <a:gd name="connsiteY61" fmla="*/ 1537381 h 1603018"/>
              <a:gd name="connsiteX62" fmla="*/ 4583150 w 9662615"/>
              <a:gd name="connsiteY62" fmla="*/ 1529064 h 1603018"/>
              <a:gd name="connsiteX63" fmla="*/ 4521734 w 9662615"/>
              <a:gd name="connsiteY63" fmla="*/ 1529359 h 1603018"/>
              <a:gd name="connsiteX64" fmla="*/ 4382398 w 9662615"/>
              <a:gd name="connsiteY64" fmla="*/ 1534108 h 1603018"/>
              <a:gd name="connsiteX65" fmla="*/ 4221826 w 9662615"/>
              <a:gd name="connsiteY65" fmla="*/ 1500972 h 1603018"/>
              <a:gd name="connsiteX66" fmla="*/ 4096601 w 9662615"/>
              <a:gd name="connsiteY66" fmla="*/ 1521563 h 1603018"/>
              <a:gd name="connsiteX67" fmla="*/ 4002441 w 9662615"/>
              <a:gd name="connsiteY67" fmla="*/ 1528912 h 1603018"/>
              <a:gd name="connsiteX68" fmla="*/ 3833906 w 9662615"/>
              <a:gd name="connsiteY68" fmla="*/ 1516637 h 1603018"/>
              <a:gd name="connsiteX69" fmla="*/ 3763845 w 9662615"/>
              <a:gd name="connsiteY69" fmla="*/ 1501782 h 1603018"/>
              <a:gd name="connsiteX70" fmla="*/ 3673583 w 9662615"/>
              <a:gd name="connsiteY70" fmla="*/ 1501471 h 1603018"/>
              <a:gd name="connsiteX71" fmla="*/ 3640771 w 9662615"/>
              <a:gd name="connsiteY71" fmla="*/ 1531025 h 1603018"/>
              <a:gd name="connsiteX72" fmla="*/ 3576170 w 9662615"/>
              <a:gd name="connsiteY72" fmla="*/ 1516288 h 1603018"/>
              <a:gd name="connsiteX73" fmla="*/ 3540258 w 9662615"/>
              <a:gd name="connsiteY73" fmla="*/ 1516976 h 1603018"/>
              <a:gd name="connsiteX74" fmla="*/ 3522853 w 9662615"/>
              <a:gd name="connsiteY74" fmla="*/ 1538044 h 1603018"/>
              <a:gd name="connsiteX75" fmla="*/ 3480929 w 9662615"/>
              <a:gd name="connsiteY75" fmla="*/ 1526739 h 1603018"/>
              <a:gd name="connsiteX76" fmla="*/ 3430805 w 9662615"/>
              <a:gd name="connsiteY76" fmla="*/ 1542521 h 1603018"/>
              <a:gd name="connsiteX77" fmla="*/ 3292707 w 9662615"/>
              <a:gd name="connsiteY77" fmla="*/ 1520490 h 1603018"/>
              <a:gd name="connsiteX78" fmla="*/ 3187872 w 9662615"/>
              <a:gd name="connsiteY78" fmla="*/ 1519991 h 1603018"/>
              <a:gd name="connsiteX79" fmla="*/ 3148026 w 9662615"/>
              <a:gd name="connsiteY79" fmla="*/ 1524777 h 1603018"/>
              <a:gd name="connsiteX80" fmla="*/ 3092394 w 9662615"/>
              <a:gd name="connsiteY80" fmla="*/ 1528115 h 1603018"/>
              <a:gd name="connsiteX81" fmla="*/ 2994200 w 9662615"/>
              <a:gd name="connsiteY81" fmla="*/ 1537857 h 1603018"/>
              <a:gd name="connsiteX82" fmla="*/ 2862301 w 9662615"/>
              <a:gd name="connsiteY82" fmla="*/ 1544250 h 1603018"/>
              <a:gd name="connsiteX83" fmla="*/ 2766335 w 9662615"/>
              <a:gd name="connsiteY83" fmla="*/ 1527662 h 1603018"/>
              <a:gd name="connsiteX84" fmla="*/ 2757836 w 9662615"/>
              <a:gd name="connsiteY84" fmla="*/ 1531371 h 1603018"/>
              <a:gd name="connsiteX85" fmla="*/ 2691555 w 9662615"/>
              <a:gd name="connsiteY85" fmla="*/ 1530283 h 1603018"/>
              <a:gd name="connsiteX86" fmla="*/ 2491676 w 9662615"/>
              <a:gd name="connsiteY86" fmla="*/ 1500859 h 1603018"/>
              <a:gd name="connsiteX87" fmla="*/ 2378036 w 9662615"/>
              <a:gd name="connsiteY87" fmla="*/ 1520645 h 1603018"/>
              <a:gd name="connsiteX88" fmla="*/ 2284269 w 9662615"/>
              <a:gd name="connsiteY88" fmla="*/ 1503068 h 1603018"/>
              <a:gd name="connsiteX89" fmla="*/ 2207104 w 9662615"/>
              <a:gd name="connsiteY89" fmla="*/ 1508888 h 1603018"/>
              <a:gd name="connsiteX90" fmla="*/ 2149226 w 9662615"/>
              <a:gd name="connsiteY90" fmla="*/ 1523409 h 1603018"/>
              <a:gd name="connsiteX91" fmla="*/ 2084783 w 9662615"/>
              <a:gd name="connsiteY91" fmla="*/ 1524245 h 1603018"/>
              <a:gd name="connsiteX92" fmla="*/ 2070075 w 9662615"/>
              <a:gd name="connsiteY92" fmla="*/ 1511285 h 1603018"/>
              <a:gd name="connsiteX93" fmla="*/ 2001057 w 9662615"/>
              <a:gd name="connsiteY93" fmla="*/ 1516449 h 1603018"/>
              <a:gd name="connsiteX94" fmla="*/ 1896330 w 9662615"/>
              <a:gd name="connsiteY94" fmla="*/ 1525725 h 1603018"/>
              <a:gd name="connsiteX95" fmla="*/ 1835994 w 9662615"/>
              <a:gd name="connsiteY95" fmla="*/ 1527678 h 1603018"/>
              <a:gd name="connsiteX96" fmla="*/ 1671119 w 9662615"/>
              <a:gd name="connsiteY96" fmla="*/ 1536701 h 1603018"/>
              <a:gd name="connsiteX97" fmla="*/ 1565556 w 9662615"/>
              <a:gd name="connsiteY97" fmla="*/ 1556503 h 1603018"/>
              <a:gd name="connsiteX98" fmla="*/ 1407755 w 9662615"/>
              <a:gd name="connsiteY98" fmla="*/ 1571444 h 1603018"/>
              <a:gd name="connsiteX99" fmla="*/ 1291872 w 9662615"/>
              <a:gd name="connsiteY99" fmla="*/ 1579471 h 1603018"/>
              <a:gd name="connsiteX100" fmla="*/ 1245251 w 9662615"/>
              <a:gd name="connsiteY100" fmla="*/ 1603018 h 1603018"/>
              <a:gd name="connsiteX101" fmla="*/ 1181938 w 9662615"/>
              <a:gd name="connsiteY101" fmla="*/ 1592789 h 1603018"/>
              <a:gd name="connsiteX102" fmla="*/ 1091432 w 9662615"/>
              <a:gd name="connsiteY102" fmla="*/ 1571003 h 1603018"/>
              <a:gd name="connsiteX103" fmla="*/ 940355 w 9662615"/>
              <a:gd name="connsiteY103" fmla="*/ 1560638 h 1603018"/>
              <a:gd name="connsiteX104" fmla="*/ 868264 w 9662615"/>
              <a:gd name="connsiteY104" fmla="*/ 1566392 h 1603018"/>
              <a:gd name="connsiteX105" fmla="*/ 792765 w 9662615"/>
              <a:gd name="connsiteY105" fmla="*/ 1563102 h 1603018"/>
              <a:gd name="connsiteX106" fmla="*/ 653153 w 9662615"/>
              <a:gd name="connsiteY106" fmla="*/ 1563516 h 1603018"/>
              <a:gd name="connsiteX107" fmla="*/ 541933 w 9662615"/>
              <a:gd name="connsiteY107" fmla="*/ 1561051 h 1603018"/>
              <a:gd name="connsiteX108" fmla="*/ 472797 w 9662615"/>
              <a:gd name="connsiteY108" fmla="*/ 1568904 h 1603018"/>
              <a:gd name="connsiteX109" fmla="*/ 396059 w 9662615"/>
              <a:gd name="connsiteY109" fmla="*/ 1560970 h 1603018"/>
              <a:gd name="connsiteX110" fmla="*/ 336819 w 9662615"/>
              <a:gd name="connsiteY110" fmla="*/ 1560892 h 1603018"/>
              <a:gd name="connsiteX111" fmla="*/ 267163 w 9662615"/>
              <a:gd name="connsiteY111" fmla="*/ 1531913 h 1603018"/>
              <a:gd name="connsiteX112" fmla="*/ 196644 w 9662615"/>
              <a:gd name="connsiteY112" fmla="*/ 1524565 h 1603018"/>
              <a:gd name="connsiteX113" fmla="*/ 86819 w 9662615"/>
              <a:gd name="connsiteY113" fmla="*/ 1519517 h 1603018"/>
              <a:gd name="connsiteX114" fmla="*/ 53369 w 9662615"/>
              <a:gd name="connsiteY114" fmla="*/ 1516853 h 1603018"/>
              <a:gd name="connsiteX115" fmla="*/ 2359 w 9662615"/>
              <a:gd name="connsiteY115" fmla="*/ 1515247 h 1603018"/>
              <a:gd name="connsiteX116" fmla="*/ 0 w 9662615"/>
              <a:gd name="connsiteY116" fmla="*/ 1514932 h 1603018"/>
              <a:gd name="connsiteX117" fmla="*/ 0 w 9662615"/>
              <a:gd name="connsiteY117" fmla="*/ 0 h 1603018"/>
              <a:gd name="connsiteX0" fmla="*/ 0 w 9662615"/>
              <a:gd name="connsiteY0" fmla="*/ 0 h 1603018"/>
              <a:gd name="connsiteX1" fmla="*/ 9662615 w 9662615"/>
              <a:gd name="connsiteY1" fmla="*/ 0 h 1603018"/>
              <a:gd name="connsiteX2" fmla="*/ 9662615 w 9662615"/>
              <a:gd name="connsiteY2" fmla="*/ 1280346 h 1603018"/>
              <a:gd name="connsiteX3" fmla="*/ 9551077 w 9662615"/>
              <a:gd name="connsiteY3" fmla="*/ 1292033 h 1603018"/>
              <a:gd name="connsiteX4" fmla="*/ 9469546 w 9662615"/>
              <a:gd name="connsiteY4" fmla="*/ 1289837 h 1603018"/>
              <a:gd name="connsiteX5" fmla="*/ 9326260 w 9662615"/>
              <a:gd name="connsiteY5" fmla="*/ 1277155 h 1603018"/>
              <a:gd name="connsiteX6" fmla="*/ 9144767 w 9662615"/>
              <a:gd name="connsiteY6" fmla="*/ 1264120 h 1603018"/>
              <a:gd name="connsiteX7" fmla="*/ 8976400 w 9662615"/>
              <a:gd name="connsiteY7" fmla="*/ 1326661 h 1603018"/>
              <a:gd name="connsiteX8" fmla="*/ 8828711 w 9662615"/>
              <a:gd name="connsiteY8" fmla="*/ 1346394 h 1603018"/>
              <a:gd name="connsiteX9" fmla="*/ 8695953 w 9662615"/>
              <a:gd name="connsiteY9" fmla="*/ 1346784 h 1603018"/>
              <a:gd name="connsiteX10" fmla="*/ 8652191 w 9662615"/>
              <a:gd name="connsiteY10" fmla="*/ 1345903 h 1603018"/>
              <a:gd name="connsiteX11" fmla="*/ 8591582 w 9662615"/>
              <a:gd name="connsiteY11" fmla="*/ 1341666 h 1603018"/>
              <a:gd name="connsiteX12" fmla="*/ 8537336 w 9662615"/>
              <a:gd name="connsiteY12" fmla="*/ 1341684 h 1603018"/>
              <a:gd name="connsiteX13" fmla="*/ 8416849 w 9662615"/>
              <a:gd name="connsiteY13" fmla="*/ 1367085 h 1603018"/>
              <a:gd name="connsiteX14" fmla="*/ 8278355 w 9662615"/>
              <a:gd name="connsiteY14" fmla="*/ 1386569 h 1603018"/>
              <a:gd name="connsiteX15" fmla="*/ 8197961 w 9662615"/>
              <a:gd name="connsiteY15" fmla="*/ 1392804 h 1603018"/>
              <a:gd name="connsiteX16" fmla="*/ 8171196 w 9662615"/>
              <a:gd name="connsiteY16" fmla="*/ 1397216 h 1603018"/>
              <a:gd name="connsiteX17" fmla="*/ 8087910 w 9662615"/>
              <a:gd name="connsiteY17" fmla="*/ 1386449 h 1603018"/>
              <a:gd name="connsiteX18" fmla="*/ 7974579 w 9662615"/>
              <a:gd name="connsiteY18" fmla="*/ 1383439 h 1603018"/>
              <a:gd name="connsiteX19" fmla="*/ 7768351 w 9662615"/>
              <a:gd name="connsiteY19" fmla="*/ 1395051 h 1603018"/>
              <a:gd name="connsiteX20" fmla="*/ 7635985 w 9662615"/>
              <a:gd name="connsiteY20" fmla="*/ 1386363 h 1603018"/>
              <a:gd name="connsiteX21" fmla="*/ 7466069 w 9662615"/>
              <a:gd name="connsiteY21" fmla="*/ 1377654 h 1603018"/>
              <a:gd name="connsiteX22" fmla="*/ 7355642 w 9662615"/>
              <a:gd name="connsiteY22" fmla="*/ 1407761 h 1603018"/>
              <a:gd name="connsiteX23" fmla="*/ 7215220 w 9662615"/>
              <a:gd name="connsiteY23" fmla="*/ 1397856 h 1603018"/>
              <a:gd name="connsiteX24" fmla="*/ 7082147 w 9662615"/>
              <a:gd name="connsiteY24" fmla="*/ 1406113 h 1603018"/>
              <a:gd name="connsiteX25" fmla="*/ 6987129 w 9662615"/>
              <a:gd name="connsiteY25" fmla="*/ 1404834 h 1603018"/>
              <a:gd name="connsiteX26" fmla="*/ 6907567 w 9662615"/>
              <a:gd name="connsiteY26" fmla="*/ 1419149 h 1603018"/>
              <a:gd name="connsiteX27" fmla="*/ 6748428 w 9662615"/>
              <a:gd name="connsiteY27" fmla="*/ 1420308 h 1603018"/>
              <a:gd name="connsiteX28" fmla="*/ 6654257 w 9662615"/>
              <a:gd name="connsiteY28" fmla="*/ 1424143 h 1603018"/>
              <a:gd name="connsiteX29" fmla="*/ 6620123 w 9662615"/>
              <a:gd name="connsiteY29" fmla="*/ 1430535 h 1603018"/>
              <a:gd name="connsiteX30" fmla="*/ 6571355 w 9662615"/>
              <a:gd name="connsiteY30" fmla="*/ 1436144 h 1603018"/>
              <a:gd name="connsiteX31" fmla="*/ 6486557 w 9662615"/>
              <a:gd name="connsiteY31" fmla="*/ 1449861 h 1603018"/>
              <a:gd name="connsiteX32" fmla="*/ 6370419 w 9662615"/>
              <a:gd name="connsiteY32" fmla="*/ 1461649 h 1603018"/>
              <a:gd name="connsiteX33" fmla="*/ 6278839 w 9662615"/>
              <a:gd name="connsiteY33" fmla="*/ 1449160 h 1603018"/>
              <a:gd name="connsiteX34" fmla="*/ 6272455 w 9662615"/>
              <a:gd name="connsiteY34" fmla="*/ 1453191 h 1603018"/>
              <a:gd name="connsiteX35" fmla="*/ 6212659 w 9662615"/>
              <a:gd name="connsiteY35" fmla="*/ 1454850 h 1603018"/>
              <a:gd name="connsiteX36" fmla="*/ 6069317 w 9662615"/>
              <a:gd name="connsiteY36" fmla="*/ 1445838 h 1603018"/>
              <a:gd name="connsiteX37" fmla="*/ 5878477 w 9662615"/>
              <a:gd name="connsiteY37" fmla="*/ 1439180 h 1603018"/>
              <a:gd name="connsiteX38" fmla="*/ 5838387 w 9662615"/>
              <a:gd name="connsiteY38" fmla="*/ 1444679 h 1603018"/>
              <a:gd name="connsiteX39" fmla="*/ 5771136 w 9662615"/>
              <a:gd name="connsiteY39" fmla="*/ 1453639 h 1603018"/>
              <a:gd name="connsiteX40" fmla="*/ 5724081 w 9662615"/>
              <a:gd name="connsiteY40" fmla="*/ 1470431 h 1603018"/>
              <a:gd name="connsiteX41" fmla="*/ 5666577 w 9662615"/>
              <a:gd name="connsiteY41" fmla="*/ 1473921 h 1603018"/>
              <a:gd name="connsiteX42" fmla="*/ 5649068 w 9662615"/>
              <a:gd name="connsiteY42" fmla="*/ 1461676 h 1603018"/>
              <a:gd name="connsiteX43" fmla="*/ 5588902 w 9662615"/>
              <a:gd name="connsiteY43" fmla="*/ 1469647 h 1603018"/>
              <a:gd name="connsiteX44" fmla="*/ 5498090 w 9662615"/>
              <a:gd name="connsiteY44" fmla="*/ 1483173 h 1603018"/>
              <a:gd name="connsiteX45" fmla="*/ 5444641 w 9662615"/>
              <a:gd name="connsiteY45" fmla="*/ 1487602 h 1603018"/>
              <a:gd name="connsiteX46" fmla="*/ 5299812 w 9662615"/>
              <a:gd name="connsiteY46" fmla="*/ 1503362 h 1603018"/>
              <a:gd name="connsiteX47" fmla="*/ 5245752 w 9662615"/>
              <a:gd name="connsiteY47" fmla="*/ 1520612 h 1603018"/>
              <a:gd name="connsiteX48" fmla="*/ 5177807 w 9662615"/>
              <a:gd name="connsiteY48" fmla="*/ 1526802 h 1603018"/>
              <a:gd name="connsiteX49" fmla="*/ 5113910 w 9662615"/>
              <a:gd name="connsiteY49" fmla="*/ 1533205 h 1603018"/>
              <a:gd name="connsiteX50" fmla="*/ 5059484 w 9662615"/>
              <a:gd name="connsiteY50" fmla="*/ 1546802 h 1603018"/>
              <a:gd name="connsiteX51" fmla="*/ 5038524 w 9662615"/>
              <a:gd name="connsiteY51" fmla="*/ 1545675 h 1603018"/>
              <a:gd name="connsiteX52" fmla="*/ 5026564 w 9662615"/>
              <a:gd name="connsiteY52" fmla="*/ 1545376 h 1603018"/>
              <a:gd name="connsiteX53" fmla="*/ 4969433 w 9662615"/>
              <a:gd name="connsiteY53" fmla="*/ 1550865 h 1603018"/>
              <a:gd name="connsiteX54" fmla="*/ 4871726 w 9662615"/>
              <a:gd name="connsiteY54" fmla="*/ 1570584 h 1603018"/>
              <a:gd name="connsiteX55" fmla="*/ 4843267 w 9662615"/>
              <a:gd name="connsiteY55" fmla="*/ 1561459 h 1603018"/>
              <a:gd name="connsiteX56" fmla="*/ 4821058 w 9662615"/>
              <a:gd name="connsiteY56" fmla="*/ 1553078 h 1603018"/>
              <a:gd name="connsiteX57" fmla="*/ 4791466 w 9662615"/>
              <a:gd name="connsiteY57" fmla="*/ 1561324 h 1603018"/>
              <a:gd name="connsiteX58" fmla="*/ 4784247 w 9662615"/>
              <a:gd name="connsiteY58" fmla="*/ 1562342 h 1603018"/>
              <a:gd name="connsiteX59" fmla="*/ 4739309 w 9662615"/>
              <a:gd name="connsiteY59" fmla="*/ 1553948 h 1603018"/>
              <a:gd name="connsiteX60" fmla="*/ 4697562 w 9662615"/>
              <a:gd name="connsiteY60" fmla="*/ 1551206 h 1603018"/>
              <a:gd name="connsiteX61" fmla="*/ 4650737 w 9662615"/>
              <a:gd name="connsiteY61" fmla="*/ 1537381 h 1603018"/>
              <a:gd name="connsiteX62" fmla="*/ 4583150 w 9662615"/>
              <a:gd name="connsiteY62" fmla="*/ 1529064 h 1603018"/>
              <a:gd name="connsiteX63" fmla="*/ 4521734 w 9662615"/>
              <a:gd name="connsiteY63" fmla="*/ 1529359 h 1603018"/>
              <a:gd name="connsiteX64" fmla="*/ 4382398 w 9662615"/>
              <a:gd name="connsiteY64" fmla="*/ 1534108 h 1603018"/>
              <a:gd name="connsiteX65" fmla="*/ 4221826 w 9662615"/>
              <a:gd name="connsiteY65" fmla="*/ 1500972 h 1603018"/>
              <a:gd name="connsiteX66" fmla="*/ 4096601 w 9662615"/>
              <a:gd name="connsiteY66" fmla="*/ 1521563 h 1603018"/>
              <a:gd name="connsiteX67" fmla="*/ 4002441 w 9662615"/>
              <a:gd name="connsiteY67" fmla="*/ 1528912 h 1603018"/>
              <a:gd name="connsiteX68" fmla="*/ 3833906 w 9662615"/>
              <a:gd name="connsiteY68" fmla="*/ 1516637 h 1603018"/>
              <a:gd name="connsiteX69" fmla="*/ 3763845 w 9662615"/>
              <a:gd name="connsiteY69" fmla="*/ 1501782 h 1603018"/>
              <a:gd name="connsiteX70" fmla="*/ 3673583 w 9662615"/>
              <a:gd name="connsiteY70" fmla="*/ 1501471 h 1603018"/>
              <a:gd name="connsiteX71" fmla="*/ 3640771 w 9662615"/>
              <a:gd name="connsiteY71" fmla="*/ 1531025 h 1603018"/>
              <a:gd name="connsiteX72" fmla="*/ 3576170 w 9662615"/>
              <a:gd name="connsiteY72" fmla="*/ 1516288 h 1603018"/>
              <a:gd name="connsiteX73" fmla="*/ 3540258 w 9662615"/>
              <a:gd name="connsiteY73" fmla="*/ 1516976 h 1603018"/>
              <a:gd name="connsiteX74" fmla="*/ 3522853 w 9662615"/>
              <a:gd name="connsiteY74" fmla="*/ 1538044 h 1603018"/>
              <a:gd name="connsiteX75" fmla="*/ 3480929 w 9662615"/>
              <a:gd name="connsiteY75" fmla="*/ 1526739 h 1603018"/>
              <a:gd name="connsiteX76" fmla="*/ 3430805 w 9662615"/>
              <a:gd name="connsiteY76" fmla="*/ 1542521 h 1603018"/>
              <a:gd name="connsiteX77" fmla="*/ 3292707 w 9662615"/>
              <a:gd name="connsiteY77" fmla="*/ 1520490 h 1603018"/>
              <a:gd name="connsiteX78" fmla="*/ 3187872 w 9662615"/>
              <a:gd name="connsiteY78" fmla="*/ 1519991 h 1603018"/>
              <a:gd name="connsiteX79" fmla="*/ 3148026 w 9662615"/>
              <a:gd name="connsiteY79" fmla="*/ 1524777 h 1603018"/>
              <a:gd name="connsiteX80" fmla="*/ 3092394 w 9662615"/>
              <a:gd name="connsiteY80" fmla="*/ 1528115 h 1603018"/>
              <a:gd name="connsiteX81" fmla="*/ 2994200 w 9662615"/>
              <a:gd name="connsiteY81" fmla="*/ 1537857 h 1603018"/>
              <a:gd name="connsiteX82" fmla="*/ 2862301 w 9662615"/>
              <a:gd name="connsiteY82" fmla="*/ 1544250 h 1603018"/>
              <a:gd name="connsiteX83" fmla="*/ 2766335 w 9662615"/>
              <a:gd name="connsiteY83" fmla="*/ 1527662 h 1603018"/>
              <a:gd name="connsiteX84" fmla="*/ 2757836 w 9662615"/>
              <a:gd name="connsiteY84" fmla="*/ 1531371 h 1603018"/>
              <a:gd name="connsiteX85" fmla="*/ 2691555 w 9662615"/>
              <a:gd name="connsiteY85" fmla="*/ 1530283 h 1603018"/>
              <a:gd name="connsiteX86" fmla="*/ 2539383 w 9662615"/>
              <a:gd name="connsiteY86" fmla="*/ 1504835 h 1603018"/>
              <a:gd name="connsiteX87" fmla="*/ 2378036 w 9662615"/>
              <a:gd name="connsiteY87" fmla="*/ 1520645 h 1603018"/>
              <a:gd name="connsiteX88" fmla="*/ 2284269 w 9662615"/>
              <a:gd name="connsiteY88" fmla="*/ 1503068 h 1603018"/>
              <a:gd name="connsiteX89" fmla="*/ 2207104 w 9662615"/>
              <a:gd name="connsiteY89" fmla="*/ 1508888 h 1603018"/>
              <a:gd name="connsiteX90" fmla="*/ 2149226 w 9662615"/>
              <a:gd name="connsiteY90" fmla="*/ 1523409 h 1603018"/>
              <a:gd name="connsiteX91" fmla="*/ 2084783 w 9662615"/>
              <a:gd name="connsiteY91" fmla="*/ 1524245 h 1603018"/>
              <a:gd name="connsiteX92" fmla="*/ 2070075 w 9662615"/>
              <a:gd name="connsiteY92" fmla="*/ 1511285 h 1603018"/>
              <a:gd name="connsiteX93" fmla="*/ 2001057 w 9662615"/>
              <a:gd name="connsiteY93" fmla="*/ 1516449 h 1603018"/>
              <a:gd name="connsiteX94" fmla="*/ 1896330 w 9662615"/>
              <a:gd name="connsiteY94" fmla="*/ 1525725 h 1603018"/>
              <a:gd name="connsiteX95" fmla="*/ 1835994 w 9662615"/>
              <a:gd name="connsiteY95" fmla="*/ 1527678 h 1603018"/>
              <a:gd name="connsiteX96" fmla="*/ 1671119 w 9662615"/>
              <a:gd name="connsiteY96" fmla="*/ 1536701 h 1603018"/>
              <a:gd name="connsiteX97" fmla="*/ 1565556 w 9662615"/>
              <a:gd name="connsiteY97" fmla="*/ 1556503 h 1603018"/>
              <a:gd name="connsiteX98" fmla="*/ 1407755 w 9662615"/>
              <a:gd name="connsiteY98" fmla="*/ 1571444 h 1603018"/>
              <a:gd name="connsiteX99" fmla="*/ 1291872 w 9662615"/>
              <a:gd name="connsiteY99" fmla="*/ 1579471 h 1603018"/>
              <a:gd name="connsiteX100" fmla="*/ 1245251 w 9662615"/>
              <a:gd name="connsiteY100" fmla="*/ 1603018 h 1603018"/>
              <a:gd name="connsiteX101" fmla="*/ 1181938 w 9662615"/>
              <a:gd name="connsiteY101" fmla="*/ 1592789 h 1603018"/>
              <a:gd name="connsiteX102" fmla="*/ 1091432 w 9662615"/>
              <a:gd name="connsiteY102" fmla="*/ 1571003 h 1603018"/>
              <a:gd name="connsiteX103" fmla="*/ 940355 w 9662615"/>
              <a:gd name="connsiteY103" fmla="*/ 1560638 h 1603018"/>
              <a:gd name="connsiteX104" fmla="*/ 868264 w 9662615"/>
              <a:gd name="connsiteY104" fmla="*/ 1566392 h 1603018"/>
              <a:gd name="connsiteX105" fmla="*/ 792765 w 9662615"/>
              <a:gd name="connsiteY105" fmla="*/ 1563102 h 1603018"/>
              <a:gd name="connsiteX106" fmla="*/ 653153 w 9662615"/>
              <a:gd name="connsiteY106" fmla="*/ 1563516 h 1603018"/>
              <a:gd name="connsiteX107" fmla="*/ 541933 w 9662615"/>
              <a:gd name="connsiteY107" fmla="*/ 1561051 h 1603018"/>
              <a:gd name="connsiteX108" fmla="*/ 472797 w 9662615"/>
              <a:gd name="connsiteY108" fmla="*/ 1568904 h 1603018"/>
              <a:gd name="connsiteX109" fmla="*/ 396059 w 9662615"/>
              <a:gd name="connsiteY109" fmla="*/ 1560970 h 1603018"/>
              <a:gd name="connsiteX110" fmla="*/ 336819 w 9662615"/>
              <a:gd name="connsiteY110" fmla="*/ 1560892 h 1603018"/>
              <a:gd name="connsiteX111" fmla="*/ 267163 w 9662615"/>
              <a:gd name="connsiteY111" fmla="*/ 1531913 h 1603018"/>
              <a:gd name="connsiteX112" fmla="*/ 196644 w 9662615"/>
              <a:gd name="connsiteY112" fmla="*/ 1524565 h 1603018"/>
              <a:gd name="connsiteX113" fmla="*/ 86819 w 9662615"/>
              <a:gd name="connsiteY113" fmla="*/ 1519517 h 1603018"/>
              <a:gd name="connsiteX114" fmla="*/ 53369 w 9662615"/>
              <a:gd name="connsiteY114" fmla="*/ 1516853 h 1603018"/>
              <a:gd name="connsiteX115" fmla="*/ 2359 w 9662615"/>
              <a:gd name="connsiteY115" fmla="*/ 1515247 h 1603018"/>
              <a:gd name="connsiteX116" fmla="*/ 0 w 9662615"/>
              <a:gd name="connsiteY116" fmla="*/ 1514932 h 1603018"/>
              <a:gd name="connsiteX117" fmla="*/ 0 w 9662615"/>
              <a:gd name="connsiteY117" fmla="*/ 0 h 1603018"/>
              <a:gd name="connsiteX0" fmla="*/ 0 w 9662615"/>
              <a:gd name="connsiteY0" fmla="*/ 0 h 1603018"/>
              <a:gd name="connsiteX1" fmla="*/ 9662615 w 9662615"/>
              <a:gd name="connsiteY1" fmla="*/ 0 h 1603018"/>
              <a:gd name="connsiteX2" fmla="*/ 9662615 w 9662615"/>
              <a:gd name="connsiteY2" fmla="*/ 1280346 h 1603018"/>
              <a:gd name="connsiteX3" fmla="*/ 9551077 w 9662615"/>
              <a:gd name="connsiteY3" fmla="*/ 1292033 h 1603018"/>
              <a:gd name="connsiteX4" fmla="*/ 9469546 w 9662615"/>
              <a:gd name="connsiteY4" fmla="*/ 1289837 h 1603018"/>
              <a:gd name="connsiteX5" fmla="*/ 9326260 w 9662615"/>
              <a:gd name="connsiteY5" fmla="*/ 1277155 h 1603018"/>
              <a:gd name="connsiteX6" fmla="*/ 9144767 w 9662615"/>
              <a:gd name="connsiteY6" fmla="*/ 1264120 h 1603018"/>
              <a:gd name="connsiteX7" fmla="*/ 8976400 w 9662615"/>
              <a:gd name="connsiteY7" fmla="*/ 1326661 h 1603018"/>
              <a:gd name="connsiteX8" fmla="*/ 8828711 w 9662615"/>
              <a:gd name="connsiteY8" fmla="*/ 1346394 h 1603018"/>
              <a:gd name="connsiteX9" fmla="*/ 8695953 w 9662615"/>
              <a:gd name="connsiteY9" fmla="*/ 1346784 h 1603018"/>
              <a:gd name="connsiteX10" fmla="*/ 8652191 w 9662615"/>
              <a:gd name="connsiteY10" fmla="*/ 1345903 h 1603018"/>
              <a:gd name="connsiteX11" fmla="*/ 8591582 w 9662615"/>
              <a:gd name="connsiteY11" fmla="*/ 1341666 h 1603018"/>
              <a:gd name="connsiteX12" fmla="*/ 8537336 w 9662615"/>
              <a:gd name="connsiteY12" fmla="*/ 1341684 h 1603018"/>
              <a:gd name="connsiteX13" fmla="*/ 8416849 w 9662615"/>
              <a:gd name="connsiteY13" fmla="*/ 1367085 h 1603018"/>
              <a:gd name="connsiteX14" fmla="*/ 8278355 w 9662615"/>
              <a:gd name="connsiteY14" fmla="*/ 1386569 h 1603018"/>
              <a:gd name="connsiteX15" fmla="*/ 8197961 w 9662615"/>
              <a:gd name="connsiteY15" fmla="*/ 1392804 h 1603018"/>
              <a:gd name="connsiteX16" fmla="*/ 8171196 w 9662615"/>
              <a:gd name="connsiteY16" fmla="*/ 1397216 h 1603018"/>
              <a:gd name="connsiteX17" fmla="*/ 8087910 w 9662615"/>
              <a:gd name="connsiteY17" fmla="*/ 1386449 h 1603018"/>
              <a:gd name="connsiteX18" fmla="*/ 7974579 w 9662615"/>
              <a:gd name="connsiteY18" fmla="*/ 1383439 h 1603018"/>
              <a:gd name="connsiteX19" fmla="*/ 7768351 w 9662615"/>
              <a:gd name="connsiteY19" fmla="*/ 1395051 h 1603018"/>
              <a:gd name="connsiteX20" fmla="*/ 7635985 w 9662615"/>
              <a:gd name="connsiteY20" fmla="*/ 1386363 h 1603018"/>
              <a:gd name="connsiteX21" fmla="*/ 7466069 w 9662615"/>
              <a:gd name="connsiteY21" fmla="*/ 1377654 h 1603018"/>
              <a:gd name="connsiteX22" fmla="*/ 7355642 w 9662615"/>
              <a:gd name="connsiteY22" fmla="*/ 1407761 h 1603018"/>
              <a:gd name="connsiteX23" fmla="*/ 7215220 w 9662615"/>
              <a:gd name="connsiteY23" fmla="*/ 1397856 h 1603018"/>
              <a:gd name="connsiteX24" fmla="*/ 7082147 w 9662615"/>
              <a:gd name="connsiteY24" fmla="*/ 1406113 h 1603018"/>
              <a:gd name="connsiteX25" fmla="*/ 6987129 w 9662615"/>
              <a:gd name="connsiteY25" fmla="*/ 1404834 h 1603018"/>
              <a:gd name="connsiteX26" fmla="*/ 6907567 w 9662615"/>
              <a:gd name="connsiteY26" fmla="*/ 1419149 h 1603018"/>
              <a:gd name="connsiteX27" fmla="*/ 6748428 w 9662615"/>
              <a:gd name="connsiteY27" fmla="*/ 1420308 h 1603018"/>
              <a:gd name="connsiteX28" fmla="*/ 6654257 w 9662615"/>
              <a:gd name="connsiteY28" fmla="*/ 1424143 h 1603018"/>
              <a:gd name="connsiteX29" fmla="*/ 6620123 w 9662615"/>
              <a:gd name="connsiteY29" fmla="*/ 1430535 h 1603018"/>
              <a:gd name="connsiteX30" fmla="*/ 6571355 w 9662615"/>
              <a:gd name="connsiteY30" fmla="*/ 1436144 h 1603018"/>
              <a:gd name="connsiteX31" fmla="*/ 6486557 w 9662615"/>
              <a:gd name="connsiteY31" fmla="*/ 1449861 h 1603018"/>
              <a:gd name="connsiteX32" fmla="*/ 6370419 w 9662615"/>
              <a:gd name="connsiteY32" fmla="*/ 1461649 h 1603018"/>
              <a:gd name="connsiteX33" fmla="*/ 6278839 w 9662615"/>
              <a:gd name="connsiteY33" fmla="*/ 1449160 h 1603018"/>
              <a:gd name="connsiteX34" fmla="*/ 6272455 w 9662615"/>
              <a:gd name="connsiteY34" fmla="*/ 1453191 h 1603018"/>
              <a:gd name="connsiteX35" fmla="*/ 6212659 w 9662615"/>
              <a:gd name="connsiteY35" fmla="*/ 1454850 h 1603018"/>
              <a:gd name="connsiteX36" fmla="*/ 6069317 w 9662615"/>
              <a:gd name="connsiteY36" fmla="*/ 1445838 h 1603018"/>
              <a:gd name="connsiteX37" fmla="*/ 5878477 w 9662615"/>
              <a:gd name="connsiteY37" fmla="*/ 1439180 h 1603018"/>
              <a:gd name="connsiteX38" fmla="*/ 5838387 w 9662615"/>
              <a:gd name="connsiteY38" fmla="*/ 1444679 h 1603018"/>
              <a:gd name="connsiteX39" fmla="*/ 5771136 w 9662615"/>
              <a:gd name="connsiteY39" fmla="*/ 1453639 h 1603018"/>
              <a:gd name="connsiteX40" fmla="*/ 5724081 w 9662615"/>
              <a:gd name="connsiteY40" fmla="*/ 1470431 h 1603018"/>
              <a:gd name="connsiteX41" fmla="*/ 5666577 w 9662615"/>
              <a:gd name="connsiteY41" fmla="*/ 1473921 h 1603018"/>
              <a:gd name="connsiteX42" fmla="*/ 5649068 w 9662615"/>
              <a:gd name="connsiteY42" fmla="*/ 1461676 h 1603018"/>
              <a:gd name="connsiteX43" fmla="*/ 5588902 w 9662615"/>
              <a:gd name="connsiteY43" fmla="*/ 1469647 h 1603018"/>
              <a:gd name="connsiteX44" fmla="*/ 5498090 w 9662615"/>
              <a:gd name="connsiteY44" fmla="*/ 1483173 h 1603018"/>
              <a:gd name="connsiteX45" fmla="*/ 5444641 w 9662615"/>
              <a:gd name="connsiteY45" fmla="*/ 1487602 h 1603018"/>
              <a:gd name="connsiteX46" fmla="*/ 5299812 w 9662615"/>
              <a:gd name="connsiteY46" fmla="*/ 1503362 h 1603018"/>
              <a:gd name="connsiteX47" fmla="*/ 5245752 w 9662615"/>
              <a:gd name="connsiteY47" fmla="*/ 1520612 h 1603018"/>
              <a:gd name="connsiteX48" fmla="*/ 5177807 w 9662615"/>
              <a:gd name="connsiteY48" fmla="*/ 1526802 h 1603018"/>
              <a:gd name="connsiteX49" fmla="*/ 5113910 w 9662615"/>
              <a:gd name="connsiteY49" fmla="*/ 1533205 h 1603018"/>
              <a:gd name="connsiteX50" fmla="*/ 5059484 w 9662615"/>
              <a:gd name="connsiteY50" fmla="*/ 1546802 h 1603018"/>
              <a:gd name="connsiteX51" fmla="*/ 5038524 w 9662615"/>
              <a:gd name="connsiteY51" fmla="*/ 1545675 h 1603018"/>
              <a:gd name="connsiteX52" fmla="*/ 5026564 w 9662615"/>
              <a:gd name="connsiteY52" fmla="*/ 1545376 h 1603018"/>
              <a:gd name="connsiteX53" fmla="*/ 4969433 w 9662615"/>
              <a:gd name="connsiteY53" fmla="*/ 1550865 h 1603018"/>
              <a:gd name="connsiteX54" fmla="*/ 4871726 w 9662615"/>
              <a:gd name="connsiteY54" fmla="*/ 1570584 h 1603018"/>
              <a:gd name="connsiteX55" fmla="*/ 4843267 w 9662615"/>
              <a:gd name="connsiteY55" fmla="*/ 1561459 h 1603018"/>
              <a:gd name="connsiteX56" fmla="*/ 4821058 w 9662615"/>
              <a:gd name="connsiteY56" fmla="*/ 1553078 h 1603018"/>
              <a:gd name="connsiteX57" fmla="*/ 4791466 w 9662615"/>
              <a:gd name="connsiteY57" fmla="*/ 1561324 h 1603018"/>
              <a:gd name="connsiteX58" fmla="*/ 4784247 w 9662615"/>
              <a:gd name="connsiteY58" fmla="*/ 1562342 h 1603018"/>
              <a:gd name="connsiteX59" fmla="*/ 4739309 w 9662615"/>
              <a:gd name="connsiteY59" fmla="*/ 1553948 h 1603018"/>
              <a:gd name="connsiteX60" fmla="*/ 4697562 w 9662615"/>
              <a:gd name="connsiteY60" fmla="*/ 1551206 h 1603018"/>
              <a:gd name="connsiteX61" fmla="*/ 4650737 w 9662615"/>
              <a:gd name="connsiteY61" fmla="*/ 1537381 h 1603018"/>
              <a:gd name="connsiteX62" fmla="*/ 4583150 w 9662615"/>
              <a:gd name="connsiteY62" fmla="*/ 1529064 h 1603018"/>
              <a:gd name="connsiteX63" fmla="*/ 4521734 w 9662615"/>
              <a:gd name="connsiteY63" fmla="*/ 1529359 h 1603018"/>
              <a:gd name="connsiteX64" fmla="*/ 4382398 w 9662615"/>
              <a:gd name="connsiteY64" fmla="*/ 1534108 h 1603018"/>
              <a:gd name="connsiteX65" fmla="*/ 4221826 w 9662615"/>
              <a:gd name="connsiteY65" fmla="*/ 1500972 h 1603018"/>
              <a:gd name="connsiteX66" fmla="*/ 4096601 w 9662615"/>
              <a:gd name="connsiteY66" fmla="*/ 1521563 h 1603018"/>
              <a:gd name="connsiteX67" fmla="*/ 4002441 w 9662615"/>
              <a:gd name="connsiteY67" fmla="*/ 1528912 h 1603018"/>
              <a:gd name="connsiteX68" fmla="*/ 3833906 w 9662615"/>
              <a:gd name="connsiteY68" fmla="*/ 1516637 h 1603018"/>
              <a:gd name="connsiteX69" fmla="*/ 3763845 w 9662615"/>
              <a:gd name="connsiteY69" fmla="*/ 1501782 h 1603018"/>
              <a:gd name="connsiteX70" fmla="*/ 3673583 w 9662615"/>
              <a:gd name="connsiteY70" fmla="*/ 1501471 h 1603018"/>
              <a:gd name="connsiteX71" fmla="*/ 3640771 w 9662615"/>
              <a:gd name="connsiteY71" fmla="*/ 1531025 h 1603018"/>
              <a:gd name="connsiteX72" fmla="*/ 3576170 w 9662615"/>
              <a:gd name="connsiteY72" fmla="*/ 1516288 h 1603018"/>
              <a:gd name="connsiteX73" fmla="*/ 3540258 w 9662615"/>
              <a:gd name="connsiteY73" fmla="*/ 1516976 h 1603018"/>
              <a:gd name="connsiteX74" fmla="*/ 3522853 w 9662615"/>
              <a:gd name="connsiteY74" fmla="*/ 1538044 h 1603018"/>
              <a:gd name="connsiteX75" fmla="*/ 3480929 w 9662615"/>
              <a:gd name="connsiteY75" fmla="*/ 1526739 h 1603018"/>
              <a:gd name="connsiteX76" fmla="*/ 3430805 w 9662615"/>
              <a:gd name="connsiteY76" fmla="*/ 1542521 h 1603018"/>
              <a:gd name="connsiteX77" fmla="*/ 3292707 w 9662615"/>
              <a:gd name="connsiteY77" fmla="*/ 1520490 h 1603018"/>
              <a:gd name="connsiteX78" fmla="*/ 3187872 w 9662615"/>
              <a:gd name="connsiteY78" fmla="*/ 1519991 h 1603018"/>
              <a:gd name="connsiteX79" fmla="*/ 3148026 w 9662615"/>
              <a:gd name="connsiteY79" fmla="*/ 1524777 h 1603018"/>
              <a:gd name="connsiteX80" fmla="*/ 3092394 w 9662615"/>
              <a:gd name="connsiteY80" fmla="*/ 1528115 h 1603018"/>
              <a:gd name="connsiteX81" fmla="*/ 2994200 w 9662615"/>
              <a:gd name="connsiteY81" fmla="*/ 1537857 h 1603018"/>
              <a:gd name="connsiteX82" fmla="*/ 2862301 w 9662615"/>
              <a:gd name="connsiteY82" fmla="*/ 1544250 h 1603018"/>
              <a:gd name="connsiteX83" fmla="*/ 2766335 w 9662615"/>
              <a:gd name="connsiteY83" fmla="*/ 1527662 h 1603018"/>
              <a:gd name="connsiteX84" fmla="*/ 2757836 w 9662615"/>
              <a:gd name="connsiteY84" fmla="*/ 1531371 h 1603018"/>
              <a:gd name="connsiteX85" fmla="*/ 2691555 w 9662615"/>
              <a:gd name="connsiteY85" fmla="*/ 1530283 h 1603018"/>
              <a:gd name="connsiteX86" fmla="*/ 2539383 w 9662615"/>
              <a:gd name="connsiteY86" fmla="*/ 1504835 h 1603018"/>
              <a:gd name="connsiteX87" fmla="*/ 2378036 w 9662615"/>
              <a:gd name="connsiteY87" fmla="*/ 1520645 h 1603018"/>
              <a:gd name="connsiteX88" fmla="*/ 2320049 w 9662615"/>
              <a:gd name="connsiteY88" fmla="*/ 1511019 h 1603018"/>
              <a:gd name="connsiteX89" fmla="*/ 2207104 w 9662615"/>
              <a:gd name="connsiteY89" fmla="*/ 1508888 h 1603018"/>
              <a:gd name="connsiteX90" fmla="*/ 2149226 w 9662615"/>
              <a:gd name="connsiteY90" fmla="*/ 1523409 h 1603018"/>
              <a:gd name="connsiteX91" fmla="*/ 2084783 w 9662615"/>
              <a:gd name="connsiteY91" fmla="*/ 1524245 h 1603018"/>
              <a:gd name="connsiteX92" fmla="*/ 2070075 w 9662615"/>
              <a:gd name="connsiteY92" fmla="*/ 1511285 h 1603018"/>
              <a:gd name="connsiteX93" fmla="*/ 2001057 w 9662615"/>
              <a:gd name="connsiteY93" fmla="*/ 1516449 h 1603018"/>
              <a:gd name="connsiteX94" fmla="*/ 1896330 w 9662615"/>
              <a:gd name="connsiteY94" fmla="*/ 1525725 h 1603018"/>
              <a:gd name="connsiteX95" fmla="*/ 1835994 w 9662615"/>
              <a:gd name="connsiteY95" fmla="*/ 1527678 h 1603018"/>
              <a:gd name="connsiteX96" fmla="*/ 1671119 w 9662615"/>
              <a:gd name="connsiteY96" fmla="*/ 1536701 h 1603018"/>
              <a:gd name="connsiteX97" fmla="*/ 1565556 w 9662615"/>
              <a:gd name="connsiteY97" fmla="*/ 1556503 h 1603018"/>
              <a:gd name="connsiteX98" fmla="*/ 1407755 w 9662615"/>
              <a:gd name="connsiteY98" fmla="*/ 1571444 h 1603018"/>
              <a:gd name="connsiteX99" fmla="*/ 1291872 w 9662615"/>
              <a:gd name="connsiteY99" fmla="*/ 1579471 h 1603018"/>
              <a:gd name="connsiteX100" fmla="*/ 1245251 w 9662615"/>
              <a:gd name="connsiteY100" fmla="*/ 1603018 h 1603018"/>
              <a:gd name="connsiteX101" fmla="*/ 1181938 w 9662615"/>
              <a:gd name="connsiteY101" fmla="*/ 1592789 h 1603018"/>
              <a:gd name="connsiteX102" fmla="*/ 1091432 w 9662615"/>
              <a:gd name="connsiteY102" fmla="*/ 1571003 h 1603018"/>
              <a:gd name="connsiteX103" fmla="*/ 940355 w 9662615"/>
              <a:gd name="connsiteY103" fmla="*/ 1560638 h 1603018"/>
              <a:gd name="connsiteX104" fmla="*/ 868264 w 9662615"/>
              <a:gd name="connsiteY104" fmla="*/ 1566392 h 1603018"/>
              <a:gd name="connsiteX105" fmla="*/ 792765 w 9662615"/>
              <a:gd name="connsiteY105" fmla="*/ 1563102 h 1603018"/>
              <a:gd name="connsiteX106" fmla="*/ 653153 w 9662615"/>
              <a:gd name="connsiteY106" fmla="*/ 1563516 h 1603018"/>
              <a:gd name="connsiteX107" fmla="*/ 541933 w 9662615"/>
              <a:gd name="connsiteY107" fmla="*/ 1561051 h 1603018"/>
              <a:gd name="connsiteX108" fmla="*/ 472797 w 9662615"/>
              <a:gd name="connsiteY108" fmla="*/ 1568904 h 1603018"/>
              <a:gd name="connsiteX109" fmla="*/ 396059 w 9662615"/>
              <a:gd name="connsiteY109" fmla="*/ 1560970 h 1603018"/>
              <a:gd name="connsiteX110" fmla="*/ 336819 w 9662615"/>
              <a:gd name="connsiteY110" fmla="*/ 1560892 h 1603018"/>
              <a:gd name="connsiteX111" fmla="*/ 267163 w 9662615"/>
              <a:gd name="connsiteY111" fmla="*/ 1531913 h 1603018"/>
              <a:gd name="connsiteX112" fmla="*/ 196644 w 9662615"/>
              <a:gd name="connsiteY112" fmla="*/ 1524565 h 1603018"/>
              <a:gd name="connsiteX113" fmla="*/ 86819 w 9662615"/>
              <a:gd name="connsiteY113" fmla="*/ 1519517 h 1603018"/>
              <a:gd name="connsiteX114" fmla="*/ 53369 w 9662615"/>
              <a:gd name="connsiteY114" fmla="*/ 1516853 h 1603018"/>
              <a:gd name="connsiteX115" fmla="*/ 2359 w 9662615"/>
              <a:gd name="connsiteY115" fmla="*/ 1515247 h 1603018"/>
              <a:gd name="connsiteX116" fmla="*/ 0 w 9662615"/>
              <a:gd name="connsiteY116" fmla="*/ 1514932 h 1603018"/>
              <a:gd name="connsiteX117" fmla="*/ 0 w 9662615"/>
              <a:gd name="connsiteY117" fmla="*/ 0 h 1603018"/>
              <a:gd name="connsiteX0" fmla="*/ 0 w 9662615"/>
              <a:gd name="connsiteY0" fmla="*/ 0 h 1603018"/>
              <a:gd name="connsiteX1" fmla="*/ 9662615 w 9662615"/>
              <a:gd name="connsiteY1" fmla="*/ 0 h 1603018"/>
              <a:gd name="connsiteX2" fmla="*/ 9662615 w 9662615"/>
              <a:gd name="connsiteY2" fmla="*/ 1280346 h 1603018"/>
              <a:gd name="connsiteX3" fmla="*/ 9551077 w 9662615"/>
              <a:gd name="connsiteY3" fmla="*/ 1292033 h 1603018"/>
              <a:gd name="connsiteX4" fmla="*/ 9469546 w 9662615"/>
              <a:gd name="connsiteY4" fmla="*/ 1289837 h 1603018"/>
              <a:gd name="connsiteX5" fmla="*/ 9326260 w 9662615"/>
              <a:gd name="connsiteY5" fmla="*/ 1277155 h 1603018"/>
              <a:gd name="connsiteX6" fmla="*/ 9144767 w 9662615"/>
              <a:gd name="connsiteY6" fmla="*/ 1264120 h 1603018"/>
              <a:gd name="connsiteX7" fmla="*/ 8976400 w 9662615"/>
              <a:gd name="connsiteY7" fmla="*/ 1326661 h 1603018"/>
              <a:gd name="connsiteX8" fmla="*/ 8828711 w 9662615"/>
              <a:gd name="connsiteY8" fmla="*/ 1346394 h 1603018"/>
              <a:gd name="connsiteX9" fmla="*/ 8695953 w 9662615"/>
              <a:gd name="connsiteY9" fmla="*/ 1346784 h 1603018"/>
              <a:gd name="connsiteX10" fmla="*/ 8652191 w 9662615"/>
              <a:gd name="connsiteY10" fmla="*/ 1345903 h 1603018"/>
              <a:gd name="connsiteX11" fmla="*/ 8591582 w 9662615"/>
              <a:gd name="connsiteY11" fmla="*/ 1341666 h 1603018"/>
              <a:gd name="connsiteX12" fmla="*/ 8537336 w 9662615"/>
              <a:gd name="connsiteY12" fmla="*/ 1341684 h 1603018"/>
              <a:gd name="connsiteX13" fmla="*/ 8416849 w 9662615"/>
              <a:gd name="connsiteY13" fmla="*/ 1367085 h 1603018"/>
              <a:gd name="connsiteX14" fmla="*/ 8278355 w 9662615"/>
              <a:gd name="connsiteY14" fmla="*/ 1386569 h 1603018"/>
              <a:gd name="connsiteX15" fmla="*/ 8197961 w 9662615"/>
              <a:gd name="connsiteY15" fmla="*/ 1392804 h 1603018"/>
              <a:gd name="connsiteX16" fmla="*/ 8171196 w 9662615"/>
              <a:gd name="connsiteY16" fmla="*/ 1397216 h 1603018"/>
              <a:gd name="connsiteX17" fmla="*/ 8087910 w 9662615"/>
              <a:gd name="connsiteY17" fmla="*/ 1386449 h 1603018"/>
              <a:gd name="connsiteX18" fmla="*/ 7974579 w 9662615"/>
              <a:gd name="connsiteY18" fmla="*/ 1383439 h 1603018"/>
              <a:gd name="connsiteX19" fmla="*/ 7768351 w 9662615"/>
              <a:gd name="connsiteY19" fmla="*/ 1395051 h 1603018"/>
              <a:gd name="connsiteX20" fmla="*/ 7635985 w 9662615"/>
              <a:gd name="connsiteY20" fmla="*/ 1386363 h 1603018"/>
              <a:gd name="connsiteX21" fmla="*/ 7466069 w 9662615"/>
              <a:gd name="connsiteY21" fmla="*/ 1377654 h 1603018"/>
              <a:gd name="connsiteX22" fmla="*/ 7355642 w 9662615"/>
              <a:gd name="connsiteY22" fmla="*/ 1407761 h 1603018"/>
              <a:gd name="connsiteX23" fmla="*/ 7215220 w 9662615"/>
              <a:gd name="connsiteY23" fmla="*/ 1397856 h 1603018"/>
              <a:gd name="connsiteX24" fmla="*/ 7082147 w 9662615"/>
              <a:gd name="connsiteY24" fmla="*/ 1406113 h 1603018"/>
              <a:gd name="connsiteX25" fmla="*/ 6987129 w 9662615"/>
              <a:gd name="connsiteY25" fmla="*/ 1404834 h 1603018"/>
              <a:gd name="connsiteX26" fmla="*/ 6907567 w 9662615"/>
              <a:gd name="connsiteY26" fmla="*/ 1419149 h 1603018"/>
              <a:gd name="connsiteX27" fmla="*/ 6748428 w 9662615"/>
              <a:gd name="connsiteY27" fmla="*/ 1420308 h 1603018"/>
              <a:gd name="connsiteX28" fmla="*/ 6654257 w 9662615"/>
              <a:gd name="connsiteY28" fmla="*/ 1424143 h 1603018"/>
              <a:gd name="connsiteX29" fmla="*/ 6620123 w 9662615"/>
              <a:gd name="connsiteY29" fmla="*/ 1430535 h 1603018"/>
              <a:gd name="connsiteX30" fmla="*/ 6571355 w 9662615"/>
              <a:gd name="connsiteY30" fmla="*/ 1436144 h 1603018"/>
              <a:gd name="connsiteX31" fmla="*/ 6486557 w 9662615"/>
              <a:gd name="connsiteY31" fmla="*/ 1449861 h 1603018"/>
              <a:gd name="connsiteX32" fmla="*/ 6370419 w 9662615"/>
              <a:gd name="connsiteY32" fmla="*/ 1461649 h 1603018"/>
              <a:gd name="connsiteX33" fmla="*/ 6278839 w 9662615"/>
              <a:gd name="connsiteY33" fmla="*/ 1449160 h 1603018"/>
              <a:gd name="connsiteX34" fmla="*/ 6272455 w 9662615"/>
              <a:gd name="connsiteY34" fmla="*/ 1453191 h 1603018"/>
              <a:gd name="connsiteX35" fmla="*/ 6212659 w 9662615"/>
              <a:gd name="connsiteY35" fmla="*/ 1454850 h 1603018"/>
              <a:gd name="connsiteX36" fmla="*/ 6069317 w 9662615"/>
              <a:gd name="connsiteY36" fmla="*/ 1445838 h 1603018"/>
              <a:gd name="connsiteX37" fmla="*/ 5878477 w 9662615"/>
              <a:gd name="connsiteY37" fmla="*/ 1439180 h 1603018"/>
              <a:gd name="connsiteX38" fmla="*/ 5838387 w 9662615"/>
              <a:gd name="connsiteY38" fmla="*/ 1444679 h 1603018"/>
              <a:gd name="connsiteX39" fmla="*/ 5771136 w 9662615"/>
              <a:gd name="connsiteY39" fmla="*/ 1453639 h 1603018"/>
              <a:gd name="connsiteX40" fmla="*/ 5724081 w 9662615"/>
              <a:gd name="connsiteY40" fmla="*/ 1470431 h 1603018"/>
              <a:gd name="connsiteX41" fmla="*/ 5666577 w 9662615"/>
              <a:gd name="connsiteY41" fmla="*/ 1473921 h 1603018"/>
              <a:gd name="connsiteX42" fmla="*/ 5649068 w 9662615"/>
              <a:gd name="connsiteY42" fmla="*/ 1461676 h 1603018"/>
              <a:gd name="connsiteX43" fmla="*/ 5588902 w 9662615"/>
              <a:gd name="connsiteY43" fmla="*/ 1469647 h 1603018"/>
              <a:gd name="connsiteX44" fmla="*/ 5498090 w 9662615"/>
              <a:gd name="connsiteY44" fmla="*/ 1483173 h 1603018"/>
              <a:gd name="connsiteX45" fmla="*/ 5444641 w 9662615"/>
              <a:gd name="connsiteY45" fmla="*/ 1487602 h 1603018"/>
              <a:gd name="connsiteX46" fmla="*/ 5299812 w 9662615"/>
              <a:gd name="connsiteY46" fmla="*/ 1503362 h 1603018"/>
              <a:gd name="connsiteX47" fmla="*/ 5245752 w 9662615"/>
              <a:gd name="connsiteY47" fmla="*/ 1520612 h 1603018"/>
              <a:gd name="connsiteX48" fmla="*/ 5177807 w 9662615"/>
              <a:gd name="connsiteY48" fmla="*/ 1526802 h 1603018"/>
              <a:gd name="connsiteX49" fmla="*/ 5113910 w 9662615"/>
              <a:gd name="connsiteY49" fmla="*/ 1533205 h 1603018"/>
              <a:gd name="connsiteX50" fmla="*/ 5059484 w 9662615"/>
              <a:gd name="connsiteY50" fmla="*/ 1546802 h 1603018"/>
              <a:gd name="connsiteX51" fmla="*/ 5038524 w 9662615"/>
              <a:gd name="connsiteY51" fmla="*/ 1545675 h 1603018"/>
              <a:gd name="connsiteX52" fmla="*/ 5026564 w 9662615"/>
              <a:gd name="connsiteY52" fmla="*/ 1545376 h 1603018"/>
              <a:gd name="connsiteX53" fmla="*/ 4969433 w 9662615"/>
              <a:gd name="connsiteY53" fmla="*/ 1550865 h 1603018"/>
              <a:gd name="connsiteX54" fmla="*/ 4871726 w 9662615"/>
              <a:gd name="connsiteY54" fmla="*/ 1570584 h 1603018"/>
              <a:gd name="connsiteX55" fmla="*/ 4843267 w 9662615"/>
              <a:gd name="connsiteY55" fmla="*/ 1561459 h 1603018"/>
              <a:gd name="connsiteX56" fmla="*/ 4821058 w 9662615"/>
              <a:gd name="connsiteY56" fmla="*/ 1553078 h 1603018"/>
              <a:gd name="connsiteX57" fmla="*/ 4791466 w 9662615"/>
              <a:gd name="connsiteY57" fmla="*/ 1561324 h 1603018"/>
              <a:gd name="connsiteX58" fmla="*/ 4784247 w 9662615"/>
              <a:gd name="connsiteY58" fmla="*/ 1562342 h 1603018"/>
              <a:gd name="connsiteX59" fmla="*/ 4739309 w 9662615"/>
              <a:gd name="connsiteY59" fmla="*/ 1553948 h 1603018"/>
              <a:gd name="connsiteX60" fmla="*/ 4697562 w 9662615"/>
              <a:gd name="connsiteY60" fmla="*/ 1551206 h 1603018"/>
              <a:gd name="connsiteX61" fmla="*/ 4650737 w 9662615"/>
              <a:gd name="connsiteY61" fmla="*/ 1537381 h 1603018"/>
              <a:gd name="connsiteX62" fmla="*/ 4583150 w 9662615"/>
              <a:gd name="connsiteY62" fmla="*/ 1529064 h 1603018"/>
              <a:gd name="connsiteX63" fmla="*/ 4521734 w 9662615"/>
              <a:gd name="connsiteY63" fmla="*/ 1529359 h 1603018"/>
              <a:gd name="connsiteX64" fmla="*/ 4382398 w 9662615"/>
              <a:gd name="connsiteY64" fmla="*/ 1534108 h 1603018"/>
              <a:gd name="connsiteX65" fmla="*/ 4221826 w 9662615"/>
              <a:gd name="connsiteY65" fmla="*/ 1500972 h 1603018"/>
              <a:gd name="connsiteX66" fmla="*/ 4096601 w 9662615"/>
              <a:gd name="connsiteY66" fmla="*/ 1521563 h 1603018"/>
              <a:gd name="connsiteX67" fmla="*/ 4002441 w 9662615"/>
              <a:gd name="connsiteY67" fmla="*/ 1528912 h 1603018"/>
              <a:gd name="connsiteX68" fmla="*/ 3833906 w 9662615"/>
              <a:gd name="connsiteY68" fmla="*/ 1516637 h 1603018"/>
              <a:gd name="connsiteX69" fmla="*/ 3763845 w 9662615"/>
              <a:gd name="connsiteY69" fmla="*/ 1501782 h 1603018"/>
              <a:gd name="connsiteX70" fmla="*/ 3673583 w 9662615"/>
              <a:gd name="connsiteY70" fmla="*/ 1501471 h 1603018"/>
              <a:gd name="connsiteX71" fmla="*/ 3640771 w 9662615"/>
              <a:gd name="connsiteY71" fmla="*/ 1531025 h 1603018"/>
              <a:gd name="connsiteX72" fmla="*/ 3576170 w 9662615"/>
              <a:gd name="connsiteY72" fmla="*/ 1516288 h 1603018"/>
              <a:gd name="connsiteX73" fmla="*/ 3540258 w 9662615"/>
              <a:gd name="connsiteY73" fmla="*/ 1516976 h 1603018"/>
              <a:gd name="connsiteX74" fmla="*/ 3522853 w 9662615"/>
              <a:gd name="connsiteY74" fmla="*/ 1538044 h 1603018"/>
              <a:gd name="connsiteX75" fmla="*/ 3480929 w 9662615"/>
              <a:gd name="connsiteY75" fmla="*/ 1526739 h 1603018"/>
              <a:gd name="connsiteX76" fmla="*/ 3430805 w 9662615"/>
              <a:gd name="connsiteY76" fmla="*/ 1542521 h 1603018"/>
              <a:gd name="connsiteX77" fmla="*/ 3292707 w 9662615"/>
              <a:gd name="connsiteY77" fmla="*/ 1520490 h 1603018"/>
              <a:gd name="connsiteX78" fmla="*/ 3187872 w 9662615"/>
              <a:gd name="connsiteY78" fmla="*/ 1519991 h 1603018"/>
              <a:gd name="connsiteX79" fmla="*/ 3148026 w 9662615"/>
              <a:gd name="connsiteY79" fmla="*/ 1524777 h 1603018"/>
              <a:gd name="connsiteX80" fmla="*/ 3092394 w 9662615"/>
              <a:gd name="connsiteY80" fmla="*/ 1528115 h 1603018"/>
              <a:gd name="connsiteX81" fmla="*/ 2994200 w 9662615"/>
              <a:gd name="connsiteY81" fmla="*/ 1537857 h 1603018"/>
              <a:gd name="connsiteX82" fmla="*/ 2862301 w 9662615"/>
              <a:gd name="connsiteY82" fmla="*/ 1544250 h 1603018"/>
              <a:gd name="connsiteX83" fmla="*/ 2766335 w 9662615"/>
              <a:gd name="connsiteY83" fmla="*/ 1527662 h 1603018"/>
              <a:gd name="connsiteX84" fmla="*/ 2757836 w 9662615"/>
              <a:gd name="connsiteY84" fmla="*/ 1531371 h 1603018"/>
              <a:gd name="connsiteX85" fmla="*/ 2691555 w 9662615"/>
              <a:gd name="connsiteY85" fmla="*/ 1530283 h 1603018"/>
              <a:gd name="connsiteX86" fmla="*/ 2539383 w 9662615"/>
              <a:gd name="connsiteY86" fmla="*/ 1504835 h 1603018"/>
              <a:gd name="connsiteX87" fmla="*/ 2378036 w 9662615"/>
              <a:gd name="connsiteY87" fmla="*/ 1520645 h 1603018"/>
              <a:gd name="connsiteX88" fmla="*/ 2320049 w 9662615"/>
              <a:gd name="connsiteY88" fmla="*/ 1511019 h 1603018"/>
              <a:gd name="connsiteX89" fmla="*/ 2238909 w 9662615"/>
              <a:gd name="connsiteY89" fmla="*/ 1508888 h 1603018"/>
              <a:gd name="connsiteX90" fmla="*/ 2149226 w 9662615"/>
              <a:gd name="connsiteY90" fmla="*/ 1523409 h 1603018"/>
              <a:gd name="connsiteX91" fmla="*/ 2084783 w 9662615"/>
              <a:gd name="connsiteY91" fmla="*/ 1524245 h 1603018"/>
              <a:gd name="connsiteX92" fmla="*/ 2070075 w 9662615"/>
              <a:gd name="connsiteY92" fmla="*/ 1511285 h 1603018"/>
              <a:gd name="connsiteX93" fmla="*/ 2001057 w 9662615"/>
              <a:gd name="connsiteY93" fmla="*/ 1516449 h 1603018"/>
              <a:gd name="connsiteX94" fmla="*/ 1896330 w 9662615"/>
              <a:gd name="connsiteY94" fmla="*/ 1525725 h 1603018"/>
              <a:gd name="connsiteX95" fmla="*/ 1835994 w 9662615"/>
              <a:gd name="connsiteY95" fmla="*/ 1527678 h 1603018"/>
              <a:gd name="connsiteX96" fmla="*/ 1671119 w 9662615"/>
              <a:gd name="connsiteY96" fmla="*/ 1536701 h 1603018"/>
              <a:gd name="connsiteX97" fmla="*/ 1565556 w 9662615"/>
              <a:gd name="connsiteY97" fmla="*/ 1556503 h 1603018"/>
              <a:gd name="connsiteX98" fmla="*/ 1407755 w 9662615"/>
              <a:gd name="connsiteY98" fmla="*/ 1571444 h 1603018"/>
              <a:gd name="connsiteX99" fmla="*/ 1291872 w 9662615"/>
              <a:gd name="connsiteY99" fmla="*/ 1579471 h 1603018"/>
              <a:gd name="connsiteX100" fmla="*/ 1245251 w 9662615"/>
              <a:gd name="connsiteY100" fmla="*/ 1603018 h 1603018"/>
              <a:gd name="connsiteX101" fmla="*/ 1181938 w 9662615"/>
              <a:gd name="connsiteY101" fmla="*/ 1592789 h 1603018"/>
              <a:gd name="connsiteX102" fmla="*/ 1091432 w 9662615"/>
              <a:gd name="connsiteY102" fmla="*/ 1571003 h 1603018"/>
              <a:gd name="connsiteX103" fmla="*/ 940355 w 9662615"/>
              <a:gd name="connsiteY103" fmla="*/ 1560638 h 1603018"/>
              <a:gd name="connsiteX104" fmla="*/ 868264 w 9662615"/>
              <a:gd name="connsiteY104" fmla="*/ 1566392 h 1603018"/>
              <a:gd name="connsiteX105" fmla="*/ 792765 w 9662615"/>
              <a:gd name="connsiteY105" fmla="*/ 1563102 h 1603018"/>
              <a:gd name="connsiteX106" fmla="*/ 653153 w 9662615"/>
              <a:gd name="connsiteY106" fmla="*/ 1563516 h 1603018"/>
              <a:gd name="connsiteX107" fmla="*/ 541933 w 9662615"/>
              <a:gd name="connsiteY107" fmla="*/ 1561051 h 1603018"/>
              <a:gd name="connsiteX108" fmla="*/ 472797 w 9662615"/>
              <a:gd name="connsiteY108" fmla="*/ 1568904 h 1603018"/>
              <a:gd name="connsiteX109" fmla="*/ 396059 w 9662615"/>
              <a:gd name="connsiteY109" fmla="*/ 1560970 h 1603018"/>
              <a:gd name="connsiteX110" fmla="*/ 336819 w 9662615"/>
              <a:gd name="connsiteY110" fmla="*/ 1560892 h 1603018"/>
              <a:gd name="connsiteX111" fmla="*/ 267163 w 9662615"/>
              <a:gd name="connsiteY111" fmla="*/ 1531913 h 1603018"/>
              <a:gd name="connsiteX112" fmla="*/ 196644 w 9662615"/>
              <a:gd name="connsiteY112" fmla="*/ 1524565 h 1603018"/>
              <a:gd name="connsiteX113" fmla="*/ 86819 w 9662615"/>
              <a:gd name="connsiteY113" fmla="*/ 1519517 h 1603018"/>
              <a:gd name="connsiteX114" fmla="*/ 53369 w 9662615"/>
              <a:gd name="connsiteY114" fmla="*/ 1516853 h 1603018"/>
              <a:gd name="connsiteX115" fmla="*/ 2359 w 9662615"/>
              <a:gd name="connsiteY115" fmla="*/ 1515247 h 1603018"/>
              <a:gd name="connsiteX116" fmla="*/ 0 w 9662615"/>
              <a:gd name="connsiteY116" fmla="*/ 1514932 h 1603018"/>
              <a:gd name="connsiteX117" fmla="*/ 0 w 9662615"/>
              <a:gd name="connsiteY117" fmla="*/ 0 h 1603018"/>
              <a:gd name="connsiteX0" fmla="*/ 0 w 9662615"/>
              <a:gd name="connsiteY0" fmla="*/ 0 h 1603018"/>
              <a:gd name="connsiteX1" fmla="*/ 9662615 w 9662615"/>
              <a:gd name="connsiteY1" fmla="*/ 0 h 1603018"/>
              <a:gd name="connsiteX2" fmla="*/ 9662615 w 9662615"/>
              <a:gd name="connsiteY2" fmla="*/ 1280346 h 1603018"/>
              <a:gd name="connsiteX3" fmla="*/ 9551077 w 9662615"/>
              <a:gd name="connsiteY3" fmla="*/ 1292033 h 1603018"/>
              <a:gd name="connsiteX4" fmla="*/ 9469546 w 9662615"/>
              <a:gd name="connsiteY4" fmla="*/ 1289837 h 1603018"/>
              <a:gd name="connsiteX5" fmla="*/ 9326260 w 9662615"/>
              <a:gd name="connsiteY5" fmla="*/ 1277155 h 1603018"/>
              <a:gd name="connsiteX6" fmla="*/ 9144767 w 9662615"/>
              <a:gd name="connsiteY6" fmla="*/ 1264120 h 1603018"/>
              <a:gd name="connsiteX7" fmla="*/ 8976400 w 9662615"/>
              <a:gd name="connsiteY7" fmla="*/ 1326661 h 1603018"/>
              <a:gd name="connsiteX8" fmla="*/ 8828711 w 9662615"/>
              <a:gd name="connsiteY8" fmla="*/ 1346394 h 1603018"/>
              <a:gd name="connsiteX9" fmla="*/ 8695953 w 9662615"/>
              <a:gd name="connsiteY9" fmla="*/ 1346784 h 1603018"/>
              <a:gd name="connsiteX10" fmla="*/ 8652191 w 9662615"/>
              <a:gd name="connsiteY10" fmla="*/ 1345903 h 1603018"/>
              <a:gd name="connsiteX11" fmla="*/ 8591582 w 9662615"/>
              <a:gd name="connsiteY11" fmla="*/ 1341666 h 1603018"/>
              <a:gd name="connsiteX12" fmla="*/ 8537336 w 9662615"/>
              <a:gd name="connsiteY12" fmla="*/ 1341684 h 1603018"/>
              <a:gd name="connsiteX13" fmla="*/ 8416849 w 9662615"/>
              <a:gd name="connsiteY13" fmla="*/ 1367085 h 1603018"/>
              <a:gd name="connsiteX14" fmla="*/ 8278355 w 9662615"/>
              <a:gd name="connsiteY14" fmla="*/ 1386569 h 1603018"/>
              <a:gd name="connsiteX15" fmla="*/ 8197961 w 9662615"/>
              <a:gd name="connsiteY15" fmla="*/ 1392804 h 1603018"/>
              <a:gd name="connsiteX16" fmla="*/ 8171196 w 9662615"/>
              <a:gd name="connsiteY16" fmla="*/ 1397216 h 1603018"/>
              <a:gd name="connsiteX17" fmla="*/ 8087910 w 9662615"/>
              <a:gd name="connsiteY17" fmla="*/ 1386449 h 1603018"/>
              <a:gd name="connsiteX18" fmla="*/ 7974579 w 9662615"/>
              <a:gd name="connsiteY18" fmla="*/ 1383439 h 1603018"/>
              <a:gd name="connsiteX19" fmla="*/ 7768351 w 9662615"/>
              <a:gd name="connsiteY19" fmla="*/ 1395051 h 1603018"/>
              <a:gd name="connsiteX20" fmla="*/ 7635985 w 9662615"/>
              <a:gd name="connsiteY20" fmla="*/ 1386363 h 1603018"/>
              <a:gd name="connsiteX21" fmla="*/ 7466069 w 9662615"/>
              <a:gd name="connsiteY21" fmla="*/ 1377654 h 1603018"/>
              <a:gd name="connsiteX22" fmla="*/ 7355642 w 9662615"/>
              <a:gd name="connsiteY22" fmla="*/ 1407761 h 1603018"/>
              <a:gd name="connsiteX23" fmla="*/ 7215220 w 9662615"/>
              <a:gd name="connsiteY23" fmla="*/ 1397856 h 1603018"/>
              <a:gd name="connsiteX24" fmla="*/ 7082147 w 9662615"/>
              <a:gd name="connsiteY24" fmla="*/ 1406113 h 1603018"/>
              <a:gd name="connsiteX25" fmla="*/ 6987129 w 9662615"/>
              <a:gd name="connsiteY25" fmla="*/ 1404834 h 1603018"/>
              <a:gd name="connsiteX26" fmla="*/ 6907567 w 9662615"/>
              <a:gd name="connsiteY26" fmla="*/ 1419149 h 1603018"/>
              <a:gd name="connsiteX27" fmla="*/ 6748428 w 9662615"/>
              <a:gd name="connsiteY27" fmla="*/ 1420308 h 1603018"/>
              <a:gd name="connsiteX28" fmla="*/ 6654257 w 9662615"/>
              <a:gd name="connsiteY28" fmla="*/ 1424143 h 1603018"/>
              <a:gd name="connsiteX29" fmla="*/ 6620123 w 9662615"/>
              <a:gd name="connsiteY29" fmla="*/ 1430535 h 1603018"/>
              <a:gd name="connsiteX30" fmla="*/ 6571355 w 9662615"/>
              <a:gd name="connsiteY30" fmla="*/ 1436144 h 1603018"/>
              <a:gd name="connsiteX31" fmla="*/ 6486557 w 9662615"/>
              <a:gd name="connsiteY31" fmla="*/ 1449861 h 1603018"/>
              <a:gd name="connsiteX32" fmla="*/ 6370419 w 9662615"/>
              <a:gd name="connsiteY32" fmla="*/ 1461649 h 1603018"/>
              <a:gd name="connsiteX33" fmla="*/ 6278839 w 9662615"/>
              <a:gd name="connsiteY33" fmla="*/ 1449160 h 1603018"/>
              <a:gd name="connsiteX34" fmla="*/ 6272455 w 9662615"/>
              <a:gd name="connsiteY34" fmla="*/ 1453191 h 1603018"/>
              <a:gd name="connsiteX35" fmla="*/ 6212659 w 9662615"/>
              <a:gd name="connsiteY35" fmla="*/ 1454850 h 1603018"/>
              <a:gd name="connsiteX36" fmla="*/ 6069317 w 9662615"/>
              <a:gd name="connsiteY36" fmla="*/ 1445838 h 1603018"/>
              <a:gd name="connsiteX37" fmla="*/ 5878477 w 9662615"/>
              <a:gd name="connsiteY37" fmla="*/ 1439180 h 1603018"/>
              <a:gd name="connsiteX38" fmla="*/ 5838387 w 9662615"/>
              <a:gd name="connsiteY38" fmla="*/ 1444679 h 1603018"/>
              <a:gd name="connsiteX39" fmla="*/ 5771136 w 9662615"/>
              <a:gd name="connsiteY39" fmla="*/ 1453639 h 1603018"/>
              <a:gd name="connsiteX40" fmla="*/ 5724081 w 9662615"/>
              <a:gd name="connsiteY40" fmla="*/ 1470431 h 1603018"/>
              <a:gd name="connsiteX41" fmla="*/ 5666577 w 9662615"/>
              <a:gd name="connsiteY41" fmla="*/ 1473921 h 1603018"/>
              <a:gd name="connsiteX42" fmla="*/ 5649068 w 9662615"/>
              <a:gd name="connsiteY42" fmla="*/ 1461676 h 1603018"/>
              <a:gd name="connsiteX43" fmla="*/ 5588902 w 9662615"/>
              <a:gd name="connsiteY43" fmla="*/ 1469647 h 1603018"/>
              <a:gd name="connsiteX44" fmla="*/ 5498090 w 9662615"/>
              <a:gd name="connsiteY44" fmla="*/ 1483173 h 1603018"/>
              <a:gd name="connsiteX45" fmla="*/ 5444641 w 9662615"/>
              <a:gd name="connsiteY45" fmla="*/ 1487602 h 1603018"/>
              <a:gd name="connsiteX46" fmla="*/ 5299812 w 9662615"/>
              <a:gd name="connsiteY46" fmla="*/ 1503362 h 1603018"/>
              <a:gd name="connsiteX47" fmla="*/ 5245752 w 9662615"/>
              <a:gd name="connsiteY47" fmla="*/ 1520612 h 1603018"/>
              <a:gd name="connsiteX48" fmla="*/ 5177807 w 9662615"/>
              <a:gd name="connsiteY48" fmla="*/ 1526802 h 1603018"/>
              <a:gd name="connsiteX49" fmla="*/ 5113910 w 9662615"/>
              <a:gd name="connsiteY49" fmla="*/ 1533205 h 1603018"/>
              <a:gd name="connsiteX50" fmla="*/ 5059484 w 9662615"/>
              <a:gd name="connsiteY50" fmla="*/ 1546802 h 1603018"/>
              <a:gd name="connsiteX51" fmla="*/ 5038524 w 9662615"/>
              <a:gd name="connsiteY51" fmla="*/ 1545675 h 1603018"/>
              <a:gd name="connsiteX52" fmla="*/ 5026564 w 9662615"/>
              <a:gd name="connsiteY52" fmla="*/ 1545376 h 1603018"/>
              <a:gd name="connsiteX53" fmla="*/ 4969433 w 9662615"/>
              <a:gd name="connsiteY53" fmla="*/ 1550865 h 1603018"/>
              <a:gd name="connsiteX54" fmla="*/ 4871726 w 9662615"/>
              <a:gd name="connsiteY54" fmla="*/ 1570584 h 1603018"/>
              <a:gd name="connsiteX55" fmla="*/ 4843267 w 9662615"/>
              <a:gd name="connsiteY55" fmla="*/ 1561459 h 1603018"/>
              <a:gd name="connsiteX56" fmla="*/ 4821058 w 9662615"/>
              <a:gd name="connsiteY56" fmla="*/ 1553078 h 1603018"/>
              <a:gd name="connsiteX57" fmla="*/ 4791466 w 9662615"/>
              <a:gd name="connsiteY57" fmla="*/ 1561324 h 1603018"/>
              <a:gd name="connsiteX58" fmla="*/ 4784247 w 9662615"/>
              <a:gd name="connsiteY58" fmla="*/ 1562342 h 1603018"/>
              <a:gd name="connsiteX59" fmla="*/ 4739309 w 9662615"/>
              <a:gd name="connsiteY59" fmla="*/ 1553948 h 1603018"/>
              <a:gd name="connsiteX60" fmla="*/ 4697562 w 9662615"/>
              <a:gd name="connsiteY60" fmla="*/ 1551206 h 1603018"/>
              <a:gd name="connsiteX61" fmla="*/ 4650737 w 9662615"/>
              <a:gd name="connsiteY61" fmla="*/ 1537381 h 1603018"/>
              <a:gd name="connsiteX62" fmla="*/ 4583150 w 9662615"/>
              <a:gd name="connsiteY62" fmla="*/ 1529064 h 1603018"/>
              <a:gd name="connsiteX63" fmla="*/ 4521734 w 9662615"/>
              <a:gd name="connsiteY63" fmla="*/ 1529359 h 1603018"/>
              <a:gd name="connsiteX64" fmla="*/ 4382398 w 9662615"/>
              <a:gd name="connsiteY64" fmla="*/ 1534108 h 1603018"/>
              <a:gd name="connsiteX65" fmla="*/ 4221826 w 9662615"/>
              <a:gd name="connsiteY65" fmla="*/ 1500972 h 1603018"/>
              <a:gd name="connsiteX66" fmla="*/ 4096601 w 9662615"/>
              <a:gd name="connsiteY66" fmla="*/ 1521563 h 1603018"/>
              <a:gd name="connsiteX67" fmla="*/ 4002441 w 9662615"/>
              <a:gd name="connsiteY67" fmla="*/ 1528912 h 1603018"/>
              <a:gd name="connsiteX68" fmla="*/ 3833906 w 9662615"/>
              <a:gd name="connsiteY68" fmla="*/ 1516637 h 1603018"/>
              <a:gd name="connsiteX69" fmla="*/ 3763845 w 9662615"/>
              <a:gd name="connsiteY69" fmla="*/ 1501782 h 1603018"/>
              <a:gd name="connsiteX70" fmla="*/ 3673583 w 9662615"/>
              <a:gd name="connsiteY70" fmla="*/ 1501471 h 1603018"/>
              <a:gd name="connsiteX71" fmla="*/ 3640771 w 9662615"/>
              <a:gd name="connsiteY71" fmla="*/ 1531025 h 1603018"/>
              <a:gd name="connsiteX72" fmla="*/ 3576170 w 9662615"/>
              <a:gd name="connsiteY72" fmla="*/ 1516288 h 1603018"/>
              <a:gd name="connsiteX73" fmla="*/ 3540258 w 9662615"/>
              <a:gd name="connsiteY73" fmla="*/ 1516976 h 1603018"/>
              <a:gd name="connsiteX74" fmla="*/ 3522853 w 9662615"/>
              <a:gd name="connsiteY74" fmla="*/ 1538044 h 1603018"/>
              <a:gd name="connsiteX75" fmla="*/ 3480929 w 9662615"/>
              <a:gd name="connsiteY75" fmla="*/ 1526739 h 1603018"/>
              <a:gd name="connsiteX76" fmla="*/ 3430805 w 9662615"/>
              <a:gd name="connsiteY76" fmla="*/ 1542521 h 1603018"/>
              <a:gd name="connsiteX77" fmla="*/ 3292707 w 9662615"/>
              <a:gd name="connsiteY77" fmla="*/ 1520490 h 1603018"/>
              <a:gd name="connsiteX78" fmla="*/ 3187872 w 9662615"/>
              <a:gd name="connsiteY78" fmla="*/ 1519991 h 1603018"/>
              <a:gd name="connsiteX79" fmla="*/ 3148026 w 9662615"/>
              <a:gd name="connsiteY79" fmla="*/ 1524777 h 1603018"/>
              <a:gd name="connsiteX80" fmla="*/ 3092394 w 9662615"/>
              <a:gd name="connsiteY80" fmla="*/ 1528115 h 1603018"/>
              <a:gd name="connsiteX81" fmla="*/ 2994200 w 9662615"/>
              <a:gd name="connsiteY81" fmla="*/ 1537857 h 1603018"/>
              <a:gd name="connsiteX82" fmla="*/ 2862301 w 9662615"/>
              <a:gd name="connsiteY82" fmla="*/ 1544250 h 1603018"/>
              <a:gd name="connsiteX83" fmla="*/ 2766335 w 9662615"/>
              <a:gd name="connsiteY83" fmla="*/ 1527662 h 1603018"/>
              <a:gd name="connsiteX84" fmla="*/ 2757836 w 9662615"/>
              <a:gd name="connsiteY84" fmla="*/ 1531371 h 1603018"/>
              <a:gd name="connsiteX85" fmla="*/ 2691555 w 9662615"/>
              <a:gd name="connsiteY85" fmla="*/ 1530283 h 1603018"/>
              <a:gd name="connsiteX86" fmla="*/ 2539383 w 9662615"/>
              <a:gd name="connsiteY86" fmla="*/ 1504835 h 1603018"/>
              <a:gd name="connsiteX87" fmla="*/ 2378036 w 9662615"/>
              <a:gd name="connsiteY87" fmla="*/ 1520645 h 1603018"/>
              <a:gd name="connsiteX88" fmla="*/ 2320049 w 9662615"/>
              <a:gd name="connsiteY88" fmla="*/ 1511019 h 1603018"/>
              <a:gd name="connsiteX89" fmla="*/ 2238909 w 9662615"/>
              <a:gd name="connsiteY89" fmla="*/ 1508888 h 1603018"/>
              <a:gd name="connsiteX90" fmla="*/ 2181031 w 9662615"/>
              <a:gd name="connsiteY90" fmla="*/ 1531361 h 1603018"/>
              <a:gd name="connsiteX91" fmla="*/ 2084783 w 9662615"/>
              <a:gd name="connsiteY91" fmla="*/ 1524245 h 1603018"/>
              <a:gd name="connsiteX92" fmla="*/ 2070075 w 9662615"/>
              <a:gd name="connsiteY92" fmla="*/ 1511285 h 1603018"/>
              <a:gd name="connsiteX93" fmla="*/ 2001057 w 9662615"/>
              <a:gd name="connsiteY93" fmla="*/ 1516449 h 1603018"/>
              <a:gd name="connsiteX94" fmla="*/ 1896330 w 9662615"/>
              <a:gd name="connsiteY94" fmla="*/ 1525725 h 1603018"/>
              <a:gd name="connsiteX95" fmla="*/ 1835994 w 9662615"/>
              <a:gd name="connsiteY95" fmla="*/ 1527678 h 1603018"/>
              <a:gd name="connsiteX96" fmla="*/ 1671119 w 9662615"/>
              <a:gd name="connsiteY96" fmla="*/ 1536701 h 1603018"/>
              <a:gd name="connsiteX97" fmla="*/ 1565556 w 9662615"/>
              <a:gd name="connsiteY97" fmla="*/ 1556503 h 1603018"/>
              <a:gd name="connsiteX98" fmla="*/ 1407755 w 9662615"/>
              <a:gd name="connsiteY98" fmla="*/ 1571444 h 1603018"/>
              <a:gd name="connsiteX99" fmla="*/ 1291872 w 9662615"/>
              <a:gd name="connsiteY99" fmla="*/ 1579471 h 1603018"/>
              <a:gd name="connsiteX100" fmla="*/ 1245251 w 9662615"/>
              <a:gd name="connsiteY100" fmla="*/ 1603018 h 1603018"/>
              <a:gd name="connsiteX101" fmla="*/ 1181938 w 9662615"/>
              <a:gd name="connsiteY101" fmla="*/ 1592789 h 1603018"/>
              <a:gd name="connsiteX102" fmla="*/ 1091432 w 9662615"/>
              <a:gd name="connsiteY102" fmla="*/ 1571003 h 1603018"/>
              <a:gd name="connsiteX103" fmla="*/ 940355 w 9662615"/>
              <a:gd name="connsiteY103" fmla="*/ 1560638 h 1603018"/>
              <a:gd name="connsiteX104" fmla="*/ 868264 w 9662615"/>
              <a:gd name="connsiteY104" fmla="*/ 1566392 h 1603018"/>
              <a:gd name="connsiteX105" fmla="*/ 792765 w 9662615"/>
              <a:gd name="connsiteY105" fmla="*/ 1563102 h 1603018"/>
              <a:gd name="connsiteX106" fmla="*/ 653153 w 9662615"/>
              <a:gd name="connsiteY106" fmla="*/ 1563516 h 1603018"/>
              <a:gd name="connsiteX107" fmla="*/ 541933 w 9662615"/>
              <a:gd name="connsiteY107" fmla="*/ 1561051 h 1603018"/>
              <a:gd name="connsiteX108" fmla="*/ 472797 w 9662615"/>
              <a:gd name="connsiteY108" fmla="*/ 1568904 h 1603018"/>
              <a:gd name="connsiteX109" fmla="*/ 396059 w 9662615"/>
              <a:gd name="connsiteY109" fmla="*/ 1560970 h 1603018"/>
              <a:gd name="connsiteX110" fmla="*/ 336819 w 9662615"/>
              <a:gd name="connsiteY110" fmla="*/ 1560892 h 1603018"/>
              <a:gd name="connsiteX111" fmla="*/ 267163 w 9662615"/>
              <a:gd name="connsiteY111" fmla="*/ 1531913 h 1603018"/>
              <a:gd name="connsiteX112" fmla="*/ 196644 w 9662615"/>
              <a:gd name="connsiteY112" fmla="*/ 1524565 h 1603018"/>
              <a:gd name="connsiteX113" fmla="*/ 86819 w 9662615"/>
              <a:gd name="connsiteY113" fmla="*/ 1519517 h 1603018"/>
              <a:gd name="connsiteX114" fmla="*/ 53369 w 9662615"/>
              <a:gd name="connsiteY114" fmla="*/ 1516853 h 1603018"/>
              <a:gd name="connsiteX115" fmla="*/ 2359 w 9662615"/>
              <a:gd name="connsiteY115" fmla="*/ 1515247 h 1603018"/>
              <a:gd name="connsiteX116" fmla="*/ 0 w 9662615"/>
              <a:gd name="connsiteY116" fmla="*/ 1514932 h 1603018"/>
              <a:gd name="connsiteX117" fmla="*/ 0 w 9662615"/>
              <a:gd name="connsiteY117" fmla="*/ 0 h 1603018"/>
              <a:gd name="connsiteX0" fmla="*/ 0 w 9662615"/>
              <a:gd name="connsiteY0" fmla="*/ 0 h 1603018"/>
              <a:gd name="connsiteX1" fmla="*/ 9662615 w 9662615"/>
              <a:gd name="connsiteY1" fmla="*/ 0 h 1603018"/>
              <a:gd name="connsiteX2" fmla="*/ 9662615 w 9662615"/>
              <a:gd name="connsiteY2" fmla="*/ 1280346 h 1603018"/>
              <a:gd name="connsiteX3" fmla="*/ 9551077 w 9662615"/>
              <a:gd name="connsiteY3" fmla="*/ 1292033 h 1603018"/>
              <a:gd name="connsiteX4" fmla="*/ 9469546 w 9662615"/>
              <a:gd name="connsiteY4" fmla="*/ 1289837 h 1603018"/>
              <a:gd name="connsiteX5" fmla="*/ 9326260 w 9662615"/>
              <a:gd name="connsiteY5" fmla="*/ 1277155 h 1603018"/>
              <a:gd name="connsiteX6" fmla="*/ 9144767 w 9662615"/>
              <a:gd name="connsiteY6" fmla="*/ 1264120 h 1603018"/>
              <a:gd name="connsiteX7" fmla="*/ 8976400 w 9662615"/>
              <a:gd name="connsiteY7" fmla="*/ 1326661 h 1603018"/>
              <a:gd name="connsiteX8" fmla="*/ 8828711 w 9662615"/>
              <a:gd name="connsiteY8" fmla="*/ 1346394 h 1603018"/>
              <a:gd name="connsiteX9" fmla="*/ 8695953 w 9662615"/>
              <a:gd name="connsiteY9" fmla="*/ 1346784 h 1603018"/>
              <a:gd name="connsiteX10" fmla="*/ 8652191 w 9662615"/>
              <a:gd name="connsiteY10" fmla="*/ 1345903 h 1603018"/>
              <a:gd name="connsiteX11" fmla="*/ 8591582 w 9662615"/>
              <a:gd name="connsiteY11" fmla="*/ 1341666 h 1603018"/>
              <a:gd name="connsiteX12" fmla="*/ 8537336 w 9662615"/>
              <a:gd name="connsiteY12" fmla="*/ 1341684 h 1603018"/>
              <a:gd name="connsiteX13" fmla="*/ 8416849 w 9662615"/>
              <a:gd name="connsiteY13" fmla="*/ 1367085 h 1603018"/>
              <a:gd name="connsiteX14" fmla="*/ 8278355 w 9662615"/>
              <a:gd name="connsiteY14" fmla="*/ 1386569 h 1603018"/>
              <a:gd name="connsiteX15" fmla="*/ 8197961 w 9662615"/>
              <a:gd name="connsiteY15" fmla="*/ 1392804 h 1603018"/>
              <a:gd name="connsiteX16" fmla="*/ 8171196 w 9662615"/>
              <a:gd name="connsiteY16" fmla="*/ 1397216 h 1603018"/>
              <a:gd name="connsiteX17" fmla="*/ 8087910 w 9662615"/>
              <a:gd name="connsiteY17" fmla="*/ 1386449 h 1603018"/>
              <a:gd name="connsiteX18" fmla="*/ 7974579 w 9662615"/>
              <a:gd name="connsiteY18" fmla="*/ 1383439 h 1603018"/>
              <a:gd name="connsiteX19" fmla="*/ 7768351 w 9662615"/>
              <a:gd name="connsiteY19" fmla="*/ 1395051 h 1603018"/>
              <a:gd name="connsiteX20" fmla="*/ 7635985 w 9662615"/>
              <a:gd name="connsiteY20" fmla="*/ 1386363 h 1603018"/>
              <a:gd name="connsiteX21" fmla="*/ 7466069 w 9662615"/>
              <a:gd name="connsiteY21" fmla="*/ 1377654 h 1603018"/>
              <a:gd name="connsiteX22" fmla="*/ 7355642 w 9662615"/>
              <a:gd name="connsiteY22" fmla="*/ 1407761 h 1603018"/>
              <a:gd name="connsiteX23" fmla="*/ 7215220 w 9662615"/>
              <a:gd name="connsiteY23" fmla="*/ 1397856 h 1603018"/>
              <a:gd name="connsiteX24" fmla="*/ 7082147 w 9662615"/>
              <a:gd name="connsiteY24" fmla="*/ 1406113 h 1603018"/>
              <a:gd name="connsiteX25" fmla="*/ 6987129 w 9662615"/>
              <a:gd name="connsiteY25" fmla="*/ 1404834 h 1603018"/>
              <a:gd name="connsiteX26" fmla="*/ 6907567 w 9662615"/>
              <a:gd name="connsiteY26" fmla="*/ 1419149 h 1603018"/>
              <a:gd name="connsiteX27" fmla="*/ 6748428 w 9662615"/>
              <a:gd name="connsiteY27" fmla="*/ 1420308 h 1603018"/>
              <a:gd name="connsiteX28" fmla="*/ 6654257 w 9662615"/>
              <a:gd name="connsiteY28" fmla="*/ 1424143 h 1603018"/>
              <a:gd name="connsiteX29" fmla="*/ 6620123 w 9662615"/>
              <a:gd name="connsiteY29" fmla="*/ 1430535 h 1603018"/>
              <a:gd name="connsiteX30" fmla="*/ 6571355 w 9662615"/>
              <a:gd name="connsiteY30" fmla="*/ 1436144 h 1603018"/>
              <a:gd name="connsiteX31" fmla="*/ 6486557 w 9662615"/>
              <a:gd name="connsiteY31" fmla="*/ 1449861 h 1603018"/>
              <a:gd name="connsiteX32" fmla="*/ 6370419 w 9662615"/>
              <a:gd name="connsiteY32" fmla="*/ 1461649 h 1603018"/>
              <a:gd name="connsiteX33" fmla="*/ 6278839 w 9662615"/>
              <a:gd name="connsiteY33" fmla="*/ 1449160 h 1603018"/>
              <a:gd name="connsiteX34" fmla="*/ 6272455 w 9662615"/>
              <a:gd name="connsiteY34" fmla="*/ 1453191 h 1603018"/>
              <a:gd name="connsiteX35" fmla="*/ 6212659 w 9662615"/>
              <a:gd name="connsiteY35" fmla="*/ 1454850 h 1603018"/>
              <a:gd name="connsiteX36" fmla="*/ 6069317 w 9662615"/>
              <a:gd name="connsiteY36" fmla="*/ 1445838 h 1603018"/>
              <a:gd name="connsiteX37" fmla="*/ 5878477 w 9662615"/>
              <a:gd name="connsiteY37" fmla="*/ 1439180 h 1603018"/>
              <a:gd name="connsiteX38" fmla="*/ 5838387 w 9662615"/>
              <a:gd name="connsiteY38" fmla="*/ 1444679 h 1603018"/>
              <a:gd name="connsiteX39" fmla="*/ 5771136 w 9662615"/>
              <a:gd name="connsiteY39" fmla="*/ 1453639 h 1603018"/>
              <a:gd name="connsiteX40" fmla="*/ 5724081 w 9662615"/>
              <a:gd name="connsiteY40" fmla="*/ 1470431 h 1603018"/>
              <a:gd name="connsiteX41" fmla="*/ 5666577 w 9662615"/>
              <a:gd name="connsiteY41" fmla="*/ 1473921 h 1603018"/>
              <a:gd name="connsiteX42" fmla="*/ 5649068 w 9662615"/>
              <a:gd name="connsiteY42" fmla="*/ 1461676 h 1603018"/>
              <a:gd name="connsiteX43" fmla="*/ 5588902 w 9662615"/>
              <a:gd name="connsiteY43" fmla="*/ 1469647 h 1603018"/>
              <a:gd name="connsiteX44" fmla="*/ 5498090 w 9662615"/>
              <a:gd name="connsiteY44" fmla="*/ 1483173 h 1603018"/>
              <a:gd name="connsiteX45" fmla="*/ 5444641 w 9662615"/>
              <a:gd name="connsiteY45" fmla="*/ 1487602 h 1603018"/>
              <a:gd name="connsiteX46" fmla="*/ 5299812 w 9662615"/>
              <a:gd name="connsiteY46" fmla="*/ 1503362 h 1603018"/>
              <a:gd name="connsiteX47" fmla="*/ 5245752 w 9662615"/>
              <a:gd name="connsiteY47" fmla="*/ 1520612 h 1603018"/>
              <a:gd name="connsiteX48" fmla="*/ 5177807 w 9662615"/>
              <a:gd name="connsiteY48" fmla="*/ 1526802 h 1603018"/>
              <a:gd name="connsiteX49" fmla="*/ 5113910 w 9662615"/>
              <a:gd name="connsiteY49" fmla="*/ 1533205 h 1603018"/>
              <a:gd name="connsiteX50" fmla="*/ 5059484 w 9662615"/>
              <a:gd name="connsiteY50" fmla="*/ 1546802 h 1603018"/>
              <a:gd name="connsiteX51" fmla="*/ 5038524 w 9662615"/>
              <a:gd name="connsiteY51" fmla="*/ 1545675 h 1603018"/>
              <a:gd name="connsiteX52" fmla="*/ 5026564 w 9662615"/>
              <a:gd name="connsiteY52" fmla="*/ 1545376 h 1603018"/>
              <a:gd name="connsiteX53" fmla="*/ 4969433 w 9662615"/>
              <a:gd name="connsiteY53" fmla="*/ 1550865 h 1603018"/>
              <a:gd name="connsiteX54" fmla="*/ 4871726 w 9662615"/>
              <a:gd name="connsiteY54" fmla="*/ 1570584 h 1603018"/>
              <a:gd name="connsiteX55" fmla="*/ 4843267 w 9662615"/>
              <a:gd name="connsiteY55" fmla="*/ 1561459 h 1603018"/>
              <a:gd name="connsiteX56" fmla="*/ 4821058 w 9662615"/>
              <a:gd name="connsiteY56" fmla="*/ 1553078 h 1603018"/>
              <a:gd name="connsiteX57" fmla="*/ 4791466 w 9662615"/>
              <a:gd name="connsiteY57" fmla="*/ 1561324 h 1603018"/>
              <a:gd name="connsiteX58" fmla="*/ 4784247 w 9662615"/>
              <a:gd name="connsiteY58" fmla="*/ 1562342 h 1603018"/>
              <a:gd name="connsiteX59" fmla="*/ 4739309 w 9662615"/>
              <a:gd name="connsiteY59" fmla="*/ 1553948 h 1603018"/>
              <a:gd name="connsiteX60" fmla="*/ 4697562 w 9662615"/>
              <a:gd name="connsiteY60" fmla="*/ 1551206 h 1603018"/>
              <a:gd name="connsiteX61" fmla="*/ 4650737 w 9662615"/>
              <a:gd name="connsiteY61" fmla="*/ 1537381 h 1603018"/>
              <a:gd name="connsiteX62" fmla="*/ 4583150 w 9662615"/>
              <a:gd name="connsiteY62" fmla="*/ 1529064 h 1603018"/>
              <a:gd name="connsiteX63" fmla="*/ 4521734 w 9662615"/>
              <a:gd name="connsiteY63" fmla="*/ 1529359 h 1603018"/>
              <a:gd name="connsiteX64" fmla="*/ 4382398 w 9662615"/>
              <a:gd name="connsiteY64" fmla="*/ 1534108 h 1603018"/>
              <a:gd name="connsiteX65" fmla="*/ 4221826 w 9662615"/>
              <a:gd name="connsiteY65" fmla="*/ 1500972 h 1603018"/>
              <a:gd name="connsiteX66" fmla="*/ 4096601 w 9662615"/>
              <a:gd name="connsiteY66" fmla="*/ 1521563 h 1603018"/>
              <a:gd name="connsiteX67" fmla="*/ 4002441 w 9662615"/>
              <a:gd name="connsiteY67" fmla="*/ 1528912 h 1603018"/>
              <a:gd name="connsiteX68" fmla="*/ 3833906 w 9662615"/>
              <a:gd name="connsiteY68" fmla="*/ 1516637 h 1603018"/>
              <a:gd name="connsiteX69" fmla="*/ 3763845 w 9662615"/>
              <a:gd name="connsiteY69" fmla="*/ 1501782 h 1603018"/>
              <a:gd name="connsiteX70" fmla="*/ 3673583 w 9662615"/>
              <a:gd name="connsiteY70" fmla="*/ 1501471 h 1603018"/>
              <a:gd name="connsiteX71" fmla="*/ 3640771 w 9662615"/>
              <a:gd name="connsiteY71" fmla="*/ 1531025 h 1603018"/>
              <a:gd name="connsiteX72" fmla="*/ 3576170 w 9662615"/>
              <a:gd name="connsiteY72" fmla="*/ 1516288 h 1603018"/>
              <a:gd name="connsiteX73" fmla="*/ 3540258 w 9662615"/>
              <a:gd name="connsiteY73" fmla="*/ 1516976 h 1603018"/>
              <a:gd name="connsiteX74" fmla="*/ 3522853 w 9662615"/>
              <a:gd name="connsiteY74" fmla="*/ 1538044 h 1603018"/>
              <a:gd name="connsiteX75" fmla="*/ 3480929 w 9662615"/>
              <a:gd name="connsiteY75" fmla="*/ 1526739 h 1603018"/>
              <a:gd name="connsiteX76" fmla="*/ 3430805 w 9662615"/>
              <a:gd name="connsiteY76" fmla="*/ 1542521 h 1603018"/>
              <a:gd name="connsiteX77" fmla="*/ 3292707 w 9662615"/>
              <a:gd name="connsiteY77" fmla="*/ 1520490 h 1603018"/>
              <a:gd name="connsiteX78" fmla="*/ 3187872 w 9662615"/>
              <a:gd name="connsiteY78" fmla="*/ 1519991 h 1603018"/>
              <a:gd name="connsiteX79" fmla="*/ 3148026 w 9662615"/>
              <a:gd name="connsiteY79" fmla="*/ 1524777 h 1603018"/>
              <a:gd name="connsiteX80" fmla="*/ 3092394 w 9662615"/>
              <a:gd name="connsiteY80" fmla="*/ 1528115 h 1603018"/>
              <a:gd name="connsiteX81" fmla="*/ 2994200 w 9662615"/>
              <a:gd name="connsiteY81" fmla="*/ 1537857 h 1603018"/>
              <a:gd name="connsiteX82" fmla="*/ 2862301 w 9662615"/>
              <a:gd name="connsiteY82" fmla="*/ 1544250 h 1603018"/>
              <a:gd name="connsiteX83" fmla="*/ 2766335 w 9662615"/>
              <a:gd name="connsiteY83" fmla="*/ 1527662 h 1603018"/>
              <a:gd name="connsiteX84" fmla="*/ 2757836 w 9662615"/>
              <a:gd name="connsiteY84" fmla="*/ 1531371 h 1603018"/>
              <a:gd name="connsiteX85" fmla="*/ 2691555 w 9662615"/>
              <a:gd name="connsiteY85" fmla="*/ 1530283 h 1603018"/>
              <a:gd name="connsiteX86" fmla="*/ 2539383 w 9662615"/>
              <a:gd name="connsiteY86" fmla="*/ 1504835 h 1603018"/>
              <a:gd name="connsiteX87" fmla="*/ 2378036 w 9662615"/>
              <a:gd name="connsiteY87" fmla="*/ 1520645 h 1603018"/>
              <a:gd name="connsiteX88" fmla="*/ 2320049 w 9662615"/>
              <a:gd name="connsiteY88" fmla="*/ 1511019 h 1603018"/>
              <a:gd name="connsiteX89" fmla="*/ 2238909 w 9662615"/>
              <a:gd name="connsiteY89" fmla="*/ 1508888 h 1603018"/>
              <a:gd name="connsiteX90" fmla="*/ 2181031 w 9662615"/>
              <a:gd name="connsiteY90" fmla="*/ 1531361 h 1603018"/>
              <a:gd name="connsiteX91" fmla="*/ 2112613 w 9662615"/>
              <a:gd name="connsiteY91" fmla="*/ 1524245 h 1603018"/>
              <a:gd name="connsiteX92" fmla="*/ 2070075 w 9662615"/>
              <a:gd name="connsiteY92" fmla="*/ 1511285 h 1603018"/>
              <a:gd name="connsiteX93" fmla="*/ 2001057 w 9662615"/>
              <a:gd name="connsiteY93" fmla="*/ 1516449 h 1603018"/>
              <a:gd name="connsiteX94" fmla="*/ 1896330 w 9662615"/>
              <a:gd name="connsiteY94" fmla="*/ 1525725 h 1603018"/>
              <a:gd name="connsiteX95" fmla="*/ 1835994 w 9662615"/>
              <a:gd name="connsiteY95" fmla="*/ 1527678 h 1603018"/>
              <a:gd name="connsiteX96" fmla="*/ 1671119 w 9662615"/>
              <a:gd name="connsiteY96" fmla="*/ 1536701 h 1603018"/>
              <a:gd name="connsiteX97" fmla="*/ 1565556 w 9662615"/>
              <a:gd name="connsiteY97" fmla="*/ 1556503 h 1603018"/>
              <a:gd name="connsiteX98" fmla="*/ 1407755 w 9662615"/>
              <a:gd name="connsiteY98" fmla="*/ 1571444 h 1603018"/>
              <a:gd name="connsiteX99" fmla="*/ 1291872 w 9662615"/>
              <a:gd name="connsiteY99" fmla="*/ 1579471 h 1603018"/>
              <a:gd name="connsiteX100" fmla="*/ 1245251 w 9662615"/>
              <a:gd name="connsiteY100" fmla="*/ 1603018 h 1603018"/>
              <a:gd name="connsiteX101" fmla="*/ 1181938 w 9662615"/>
              <a:gd name="connsiteY101" fmla="*/ 1592789 h 1603018"/>
              <a:gd name="connsiteX102" fmla="*/ 1091432 w 9662615"/>
              <a:gd name="connsiteY102" fmla="*/ 1571003 h 1603018"/>
              <a:gd name="connsiteX103" fmla="*/ 940355 w 9662615"/>
              <a:gd name="connsiteY103" fmla="*/ 1560638 h 1603018"/>
              <a:gd name="connsiteX104" fmla="*/ 868264 w 9662615"/>
              <a:gd name="connsiteY104" fmla="*/ 1566392 h 1603018"/>
              <a:gd name="connsiteX105" fmla="*/ 792765 w 9662615"/>
              <a:gd name="connsiteY105" fmla="*/ 1563102 h 1603018"/>
              <a:gd name="connsiteX106" fmla="*/ 653153 w 9662615"/>
              <a:gd name="connsiteY106" fmla="*/ 1563516 h 1603018"/>
              <a:gd name="connsiteX107" fmla="*/ 541933 w 9662615"/>
              <a:gd name="connsiteY107" fmla="*/ 1561051 h 1603018"/>
              <a:gd name="connsiteX108" fmla="*/ 472797 w 9662615"/>
              <a:gd name="connsiteY108" fmla="*/ 1568904 h 1603018"/>
              <a:gd name="connsiteX109" fmla="*/ 396059 w 9662615"/>
              <a:gd name="connsiteY109" fmla="*/ 1560970 h 1603018"/>
              <a:gd name="connsiteX110" fmla="*/ 336819 w 9662615"/>
              <a:gd name="connsiteY110" fmla="*/ 1560892 h 1603018"/>
              <a:gd name="connsiteX111" fmla="*/ 267163 w 9662615"/>
              <a:gd name="connsiteY111" fmla="*/ 1531913 h 1603018"/>
              <a:gd name="connsiteX112" fmla="*/ 196644 w 9662615"/>
              <a:gd name="connsiteY112" fmla="*/ 1524565 h 1603018"/>
              <a:gd name="connsiteX113" fmla="*/ 86819 w 9662615"/>
              <a:gd name="connsiteY113" fmla="*/ 1519517 h 1603018"/>
              <a:gd name="connsiteX114" fmla="*/ 53369 w 9662615"/>
              <a:gd name="connsiteY114" fmla="*/ 1516853 h 1603018"/>
              <a:gd name="connsiteX115" fmla="*/ 2359 w 9662615"/>
              <a:gd name="connsiteY115" fmla="*/ 1515247 h 1603018"/>
              <a:gd name="connsiteX116" fmla="*/ 0 w 9662615"/>
              <a:gd name="connsiteY116" fmla="*/ 1514932 h 1603018"/>
              <a:gd name="connsiteX117" fmla="*/ 0 w 9662615"/>
              <a:gd name="connsiteY117" fmla="*/ 0 h 1603018"/>
              <a:gd name="connsiteX0" fmla="*/ 0 w 9662615"/>
              <a:gd name="connsiteY0" fmla="*/ 0 h 1603018"/>
              <a:gd name="connsiteX1" fmla="*/ 9662615 w 9662615"/>
              <a:gd name="connsiteY1" fmla="*/ 0 h 1603018"/>
              <a:gd name="connsiteX2" fmla="*/ 9662615 w 9662615"/>
              <a:gd name="connsiteY2" fmla="*/ 1280346 h 1603018"/>
              <a:gd name="connsiteX3" fmla="*/ 9551077 w 9662615"/>
              <a:gd name="connsiteY3" fmla="*/ 1292033 h 1603018"/>
              <a:gd name="connsiteX4" fmla="*/ 9469546 w 9662615"/>
              <a:gd name="connsiteY4" fmla="*/ 1289837 h 1603018"/>
              <a:gd name="connsiteX5" fmla="*/ 9326260 w 9662615"/>
              <a:gd name="connsiteY5" fmla="*/ 1277155 h 1603018"/>
              <a:gd name="connsiteX6" fmla="*/ 9144767 w 9662615"/>
              <a:gd name="connsiteY6" fmla="*/ 1264120 h 1603018"/>
              <a:gd name="connsiteX7" fmla="*/ 8976400 w 9662615"/>
              <a:gd name="connsiteY7" fmla="*/ 1326661 h 1603018"/>
              <a:gd name="connsiteX8" fmla="*/ 8828711 w 9662615"/>
              <a:gd name="connsiteY8" fmla="*/ 1346394 h 1603018"/>
              <a:gd name="connsiteX9" fmla="*/ 8695953 w 9662615"/>
              <a:gd name="connsiteY9" fmla="*/ 1346784 h 1603018"/>
              <a:gd name="connsiteX10" fmla="*/ 8652191 w 9662615"/>
              <a:gd name="connsiteY10" fmla="*/ 1345903 h 1603018"/>
              <a:gd name="connsiteX11" fmla="*/ 8591582 w 9662615"/>
              <a:gd name="connsiteY11" fmla="*/ 1341666 h 1603018"/>
              <a:gd name="connsiteX12" fmla="*/ 8537336 w 9662615"/>
              <a:gd name="connsiteY12" fmla="*/ 1341684 h 1603018"/>
              <a:gd name="connsiteX13" fmla="*/ 8416849 w 9662615"/>
              <a:gd name="connsiteY13" fmla="*/ 1367085 h 1603018"/>
              <a:gd name="connsiteX14" fmla="*/ 8278355 w 9662615"/>
              <a:gd name="connsiteY14" fmla="*/ 1386569 h 1603018"/>
              <a:gd name="connsiteX15" fmla="*/ 8197961 w 9662615"/>
              <a:gd name="connsiteY15" fmla="*/ 1392804 h 1603018"/>
              <a:gd name="connsiteX16" fmla="*/ 8171196 w 9662615"/>
              <a:gd name="connsiteY16" fmla="*/ 1397216 h 1603018"/>
              <a:gd name="connsiteX17" fmla="*/ 8087910 w 9662615"/>
              <a:gd name="connsiteY17" fmla="*/ 1386449 h 1603018"/>
              <a:gd name="connsiteX18" fmla="*/ 7974579 w 9662615"/>
              <a:gd name="connsiteY18" fmla="*/ 1383439 h 1603018"/>
              <a:gd name="connsiteX19" fmla="*/ 7768351 w 9662615"/>
              <a:gd name="connsiteY19" fmla="*/ 1395051 h 1603018"/>
              <a:gd name="connsiteX20" fmla="*/ 7635985 w 9662615"/>
              <a:gd name="connsiteY20" fmla="*/ 1386363 h 1603018"/>
              <a:gd name="connsiteX21" fmla="*/ 7466069 w 9662615"/>
              <a:gd name="connsiteY21" fmla="*/ 1377654 h 1603018"/>
              <a:gd name="connsiteX22" fmla="*/ 7355642 w 9662615"/>
              <a:gd name="connsiteY22" fmla="*/ 1407761 h 1603018"/>
              <a:gd name="connsiteX23" fmla="*/ 7215220 w 9662615"/>
              <a:gd name="connsiteY23" fmla="*/ 1397856 h 1603018"/>
              <a:gd name="connsiteX24" fmla="*/ 7082147 w 9662615"/>
              <a:gd name="connsiteY24" fmla="*/ 1406113 h 1603018"/>
              <a:gd name="connsiteX25" fmla="*/ 6987129 w 9662615"/>
              <a:gd name="connsiteY25" fmla="*/ 1404834 h 1603018"/>
              <a:gd name="connsiteX26" fmla="*/ 6907567 w 9662615"/>
              <a:gd name="connsiteY26" fmla="*/ 1419149 h 1603018"/>
              <a:gd name="connsiteX27" fmla="*/ 6748428 w 9662615"/>
              <a:gd name="connsiteY27" fmla="*/ 1420308 h 1603018"/>
              <a:gd name="connsiteX28" fmla="*/ 6654257 w 9662615"/>
              <a:gd name="connsiteY28" fmla="*/ 1424143 h 1603018"/>
              <a:gd name="connsiteX29" fmla="*/ 6620123 w 9662615"/>
              <a:gd name="connsiteY29" fmla="*/ 1430535 h 1603018"/>
              <a:gd name="connsiteX30" fmla="*/ 6571355 w 9662615"/>
              <a:gd name="connsiteY30" fmla="*/ 1436144 h 1603018"/>
              <a:gd name="connsiteX31" fmla="*/ 6486557 w 9662615"/>
              <a:gd name="connsiteY31" fmla="*/ 1449861 h 1603018"/>
              <a:gd name="connsiteX32" fmla="*/ 6370419 w 9662615"/>
              <a:gd name="connsiteY32" fmla="*/ 1461649 h 1603018"/>
              <a:gd name="connsiteX33" fmla="*/ 6278839 w 9662615"/>
              <a:gd name="connsiteY33" fmla="*/ 1449160 h 1603018"/>
              <a:gd name="connsiteX34" fmla="*/ 6272455 w 9662615"/>
              <a:gd name="connsiteY34" fmla="*/ 1453191 h 1603018"/>
              <a:gd name="connsiteX35" fmla="*/ 6212659 w 9662615"/>
              <a:gd name="connsiteY35" fmla="*/ 1454850 h 1603018"/>
              <a:gd name="connsiteX36" fmla="*/ 6069317 w 9662615"/>
              <a:gd name="connsiteY36" fmla="*/ 1445838 h 1603018"/>
              <a:gd name="connsiteX37" fmla="*/ 5878477 w 9662615"/>
              <a:gd name="connsiteY37" fmla="*/ 1439180 h 1603018"/>
              <a:gd name="connsiteX38" fmla="*/ 5838387 w 9662615"/>
              <a:gd name="connsiteY38" fmla="*/ 1444679 h 1603018"/>
              <a:gd name="connsiteX39" fmla="*/ 5771136 w 9662615"/>
              <a:gd name="connsiteY39" fmla="*/ 1453639 h 1603018"/>
              <a:gd name="connsiteX40" fmla="*/ 5724081 w 9662615"/>
              <a:gd name="connsiteY40" fmla="*/ 1470431 h 1603018"/>
              <a:gd name="connsiteX41" fmla="*/ 5666577 w 9662615"/>
              <a:gd name="connsiteY41" fmla="*/ 1473921 h 1603018"/>
              <a:gd name="connsiteX42" fmla="*/ 5649068 w 9662615"/>
              <a:gd name="connsiteY42" fmla="*/ 1461676 h 1603018"/>
              <a:gd name="connsiteX43" fmla="*/ 5588902 w 9662615"/>
              <a:gd name="connsiteY43" fmla="*/ 1469647 h 1603018"/>
              <a:gd name="connsiteX44" fmla="*/ 5498090 w 9662615"/>
              <a:gd name="connsiteY44" fmla="*/ 1483173 h 1603018"/>
              <a:gd name="connsiteX45" fmla="*/ 5444641 w 9662615"/>
              <a:gd name="connsiteY45" fmla="*/ 1487602 h 1603018"/>
              <a:gd name="connsiteX46" fmla="*/ 5299812 w 9662615"/>
              <a:gd name="connsiteY46" fmla="*/ 1503362 h 1603018"/>
              <a:gd name="connsiteX47" fmla="*/ 5245752 w 9662615"/>
              <a:gd name="connsiteY47" fmla="*/ 1520612 h 1603018"/>
              <a:gd name="connsiteX48" fmla="*/ 5177807 w 9662615"/>
              <a:gd name="connsiteY48" fmla="*/ 1526802 h 1603018"/>
              <a:gd name="connsiteX49" fmla="*/ 5113910 w 9662615"/>
              <a:gd name="connsiteY49" fmla="*/ 1533205 h 1603018"/>
              <a:gd name="connsiteX50" fmla="*/ 5059484 w 9662615"/>
              <a:gd name="connsiteY50" fmla="*/ 1546802 h 1603018"/>
              <a:gd name="connsiteX51" fmla="*/ 5038524 w 9662615"/>
              <a:gd name="connsiteY51" fmla="*/ 1545675 h 1603018"/>
              <a:gd name="connsiteX52" fmla="*/ 5026564 w 9662615"/>
              <a:gd name="connsiteY52" fmla="*/ 1545376 h 1603018"/>
              <a:gd name="connsiteX53" fmla="*/ 4969433 w 9662615"/>
              <a:gd name="connsiteY53" fmla="*/ 1550865 h 1603018"/>
              <a:gd name="connsiteX54" fmla="*/ 4871726 w 9662615"/>
              <a:gd name="connsiteY54" fmla="*/ 1570584 h 1603018"/>
              <a:gd name="connsiteX55" fmla="*/ 4843267 w 9662615"/>
              <a:gd name="connsiteY55" fmla="*/ 1561459 h 1603018"/>
              <a:gd name="connsiteX56" fmla="*/ 4821058 w 9662615"/>
              <a:gd name="connsiteY56" fmla="*/ 1553078 h 1603018"/>
              <a:gd name="connsiteX57" fmla="*/ 4791466 w 9662615"/>
              <a:gd name="connsiteY57" fmla="*/ 1561324 h 1603018"/>
              <a:gd name="connsiteX58" fmla="*/ 4784247 w 9662615"/>
              <a:gd name="connsiteY58" fmla="*/ 1562342 h 1603018"/>
              <a:gd name="connsiteX59" fmla="*/ 4739309 w 9662615"/>
              <a:gd name="connsiteY59" fmla="*/ 1553948 h 1603018"/>
              <a:gd name="connsiteX60" fmla="*/ 4697562 w 9662615"/>
              <a:gd name="connsiteY60" fmla="*/ 1551206 h 1603018"/>
              <a:gd name="connsiteX61" fmla="*/ 4650737 w 9662615"/>
              <a:gd name="connsiteY61" fmla="*/ 1537381 h 1603018"/>
              <a:gd name="connsiteX62" fmla="*/ 4583150 w 9662615"/>
              <a:gd name="connsiteY62" fmla="*/ 1529064 h 1603018"/>
              <a:gd name="connsiteX63" fmla="*/ 4521734 w 9662615"/>
              <a:gd name="connsiteY63" fmla="*/ 1529359 h 1603018"/>
              <a:gd name="connsiteX64" fmla="*/ 4382398 w 9662615"/>
              <a:gd name="connsiteY64" fmla="*/ 1534108 h 1603018"/>
              <a:gd name="connsiteX65" fmla="*/ 4221826 w 9662615"/>
              <a:gd name="connsiteY65" fmla="*/ 1500972 h 1603018"/>
              <a:gd name="connsiteX66" fmla="*/ 4096601 w 9662615"/>
              <a:gd name="connsiteY66" fmla="*/ 1521563 h 1603018"/>
              <a:gd name="connsiteX67" fmla="*/ 4002441 w 9662615"/>
              <a:gd name="connsiteY67" fmla="*/ 1528912 h 1603018"/>
              <a:gd name="connsiteX68" fmla="*/ 3833906 w 9662615"/>
              <a:gd name="connsiteY68" fmla="*/ 1516637 h 1603018"/>
              <a:gd name="connsiteX69" fmla="*/ 3763845 w 9662615"/>
              <a:gd name="connsiteY69" fmla="*/ 1501782 h 1603018"/>
              <a:gd name="connsiteX70" fmla="*/ 3673583 w 9662615"/>
              <a:gd name="connsiteY70" fmla="*/ 1501471 h 1603018"/>
              <a:gd name="connsiteX71" fmla="*/ 3640771 w 9662615"/>
              <a:gd name="connsiteY71" fmla="*/ 1531025 h 1603018"/>
              <a:gd name="connsiteX72" fmla="*/ 3576170 w 9662615"/>
              <a:gd name="connsiteY72" fmla="*/ 1516288 h 1603018"/>
              <a:gd name="connsiteX73" fmla="*/ 3540258 w 9662615"/>
              <a:gd name="connsiteY73" fmla="*/ 1516976 h 1603018"/>
              <a:gd name="connsiteX74" fmla="*/ 3522853 w 9662615"/>
              <a:gd name="connsiteY74" fmla="*/ 1538044 h 1603018"/>
              <a:gd name="connsiteX75" fmla="*/ 3480929 w 9662615"/>
              <a:gd name="connsiteY75" fmla="*/ 1526739 h 1603018"/>
              <a:gd name="connsiteX76" fmla="*/ 3430805 w 9662615"/>
              <a:gd name="connsiteY76" fmla="*/ 1542521 h 1603018"/>
              <a:gd name="connsiteX77" fmla="*/ 3292707 w 9662615"/>
              <a:gd name="connsiteY77" fmla="*/ 1520490 h 1603018"/>
              <a:gd name="connsiteX78" fmla="*/ 3187872 w 9662615"/>
              <a:gd name="connsiteY78" fmla="*/ 1519991 h 1603018"/>
              <a:gd name="connsiteX79" fmla="*/ 3148026 w 9662615"/>
              <a:gd name="connsiteY79" fmla="*/ 1524777 h 1603018"/>
              <a:gd name="connsiteX80" fmla="*/ 3092394 w 9662615"/>
              <a:gd name="connsiteY80" fmla="*/ 1528115 h 1603018"/>
              <a:gd name="connsiteX81" fmla="*/ 2994200 w 9662615"/>
              <a:gd name="connsiteY81" fmla="*/ 1537857 h 1603018"/>
              <a:gd name="connsiteX82" fmla="*/ 2862301 w 9662615"/>
              <a:gd name="connsiteY82" fmla="*/ 1544250 h 1603018"/>
              <a:gd name="connsiteX83" fmla="*/ 2766335 w 9662615"/>
              <a:gd name="connsiteY83" fmla="*/ 1527662 h 1603018"/>
              <a:gd name="connsiteX84" fmla="*/ 2757836 w 9662615"/>
              <a:gd name="connsiteY84" fmla="*/ 1531371 h 1603018"/>
              <a:gd name="connsiteX85" fmla="*/ 2691555 w 9662615"/>
              <a:gd name="connsiteY85" fmla="*/ 1530283 h 1603018"/>
              <a:gd name="connsiteX86" fmla="*/ 2539383 w 9662615"/>
              <a:gd name="connsiteY86" fmla="*/ 1504835 h 1603018"/>
              <a:gd name="connsiteX87" fmla="*/ 2378036 w 9662615"/>
              <a:gd name="connsiteY87" fmla="*/ 1520645 h 1603018"/>
              <a:gd name="connsiteX88" fmla="*/ 2320049 w 9662615"/>
              <a:gd name="connsiteY88" fmla="*/ 1511019 h 1603018"/>
              <a:gd name="connsiteX89" fmla="*/ 2238909 w 9662615"/>
              <a:gd name="connsiteY89" fmla="*/ 1508888 h 1603018"/>
              <a:gd name="connsiteX90" fmla="*/ 2181031 w 9662615"/>
              <a:gd name="connsiteY90" fmla="*/ 1531361 h 1603018"/>
              <a:gd name="connsiteX91" fmla="*/ 2112613 w 9662615"/>
              <a:gd name="connsiteY91" fmla="*/ 1524245 h 1603018"/>
              <a:gd name="connsiteX92" fmla="*/ 2046221 w 9662615"/>
              <a:gd name="connsiteY92" fmla="*/ 1523212 h 1603018"/>
              <a:gd name="connsiteX93" fmla="*/ 2001057 w 9662615"/>
              <a:gd name="connsiteY93" fmla="*/ 1516449 h 1603018"/>
              <a:gd name="connsiteX94" fmla="*/ 1896330 w 9662615"/>
              <a:gd name="connsiteY94" fmla="*/ 1525725 h 1603018"/>
              <a:gd name="connsiteX95" fmla="*/ 1835994 w 9662615"/>
              <a:gd name="connsiteY95" fmla="*/ 1527678 h 1603018"/>
              <a:gd name="connsiteX96" fmla="*/ 1671119 w 9662615"/>
              <a:gd name="connsiteY96" fmla="*/ 1536701 h 1603018"/>
              <a:gd name="connsiteX97" fmla="*/ 1565556 w 9662615"/>
              <a:gd name="connsiteY97" fmla="*/ 1556503 h 1603018"/>
              <a:gd name="connsiteX98" fmla="*/ 1407755 w 9662615"/>
              <a:gd name="connsiteY98" fmla="*/ 1571444 h 1603018"/>
              <a:gd name="connsiteX99" fmla="*/ 1291872 w 9662615"/>
              <a:gd name="connsiteY99" fmla="*/ 1579471 h 1603018"/>
              <a:gd name="connsiteX100" fmla="*/ 1245251 w 9662615"/>
              <a:gd name="connsiteY100" fmla="*/ 1603018 h 1603018"/>
              <a:gd name="connsiteX101" fmla="*/ 1181938 w 9662615"/>
              <a:gd name="connsiteY101" fmla="*/ 1592789 h 1603018"/>
              <a:gd name="connsiteX102" fmla="*/ 1091432 w 9662615"/>
              <a:gd name="connsiteY102" fmla="*/ 1571003 h 1603018"/>
              <a:gd name="connsiteX103" fmla="*/ 940355 w 9662615"/>
              <a:gd name="connsiteY103" fmla="*/ 1560638 h 1603018"/>
              <a:gd name="connsiteX104" fmla="*/ 868264 w 9662615"/>
              <a:gd name="connsiteY104" fmla="*/ 1566392 h 1603018"/>
              <a:gd name="connsiteX105" fmla="*/ 792765 w 9662615"/>
              <a:gd name="connsiteY105" fmla="*/ 1563102 h 1603018"/>
              <a:gd name="connsiteX106" fmla="*/ 653153 w 9662615"/>
              <a:gd name="connsiteY106" fmla="*/ 1563516 h 1603018"/>
              <a:gd name="connsiteX107" fmla="*/ 541933 w 9662615"/>
              <a:gd name="connsiteY107" fmla="*/ 1561051 h 1603018"/>
              <a:gd name="connsiteX108" fmla="*/ 472797 w 9662615"/>
              <a:gd name="connsiteY108" fmla="*/ 1568904 h 1603018"/>
              <a:gd name="connsiteX109" fmla="*/ 396059 w 9662615"/>
              <a:gd name="connsiteY109" fmla="*/ 1560970 h 1603018"/>
              <a:gd name="connsiteX110" fmla="*/ 336819 w 9662615"/>
              <a:gd name="connsiteY110" fmla="*/ 1560892 h 1603018"/>
              <a:gd name="connsiteX111" fmla="*/ 267163 w 9662615"/>
              <a:gd name="connsiteY111" fmla="*/ 1531913 h 1603018"/>
              <a:gd name="connsiteX112" fmla="*/ 196644 w 9662615"/>
              <a:gd name="connsiteY112" fmla="*/ 1524565 h 1603018"/>
              <a:gd name="connsiteX113" fmla="*/ 86819 w 9662615"/>
              <a:gd name="connsiteY113" fmla="*/ 1519517 h 1603018"/>
              <a:gd name="connsiteX114" fmla="*/ 53369 w 9662615"/>
              <a:gd name="connsiteY114" fmla="*/ 1516853 h 1603018"/>
              <a:gd name="connsiteX115" fmla="*/ 2359 w 9662615"/>
              <a:gd name="connsiteY115" fmla="*/ 1515247 h 1603018"/>
              <a:gd name="connsiteX116" fmla="*/ 0 w 9662615"/>
              <a:gd name="connsiteY116" fmla="*/ 1514932 h 1603018"/>
              <a:gd name="connsiteX117" fmla="*/ 0 w 9662615"/>
              <a:gd name="connsiteY117" fmla="*/ 0 h 1603018"/>
              <a:gd name="connsiteX0" fmla="*/ 0 w 9662615"/>
              <a:gd name="connsiteY0" fmla="*/ 0 h 1603018"/>
              <a:gd name="connsiteX1" fmla="*/ 9662615 w 9662615"/>
              <a:gd name="connsiteY1" fmla="*/ 0 h 1603018"/>
              <a:gd name="connsiteX2" fmla="*/ 9662615 w 9662615"/>
              <a:gd name="connsiteY2" fmla="*/ 1280346 h 1603018"/>
              <a:gd name="connsiteX3" fmla="*/ 9551077 w 9662615"/>
              <a:gd name="connsiteY3" fmla="*/ 1292033 h 1603018"/>
              <a:gd name="connsiteX4" fmla="*/ 9469546 w 9662615"/>
              <a:gd name="connsiteY4" fmla="*/ 1289837 h 1603018"/>
              <a:gd name="connsiteX5" fmla="*/ 9326260 w 9662615"/>
              <a:gd name="connsiteY5" fmla="*/ 1277155 h 1603018"/>
              <a:gd name="connsiteX6" fmla="*/ 9144767 w 9662615"/>
              <a:gd name="connsiteY6" fmla="*/ 1264120 h 1603018"/>
              <a:gd name="connsiteX7" fmla="*/ 8976400 w 9662615"/>
              <a:gd name="connsiteY7" fmla="*/ 1326661 h 1603018"/>
              <a:gd name="connsiteX8" fmla="*/ 8828711 w 9662615"/>
              <a:gd name="connsiteY8" fmla="*/ 1346394 h 1603018"/>
              <a:gd name="connsiteX9" fmla="*/ 8695953 w 9662615"/>
              <a:gd name="connsiteY9" fmla="*/ 1346784 h 1603018"/>
              <a:gd name="connsiteX10" fmla="*/ 8652191 w 9662615"/>
              <a:gd name="connsiteY10" fmla="*/ 1345903 h 1603018"/>
              <a:gd name="connsiteX11" fmla="*/ 8591582 w 9662615"/>
              <a:gd name="connsiteY11" fmla="*/ 1341666 h 1603018"/>
              <a:gd name="connsiteX12" fmla="*/ 8537336 w 9662615"/>
              <a:gd name="connsiteY12" fmla="*/ 1341684 h 1603018"/>
              <a:gd name="connsiteX13" fmla="*/ 8416849 w 9662615"/>
              <a:gd name="connsiteY13" fmla="*/ 1367085 h 1603018"/>
              <a:gd name="connsiteX14" fmla="*/ 8278355 w 9662615"/>
              <a:gd name="connsiteY14" fmla="*/ 1386569 h 1603018"/>
              <a:gd name="connsiteX15" fmla="*/ 8197961 w 9662615"/>
              <a:gd name="connsiteY15" fmla="*/ 1392804 h 1603018"/>
              <a:gd name="connsiteX16" fmla="*/ 8171196 w 9662615"/>
              <a:gd name="connsiteY16" fmla="*/ 1397216 h 1603018"/>
              <a:gd name="connsiteX17" fmla="*/ 8087910 w 9662615"/>
              <a:gd name="connsiteY17" fmla="*/ 1386449 h 1603018"/>
              <a:gd name="connsiteX18" fmla="*/ 7974579 w 9662615"/>
              <a:gd name="connsiteY18" fmla="*/ 1383439 h 1603018"/>
              <a:gd name="connsiteX19" fmla="*/ 7768351 w 9662615"/>
              <a:gd name="connsiteY19" fmla="*/ 1395051 h 1603018"/>
              <a:gd name="connsiteX20" fmla="*/ 7635985 w 9662615"/>
              <a:gd name="connsiteY20" fmla="*/ 1386363 h 1603018"/>
              <a:gd name="connsiteX21" fmla="*/ 7466069 w 9662615"/>
              <a:gd name="connsiteY21" fmla="*/ 1377654 h 1603018"/>
              <a:gd name="connsiteX22" fmla="*/ 7355642 w 9662615"/>
              <a:gd name="connsiteY22" fmla="*/ 1407761 h 1603018"/>
              <a:gd name="connsiteX23" fmla="*/ 7215220 w 9662615"/>
              <a:gd name="connsiteY23" fmla="*/ 1397856 h 1603018"/>
              <a:gd name="connsiteX24" fmla="*/ 7082147 w 9662615"/>
              <a:gd name="connsiteY24" fmla="*/ 1406113 h 1603018"/>
              <a:gd name="connsiteX25" fmla="*/ 6987129 w 9662615"/>
              <a:gd name="connsiteY25" fmla="*/ 1404834 h 1603018"/>
              <a:gd name="connsiteX26" fmla="*/ 6907567 w 9662615"/>
              <a:gd name="connsiteY26" fmla="*/ 1419149 h 1603018"/>
              <a:gd name="connsiteX27" fmla="*/ 6748428 w 9662615"/>
              <a:gd name="connsiteY27" fmla="*/ 1420308 h 1603018"/>
              <a:gd name="connsiteX28" fmla="*/ 6654257 w 9662615"/>
              <a:gd name="connsiteY28" fmla="*/ 1424143 h 1603018"/>
              <a:gd name="connsiteX29" fmla="*/ 6620123 w 9662615"/>
              <a:gd name="connsiteY29" fmla="*/ 1430535 h 1603018"/>
              <a:gd name="connsiteX30" fmla="*/ 6571355 w 9662615"/>
              <a:gd name="connsiteY30" fmla="*/ 1436144 h 1603018"/>
              <a:gd name="connsiteX31" fmla="*/ 6486557 w 9662615"/>
              <a:gd name="connsiteY31" fmla="*/ 1449861 h 1603018"/>
              <a:gd name="connsiteX32" fmla="*/ 6370419 w 9662615"/>
              <a:gd name="connsiteY32" fmla="*/ 1461649 h 1603018"/>
              <a:gd name="connsiteX33" fmla="*/ 6278839 w 9662615"/>
              <a:gd name="connsiteY33" fmla="*/ 1449160 h 1603018"/>
              <a:gd name="connsiteX34" fmla="*/ 6272455 w 9662615"/>
              <a:gd name="connsiteY34" fmla="*/ 1453191 h 1603018"/>
              <a:gd name="connsiteX35" fmla="*/ 6212659 w 9662615"/>
              <a:gd name="connsiteY35" fmla="*/ 1454850 h 1603018"/>
              <a:gd name="connsiteX36" fmla="*/ 6069317 w 9662615"/>
              <a:gd name="connsiteY36" fmla="*/ 1445838 h 1603018"/>
              <a:gd name="connsiteX37" fmla="*/ 5878477 w 9662615"/>
              <a:gd name="connsiteY37" fmla="*/ 1439180 h 1603018"/>
              <a:gd name="connsiteX38" fmla="*/ 5838387 w 9662615"/>
              <a:gd name="connsiteY38" fmla="*/ 1444679 h 1603018"/>
              <a:gd name="connsiteX39" fmla="*/ 5771136 w 9662615"/>
              <a:gd name="connsiteY39" fmla="*/ 1453639 h 1603018"/>
              <a:gd name="connsiteX40" fmla="*/ 5724081 w 9662615"/>
              <a:gd name="connsiteY40" fmla="*/ 1470431 h 1603018"/>
              <a:gd name="connsiteX41" fmla="*/ 5666577 w 9662615"/>
              <a:gd name="connsiteY41" fmla="*/ 1473921 h 1603018"/>
              <a:gd name="connsiteX42" fmla="*/ 5649068 w 9662615"/>
              <a:gd name="connsiteY42" fmla="*/ 1461676 h 1603018"/>
              <a:gd name="connsiteX43" fmla="*/ 5588902 w 9662615"/>
              <a:gd name="connsiteY43" fmla="*/ 1469647 h 1603018"/>
              <a:gd name="connsiteX44" fmla="*/ 5498090 w 9662615"/>
              <a:gd name="connsiteY44" fmla="*/ 1483173 h 1603018"/>
              <a:gd name="connsiteX45" fmla="*/ 5444641 w 9662615"/>
              <a:gd name="connsiteY45" fmla="*/ 1487602 h 1603018"/>
              <a:gd name="connsiteX46" fmla="*/ 5299812 w 9662615"/>
              <a:gd name="connsiteY46" fmla="*/ 1503362 h 1603018"/>
              <a:gd name="connsiteX47" fmla="*/ 5245752 w 9662615"/>
              <a:gd name="connsiteY47" fmla="*/ 1520612 h 1603018"/>
              <a:gd name="connsiteX48" fmla="*/ 5177807 w 9662615"/>
              <a:gd name="connsiteY48" fmla="*/ 1526802 h 1603018"/>
              <a:gd name="connsiteX49" fmla="*/ 5113910 w 9662615"/>
              <a:gd name="connsiteY49" fmla="*/ 1533205 h 1603018"/>
              <a:gd name="connsiteX50" fmla="*/ 5059484 w 9662615"/>
              <a:gd name="connsiteY50" fmla="*/ 1546802 h 1603018"/>
              <a:gd name="connsiteX51" fmla="*/ 5038524 w 9662615"/>
              <a:gd name="connsiteY51" fmla="*/ 1545675 h 1603018"/>
              <a:gd name="connsiteX52" fmla="*/ 5026564 w 9662615"/>
              <a:gd name="connsiteY52" fmla="*/ 1545376 h 1603018"/>
              <a:gd name="connsiteX53" fmla="*/ 4969433 w 9662615"/>
              <a:gd name="connsiteY53" fmla="*/ 1550865 h 1603018"/>
              <a:gd name="connsiteX54" fmla="*/ 4871726 w 9662615"/>
              <a:gd name="connsiteY54" fmla="*/ 1570584 h 1603018"/>
              <a:gd name="connsiteX55" fmla="*/ 4843267 w 9662615"/>
              <a:gd name="connsiteY55" fmla="*/ 1561459 h 1603018"/>
              <a:gd name="connsiteX56" fmla="*/ 4821058 w 9662615"/>
              <a:gd name="connsiteY56" fmla="*/ 1553078 h 1603018"/>
              <a:gd name="connsiteX57" fmla="*/ 4791466 w 9662615"/>
              <a:gd name="connsiteY57" fmla="*/ 1561324 h 1603018"/>
              <a:gd name="connsiteX58" fmla="*/ 4784247 w 9662615"/>
              <a:gd name="connsiteY58" fmla="*/ 1562342 h 1603018"/>
              <a:gd name="connsiteX59" fmla="*/ 4739309 w 9662615"/>
              <a:gd name="connsiteY59" fmla="*/ 1553948 h 1603018"/>
              <a:gd name="connsiteX60" fmla="*/ 4697562 w 9662615"/>
              <a:gd name="connsiteY60" fmla="*/ 1551206 h 1603018"/>
              <a:gd name="connsiteX61" fmla="*/ 4650737 w 9662615"/>
              <a:gd name="connsiteY61" fmla="*/ 1537381 h 1603018"/>
              <a:gd name="connsiteX62" fmla="*/ 4583150 w 9662615"/>
              <a:gd name="connsiteY62" fmla="*/ 1529064 h 1603018"/>
              <a:gd name="connsiteX63" fmla="*/ 4521734 w 9662615"/>
              <a:gd name="connsiteY63" fmla="*/ 1529359 h 1603018"/>
              <a:gd name="connsiteX64" fmla="*/ 4382398 w 9662615"/>
              <a:gd name="connsiteY64" fmla="*/ 1534108 h 1603018"/>
              <a:gd name="connsiteX65" fmla="*/ 4221826 w 9662615"/>
              <a:gd name="connsiteY65" fmla="*/ 1500972 h 1603018"/>
              <a:gd name="connsiteX66" fmla="*/ 4096601 w 9662615"/>
              <a:gd name="connsiteY66" fmla="*/ 1521563 h 1603018"/>
              <a:gd name="connsiteX67" fmla="*/ 4002441 w 9662615"/>
              <a:gd name="connsiteY67" fmla="*/ 1528912 h 1603018"/>
              <a:gd name="connsiteX68" fmla="*/ 3833906 w 9662615"/>
              <a:gd name="connsiteY68" fmla="*/ 1516637 h 1603018"/>
              <a:gd name="connsiteX69" fmla="*/ 3763845 w 9662615"/>
              <a:gd name="connsiteY69" fmla="*/ 1501782 h 1603018"/>
              <a:gd name="connsiteX70" fmla="*/ 3673583 w 9662615"/>
              <a:gd name="connsiteY70" fmla="*/ 1501471 h 1603018"/>
              <a:gd name="connsiteX71" fmla="*/ 3640771 w 9662615"/>
              <a:gd name="connsiteY71" fmla="*/ 1531025 h 1603018"/>
              <a:gd name="connsiteX72" fmla="*/ 3576170 w 9662615"/>
              <a:gd name="connsiteY72" fmla="*/ 1516288 h 1603018"/>
              <a:gd name="connsiteX73" fmla="*/ 3540258 w 9662615"/>
              <a:gd name="connsiteY73" fmla="*/ 1516976 h 1603018"/>
              <a:gd name="connsiteX74" fmla="*/ 3522853 w 9662615"/>
              <a:gd name="connsiteY74" fmla="*/ 1538044 h 1603018"/>
              <a:gd name="connsiteX75" fmla="*/ 3480929 w 9662615"/>
              <a:gd name="connsiteY75" fmla="*/ 1526739 h 1603018"/>
              <a:gd name="connsiteX76" fmla="*/ 3430805 w 9662615"/>
              <a:gd name="connsiteY76" fmla="*/ 1542521 h 1603018"/>
              <a:gd name="connsiteX77" fmla="*/ 3292707 w 9662615"/>
              <a:gd name="connsiteY77" fmla="*/ 1520490 h 1603018"/>
              <a:gd name="connsiteX78" fmla="*/ 3187872 w 9662615"/>
              <a:gd name="connsiteY78" fmla="*/ 1519991 h 1603018"/>
              <a:gd name="connsiteX79" fmla="*/ 3148026 w 9662615"/>
              <a:gd name="connsiteY79" fmla="*/ 1524777 h 1603018"/>
              <a:gd name="connsiteX80" fmla="*/ 3092394 w 9662615"/>
              <a:gd name="connsiteY80" fmla="*/ 1528115 h 1603018"/>
              <a:gd name="connsiteX81" fmla="*/ 2994200 w 9662615"/>
              <a:gd name="connsiteY81" fmla="*/ 1537857 h 1603018"/>
              <a:gd name="connsiteX82" fmla="*/ 2862301 w 9662615"/>
              <a:gd name="connsiteY82" fmla="*/ 1544250 h 1603018"/>
              <a:gd name="connsiteX83" fmla="*/ 2766335 w 9662615"/>
              <a:gd name="connsiteY83" fmla="*/ 1527662 h 1603018"/>
              <a:gd name="connsiteX84" fmla="*/ 2757836 w 9662615"/>
              <a:gd name="connsiteY84" fmla="*/ 1531371 h 1603018"/>
              <a:gd name="connsiteX85" fmla="*/ 2691555 w 9662615"/>
              <a:gd name="connsiteY85" fmla="*/ 1530283 h 1603018"/>
              <a:gd name="connsiteX86" fmla="*/ 2539383 w 9662615"/>
              <a:gd name="connsiteY86" fmla="*/ 1504835 h 1603018"/>
              <a:gd name="connsiteX87" fmla="*/ 2378036 w 9662615"/>
              <a:gd name="connsiteY87" fmla="*/ 1520645 h 1603018"/>
              <a:gd name="connsiteX88" fmla="*/ 2320049 w 9662615"/>
              <a:gd name="connsiteY88" fmla="*/ 1511019 h 1603018"/>
              <a:gd name="connsiteX89" fmla="*/ 2238909 w 9662615"/>
              <a:gd name="connsiteY89" fmla="*/ 1508888 h 1603018"/>
              <a:gd name="connsiteX90" fmla="*/ 2181031 w 9662615"/>
              <a:gd name="connsiteY90" fmla="*/ 1531361 h 1603018"/>
              <a:gd name="connsiteX91" fmla="*/ 2112613 w 9662615"/>
              <a:gd name="connsiteY91" fmla="*/ 1524245 h 1603018"/>
              <a:gd name="connsiteX92" fmla="*/ 2046221 w 9662615"/>
              <a:gd name="connsiteY92" fmla="*/ 1523212 h 1603018"/>
              <a:gd name="connsiteX93" fmla="*/ 2001057 w 9662615"/>
              <a:gd name="connsiteY93" fmla="*/ 1516449 h 1603018"/>
              <a:gd name="connsiteX94" fmla="*/ 1920184 w 9662615"/>
              <a:gd name="connsiteY94" fmla="*/ 1533676 h 1603018"/>
              <a:gd name="connsiteX95" fmla="*/ 1835994 w 9662615"/>
              <a:gd name="connsiteY95" fmla="*/ 1527678 h 1603018"/>
              <a:gd name="connsiteX96" fmla="*/ 1671119 w 9662615"/>
              <a:gd name="connsiteY96" fmla="*/ 1536701 h 1603018"/>
              <a:gd name="connsiteX97" fmla="*/ 1565556 w 9662615"/>
              <a:gd name="connsiteY97" fmla="*/ 1556503 h 1603018"/>
              <a:gd name="connsiteX98" fmla="*/ 1407755 w 9662615"/>
              <a:gd name="connsiteY98" fmla="*/ 1571444 h 1603018"/>
              <a:gd name="connsiteX99" fmla="*/ 1291872 w 9662615"/>
              <a:gd name="connsiteY99" fmla="*/ 1579471 h 1603018"/>
              <a:gd name="connsiteX100" fmla="*/ 1245251 w 9662615"/>
              <a:gd name="connsiteY100" fmla="*/ 1603018 h 1603018"/>
              <a:gd name="connsiteX101" fmla="*/ 1181938 w 9662615"/>
              <a:gd name="connsiteY101" fmla="*/ 1592789 h 1603018"/>
              <a:gd name="connsiteX102" fmla="*/ 1091432 w 9662615"/>
              <a:gd name="connsiteY102" fmla="*/ 1571003 h 1603018"/>
              <a:gd name="connsiteX103" fmla="*/ 940355 w 9662615"/>
              <a:gd name="connsiteY103" fmla="*/ 1560638 h 1603018"/>
              <a:gd name="connsiteX104" fmla="*/ 868264 w 9662615"/>
              <a:gd name="connsiteY104" fmla="*/ 1566392 h 1603018"/>
              <a:gd name="connsiteX105" fmla="*/ 792765 w 9662615"/>
              <a:gd name="connsiteY105" fmla="*/ 1563102 h 1603018"/>
              <a:gd name="connsiteX106" fmla="*/ 653153 w 9662615"/>
              <a:gd name="connsiteY106" fmla="*/ 1563516 h 1603018"/>
              <a:gd name="connsiteX107" fmla="*/ 541933 w 9662615"/>
              <a:gd name="connsiteY107" fmla="*/ 1561051 h 1603018"/>
              <a:gd name="connsiteX108" fmla="*/ 472797 w 9662615"/>
              <a:gd name="connsiteY108" fmla="*/ 1568904 h 1603018"/>
              <a:gd name="connsiteX109" fmla="*/ 396059 w 9662615"/>
              <a:gd name="connsiteY109" fmla="*/ 1560970 h 1603018"/>
              <a:gd name="connsiteX110" fmla="*/ 336819 w 9662615"/>
              <a:gd name="connsiteY110" fmla="*/ 1560892 h 1603018"/>
              <a:gd name="connsiteX111" fmla="*/ 267163 w 9662615"/>
              <a:gd name="connsiteY111" fmla="*/ 1531913 h 1603018"/>
              <a:gd name="connsiteX112" fmla="*/ 196644 w 9662615"/>
              <a:gd name="connsiteY112" fmla="*/ 1524565 h 1603018"/>
              <a:gd name="connsiteX113" fmla="*/ 86819 w 9662615"/>
              <a:gd name="connsiteY113" fmla="*/ 1519517 h 1603018"/>
              <a:gd name="connsiteX114" fmla="*/ 53369 w 9662615"/>
              <a:gd name="connsiteY114" fmla="*/ 1516853 h 1603018"/>
              <a:gd name="connsiteX115" fmla="*/ 2359 w 9662615"/>
              <a:gd name="connsiteY115" fmla="*/ 1515247 h 1603018"/>
              <a:gd name="connsiteX116" fmla="*/ 0 w 9662615"/>
              <a:gd name="connsiteY116" fmla="*/ 1514932 h 1603018"/>
              <a:gd name="connsiteX117" fmla="*/ 0 w 9662615"/>
              <a:gd name="connsiteY117" fmla="*/ 0 h 1603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</a:cxnLst>
            <a:rect l="l" t="t" r="r" b="b"/>
            <a:pathLst>
              <a:path w="9662615" h="1603018">
                <a:moveTo>
                  <a:pt x="0" y="0"/>
                </a:moveTo>
                <a:lnTo>
                  <a:pt x="9662615" y="0"/>
                </a:lnTo>
                <a:lnTo>
                  <a:pt x="9662615" y="1280346"/>
                </a:lnTo>
                <a:lnTo>
                  <a:pt x="9551077" y="1292033"/>
                </a:lnTo>
                <a:cubicBezTo>
                  <a:pt x="9489925" y="1291588"/>
                  <a:pt x="9543615" y="1296257"/>
                  <a:pt x="9469546" y="1289837"/>
                </a:cubicBezTo>
                <a:cubicBezTo>
                  <a:pt x="9413040" y="1331485"/>
                  <a:pt x="9340031" y="1268376"/>
                  <a:pt x="9326260" y="1277155"/>
                </a:cubicBezTo>
                <a:cubicBezTo>
                  <a:pt x="9234251" y="1284900"/>
                  <a:pt x="9225377" y="1258935"/>
                  <a:pt x="9144767" y="1264120"/>
                </a:cubicBezTo>
                <a:cubicBezTo>
                  <a:pt x="9159115" y="1310075"/>
                  <a:pt x="9066692" y="1304806"/>
                  <a:pt x="8976400" y="1326661"/>
                </a:cubicBezTo>
                <a:cubicBezTo>
                  <a:pt x="8931920" y="1325947"/>
                  <a:pt x="8871807" y="1351060"/>
                  <a:pt x="8828711" y="1346394"/>
                </a:cubicBezTo>
                <a:cubicBezTo>
                  <a:pt x="8809650" y="1326213"/>
                  <a:pt x="8718313" y="1358527"/>
                  <a:pt x="8695953" y="1346784"/>
                </a:cubicBezTo>
                <a:cubicBezTo>
                  <a:pt x="8694290" y="1355317"/>
                  <a:pt x="8661526" y="1349865"/>
                  <a:pt x="8652191" y="1345903"/>
                </a:cubicBezTo>
                <a:cubicBezTo>
                  <a:pt x="8641363" y="1349626"/>
                  <a:pt x="8603292" y="1341304"/>
                  <a:pt x="8591582" y="1341666"/>
                </a:cubicBezTo>
                <a:cubicBezTo>
                  <a:pt x="8568421" y="1323004"/>
                  <a:pt x="8565847" y="1352287"/>
                  <a:pt x="8537336" y="1341684"/>
                </a:cubicBezTo>
                <a:cubicBezTo>
                  <a:pt x="8524809" y="1348019"/>
                  <a:pt x="8445703" y="1377667"/>
                  <a:pt x="8416849" y="1367085"/>
                </a:cubicBezTo>
                <a:cubicBezTo>
                  <a:pt x="8350736" y="1379599"/>
                  <a:pt x="8346589" y="1391624"/>
                  <a:pt x="8278355" y="1386569"/>
                </a:cubicBezTo>
                <a:cubicBezTo>
                  <a:pt x="8268756" y="1398649"/>
                  <a:pt x="8183331" y="1371185"/>
                  <a:pt x="8197961" y="1392804"/>
                </a:cubicBezTo>
                <a:cubicBezTo>
                  <a:pt x="8175189" y="1391748"/>
                  <a:pt x="8158503" y="1383145"/>
                  <a:pt x="8171196" y="1397216"/>
                </a:cubicBezTo>
                <a:cubicBezTo>
                  <a:pt x="8141821" y="1397466"/>
                  <a:pt x="8125626" y="1386947"/>
                  <a:pt x="8087910" y="1386449"/>
                </a:cubicBezTo>
                <a:cubicBezTo>
                  <a:pt x="8029319" y="1362701"/>
                  <a:pt x="8020916" y="1407035"/>
                  <a:pt x="7974579" y="1383439"/>
                </a:cubicBezTo>
                <a:cubicBezTo>
                  <a:pt x="7912074" y="1402493"/>
                  <a:pt x="7841761" y="1389550"/>
                  <a:pt x="7768351" y="1395051"/>
                </a:cubicBezTo>
                <a:cubicBezTo>
                  <a:pt x="7741665" y="1390266"/>
                  <a:pt x="7663663" y="1410813"/>
                  <a:pt x="7635985" y="1386363"/>
                </a:cubicBezTo>
                <a:cubicBezTo>
                  <a:pt x="7646173" y="1415707"/>
                  <a:pt x="7542198" y="1378410"/>
                  <a:pt x="7466069" y="1377654"/>
                </a:cubicBezTo>
                <a:cubicBezTo>
                  <a:pt x="7427626" y="1403818"/>
                  <a:pt x="7337822" y="1398948"/>
                  <a:pt x="7355642" y="1407761"/>
                </a:cubicBezTo>
                <a:cubicBezTo>
                  <a:pt x="7270634" y="1390553"/>
                  <a:pt x="7306340" y="1403822"/>
                  <a:pt x="7215220" y="1397856"/>
                </a:cubicBezTo>
                <a:cubicBezTo>
                  <a:pt x="7175381" y="1421457"/>
                  <a:pt x="7122339" y="1428094"/>
                  <a:pt x="7082147" y="1406113"/>
                </a:cubicBezTo>
                <a:cubicBezTo>
                  <a:pt x="7040624" y="1425217"/>
                  <a:pt x="7029993" y="1391726"/>
                  <a:pt x="6987129" y="1404834"/>
                </a:cubicBezTo>
                <a:cubicBezTo>
                  <a:pt x="6953477" y="1411964"/>
                  <a:pt x="6957479" y="1421694"/>
                  <a:pt x="6907567" y="1419149"/>
                </a:cubicBezTo>
                <a:cubicBezTo>
                  <a:pt x="6863513" y="1408514"/>
                  <a:pt x="6803088" y="1434619"/>
                  <a:pt x="6748428" y="1420308"/>
                </a:cubicBezTo>
                <a:cubicBezTo>
                  <a:pt x="6728317" y="1416860"/>
                  <a:pt x="6666046" y="1417296"/>
                  <a:pt x="6654257" y="1424143"/>
                </a:cubicBezTo>
                <a:cubicBezTo>
                  <a:pt x="6641271" y="1425628"/>
                  <a:pt x="6626125" y="1423202"/>
                  <a:pt x="6620123" y="1430535"/>
                </a:cubicBezTo>
                <a:cubicBezTo>
                  <a:pt x="6610208" y="1439359"/>
                  <a:pt x="6564906" y="1425734"/>
                  <a:pt x="6571355" y="1436144"/>
                </a:cubicBezTo>
                <a:cubicBezTo>
                  <a:pt x="6539188" y="1426808"/>
                  <a:pt x="6513602" y="1445293"/>
                  <a:pt x="6486557" y="1449861"/>
                </a:cubicBezTo>
                <a:cubicBezTo>
                  <a:pt x="6461221" y="1440598"/>
                  <a:pt x="6429457" y="1459319"/>
                  <a:pt x="6370419" y="1461649"/>
                </a:cubicBezTo>
                <a:cubicBezTo>
                  <a:pt x="6342558" y="1450937"/>
                  <a:pt x="6330664" y="1463365"/>
                  <a:pt x="6278839" y="1449160"/>
                </a:cubicBezTo>
                <a:cubicBezTo>
                  <a:pt x="6277206" y="1450621"/>
                  <a:pt x="6275057" y="1451978"/>
                  <a:pt x="6272455" y="1453191"/>
                </a:cubicBezTo>
                <a:cubicBezTo>
                  <a:pt x="6257338" y="1460236"/>
                  <a:pt x="6230567" y="1460979"/>
                  <a:pt x="6212659" y="1454850"/>
                </a:cubicBezTo>
                <a:cubicBezTo>
                  <a:pt x="6130994" y="1436046"/>
                  <a:pt x="6135790" y="1448771"/>
                  <a:pt x="6069317" y="1445838"/>
                </a:cubicBezTo>
                <a:cubicBezTo>
                  <a:pt x="5994738" y="1444791"/>
                  <a:pt x="5975991" y="1456673"/>
                  <a:pt x="5878477" y="1439180"/>
                </a:cubicBezTo>
                <a:cubicBezTo>
                  <a:pt x="5870803" y="1447519"/>
                  <a:pt x="5859206" y="1448153"/>
                  <a:pt x="5838387" y="1444679"/>
                </a:cubicBezTo>
                <a:cubicBezTo>
                  <a:pt x="5802317" y="1444778"/>
                  <a:pt x="5810848" y="1465165"/>
                  <a:pt x="5771136" y="1453639"/>
                </a:cubicBezTo>
                <a:cubicBezTo>
                  <a:pt x="5780732" y="1464484"/>
                  <a:pt x="5704275" y="1459369"/>
                  <a:pt x="5724081" y="1470431"/>
                </a:cubicBezTo>
                <a:cubicBezTo>
                  <a:pt x="5703536" y="1480946"/>
                  <a:pt x="5687323" y="1464719"/>
                  <a:pt x="5666577" y="1473921"/>
                </a:cubicBezTo>
                <a:cubicBezTo>
                  <a:pt x="5640974" y="1476520"/>
                  <a:pt x="5678275" y="1461854"/>
                  <a:pt x="5649068" y="1461676"/>
                </a:cubicBezTo>
                <a:cubicBezTo>
                  <a:pt x="5614218" y="1463443"/>
                  <a:pt x="5608578" y="1443299"/>
                  <a:pt x="5588902" y="1469647"/>
                </a:cubicBezTo>
                <a:cubicBezTo>
                  <a:pt x="5550386" y="1464321"/>
                  <a:pt x="5546573" y="1476049"/>
                  <a:pt x="5498090" y="1483173"/>
                </a:cubicBezTo>
                <a:cubicBezTo>
                  <a:pt x="5475226" y="1477314"/>
                  <a:pt x="5459293" y="1480930"/>
                  <a:pt x="5444641" y="1487602"/>
                </a:cubicBezTo>
                <a:cubicBezTo>
                  <a:pt x="5395328" y="1487320"/>
                  <a:pt x="5353572" y="1498007"/>
                  <a:pt x="5299812" y="1503362"/>
                </a:cubicBezTo>
                <a:cubicBezTo>
                  <a:pt x="5238326" y="1497756"/>
                  <a:pt x="5303225" y="1514963"/>
                  <a:pt x="5245752" y="1520612"/>
                </a:cubicBezTo>
                <a:cubicBezTo>
                  <a:pt x="5190753" y="1507732"/>
                  <a:pt x="5205712" y="1518627"/>
                  <a:pt x="5177807" y="1526802"/>
                </a:cubicBezTo>
                <a:lnTo>
                  <a:pt x="5113910" y="1533205"/>
                </a:lnTo>
                <a:lnTo>
                  <a:pt x="5059484" y="1546802"/>
                </a:lnTo>
                <a:lnTo>
                  <a:pt x="5038524" y="1545675"/>
                </a:lnTo>
                <a:lnTo>
                  <a:pt x="5026564" y="1545376"/>
                </a:lnTo>
                <a:cubicBezTo>
                  <a:pt x="5006873" y="1544046"/>
                  <a:pt x="4987701" y="1552900"/>
                  <a:pt x="4969433" y="1550865"/>
                </a:cubicBezTo>
                <a:cubicBezTo>
                  <a:pt x="4943627" y="1555066"/>
                  <a:pt x="4892754" y="1568818"/>
                  <a:pt x="4871726" y="1570584"/>
                </a:cubicBezTo>
                <a:cubicBezTo>
                  <a:pt x="4863638" y="1570310"/>
                  <a:pt x="4846771" y="1559566"/>
                  <a:pt x="4843267" y="1561459"/>
                </a:cubicBezTo>
                <a:lnTo>
                  <a:pt x="4821058" y="1553078"/>
                </a:lnTo>
                <a:lnTo>
                  <a:pt x="4791466" y="1561324"/>
                </a:lnTo>
                <a:lnTo>
                  <a:pt x="4784247" y="1562342"/>
                </a:lnTo>
                <a:cubicBezTo>
                  <a:pt x="4770593" y="1574121"/>
                  <a:pt x="4776816" y="1558072"/>
                  <a:pt x="4739309" y="1553948"/>
                </a:cubicBezTo>
                <a:cubicBezTo>
                  <a:pt x="4684311" y="1578213"/>
                  <a:pt x="4712803" y="1566697"/>
                  <a:pt x="4697562" y="1551206"/>
                </a:cubicBezTo>
                <a:lnTo>
                  <a:pt x="4650737" y="1537381"/>
                </a:lnTo>
                <a:cubicBezTo>
                  <a:pt x="4628208" y="1530633"/>
                  <a:pt x="4609654" y="1567617"/>
                  <a:pt x="4583150" y="1529064"/>
                </a:cubicBezTo>
                <a:cubicBezTo>
                  <a:pt x="4575879" y="1527088"/>
                  <a:pt x="4527005" y="1532552"/>
                  <a:pt x="4521734" y="1529359"/>
                </a:cubicBezTo>
                <a:cubicBezTo>
                  <a:pt x="4457980" y="1517590"/>
                  <a:pt x="4465052" y="1532003"/>
                  <a:pt x="4382398" y="1534108"/>
                </a:cubicBezTo>
                <a:cubicBezTo>
                  <a:pt x="4347480" y="1506889"/>
                  <a:pt x="4310783" y="1494709"/>
                  <a:pt x="4221826" y="1500972"/>
                </a:cubicBezTo>
                <a:cubicBezTo>
                  <a:pt x="4174471" y="1526598"/>
                  <a:pt x="4136675" y="1542031"/>
                  <a:pt x="4096601" y="1521563"/>
                </a:cubicBezTo>
                <a:cubicBezTo>
                  <a:pt x="4015086" y="1550501"/>
                  <a:pt x="3986123" y="1519347"/>
                  <a:pt x="4002441" y="1528912"/>
                </a:cubicBezTo>
                <a:cubicBezTo>
                  <a:pt x="3967120" y="1539744"/>
                  <a:pt x="3931774" y="1526729"/>
                  <a:pt x="3833906" y="1516637"/>
                </a:cubicBezTo>
                <a:cubicBezTo>
                  <a:pt x="3781438" y="1538249"/>
                  <a:pt x="3822855" y="1526006"/>
                  <a:pt x="3763845" y="1501782"/>
                </a:cubicBezTo>
                <a:cubicBezTo>
                  <a:pt x="3734533" y="1525292"/>
                  <a:pt x="3677359" y="1524487"/>
                  <a:pt x="3673583" y="1501471"/>
                </a:cubicBezTo>
                <a:cubicBezTo>
                  <a:pt x="3663687" y="1502855"/>
                  <a:pt x="3650245" y="1528777"/>
                  <a:pt x="3640771" y="1531025"/>
                </a:cubicBezTo>
                <a:lnTo>
                  <a:pt x="3576170" y="1516288"/>
                </a:lnTo>
                <a:lnTo>
                  <a:pt x="3540258" y="1516976"/>
                </a:lnTo>
                <a:lnTo>
                  <a:pt x="3522853" y="1538044"/>
                </a:lnTo>
                <a:lnTo>
                  <a:pt x="3480929" y="1526739"/>
                </a:lnTo>
                <a:cubicBezTo>
                  <a:pt x="3469671" y="1527693"/>
                  <a:pt x="3444273" y="1543724"/>
                  <a:pt x="3430805" y="1542521"/>
                </a:cubicBezTo>
                <a:cubicBezTo>
                  <a:pt x="3386352" y="1529947"/>
                  <a:pt x="3347457" y="1537200"/>
                  <a:pt x="3292707" y="1520490"/>
                </a:cubicBezTo>
                <a:cubicBezTo>
                  <a:pt x="3271897" y="1516147"/>
                  <a:pt x="3203347" y="1513732"/>
                  <a:pt x="3187872" y="1519991"/>
                </a:cubicBezTo>
                <a:cubicBezTo>
                  <a:pt x="3173062" y="1520872"/>
                  <a:pt x="3157325" y="1517771"/>
                  <a:pt x="3148026" y="1524777"/>
                </a:cubicBezTo>
                <a:cubicBezTo>
                  <a:pt x="3133878" y="1533085"/>
                  <a:pt x="3089156" y="1517485"/>
                  <a:pt x="3092394" y="1528115"/>
                </a:cubicBezTo>
                <a:cubicBezTo>
                  <a:pt x="3060512" y="1517374"/>
                  <a:pt x="3025593" y="1534558"/>
                  <a:pt x="2994200" y="1537857"/>
                </a:cubicBezTo>
                <a:cubicBezTo>
                  <a:pt x="2969798" y="1527501"/>
                  <a:pt x="2927999" y="1544636"/>
                  <a:pt x="2862301" y="1544250"/>
                </a:cubicBezTo>
                <a:cubicBezTo>
                  <a:pt x="2835658" y="1532340"/>
                  <a:pt x="2818008" y="1544135"/>
                  <a:pt x="2766335" y="1527662"/>
                </a:cubicBezTo>
                <a:cubicBezTo>
                  <a:pt x="2764004" y="1529036"/>
                  <a:pt x="2761142" y="1530285"/>
                  <a:pt x="2757836" y="1531371"/>
                </a:cubicBezTo>
                <a:cubicBezTo>
                  <a:pt x="2738633" y="1537675"/>
                  <a:pt x="2708957" y="1537188"/>
                  <a:pt x="2691555" y="1530283"/>
                </a:cubicBezTo>
                <a:cubicBezTo>
                  <a:pt x="2608810" y="1507878"/>
                  <a:pt x="2611304" y="1510787"/>
                  <a:pt x="2539383" y="1504835"/>
                </a:cubicBezTo>
                <a:cubicBezTo>
                  <a:pt x="2457862" y="1500384"/>
                  <a:pt x="2478670" y="1542474"/>
                  <a:pt x="2378036" y="1520645"/>
                </a:cubicBezTo>
                <a:cubicBezTo>
                  <a:pt x="2366529" y="1528574"/>
                  <a:pt x="2341629" y="1515421"/>
                  <a:pt x="2320049" y="1511019"/>
                </a:cubicBezTo>
                <a:cubicBezTo>
                  <a:pt x="2280399" y="1509467"/>
                  <a:pt x="2278267" y="1522148"/>
                  <a:pt x="2238909" y="1508888"/>
                </a:cubicBezTo>
                <a:cubicBezTo>
                  <a:pt x="2245444" y="1520095"/>
                  <a:pt x="2163364" y="1519472"/>
                  <a:pt x="2181031" y="1531361"/>
                </a:cubicBezTo>
                <a:cubicBezTo>
                  <a:pt x="2154585" y="1540861"/>
                  <a:pt x="2138796" y="1516056"/>
                  <a:pt x="2112613" y="1524245"/>
                </a:cubicBezTo>
                <a:cubicBezTo>
                  <a:pt x="2083537" y="1525655"/>
                  <a:pt x="2078233" y="1524725"/>
                  <a:pt x="2046221" y="1523212"/>
                </a:cubicBezTo>
                <a:cubicBezTo>
                  <a:pt x="2007296" y="1523373"/>
                  <a:pt x="2032394" y="1491187"/>
                  <a:pt x="2001057" y="1516449"/>
                </a:cubicBezTo>
                <a:cubicBezTo>
                  <a:pt x="1960724" y="1509398"/>
                  <a:pt x="1976058" y="1528820"/>
                  <a:pt x="1920184" y="1533676"/>
                </a:cubicBezTo>
                <a:cubicBezTo>
                  <a:pt x="1897238" y="1526813"/>
                  <a:pt x="1877505" y="1527174"/>
                  <a:pt x="1835994" y="1527678"/>
                </a:cubicBezTo>
                <a:cubicBezTo>
                  <a:pt x="1794483" y="1528182"/>
                  <a:pt x="1726077" y="1533693"/>
                  <a:pt x="1671119" y="1536701"/>
                </a:cubicBezTo>
                <a:cubicBezTo>
                  <a:pt x="1605663" y="1528324"/>
                  <a:pt x="1630763" y="1553523"/>
                  <a:pt x="1565556" y="1556503"/>
                </a:cubicBezTo>
                <a:cubicBezTo>
                  <a:pt x="1501959" y="1539013"/>
                  <a:pt x="1462468" y="1572800"/>
                  <a:pt x="1407755" y="1571444"/>
                </a:cubicBezTo>
                <a:cubicBezTo>
                  <a:pt x="1319286" y="1555448"/>
                  <a:pt x="1429251" y="1585263"/>
                  <a:pt x="1291872" y="1579471"/>
                </a:cubicBezTo>
                <a:cubicBezTo>
                  <a:pt x="1284192" y="1576816"/>
                  <a:pt x="1243590" y="1599390"/>
                  <a:pt x="1245251" y="1603018"/>
                </a:cubicBezTo>
                <a:cubicBezTo>
                  <a:pt x="1236562" y="1601891"/>
                  <a:pt x="1184091" y="1586977"/>
                  <a:pt x="1181938" y="1592789"/>
                </a:cubicBezTo>
                <a:cubicBezTo>
                  <a:pt x="1138153" y="1593474"/>
                  <a:pt x="1130439" y="1578153"/>
                  <a:pt x="1091432" y="1571003"/>
                </a:cubicBezTo>
                <a:cubicBezTo>
                  <a:pt x="1007000" y="1580980"/>
                  <a:pt x="1001377" y="1557850"/>
                  <a:pt x="940355" y="1560638"/>
                </a:cubicBezTo>
                <a:cubicBezTo>
                  <a:pt x="891367" y="1572083"/>
                  <a:pt x="924846" y="1558773"/>
                  <a:pt x="868264" y="1566392"/>
                </a:cubicBezTo>
                <a:cubicBezTo>
                  <a:pt x="848640" y="1547574"/>
                  <a:pt x="814997" y="1568391"/>
                  <a:pt x="792765" y="1563102"/>
                </a:cubicBezTo>
                <a:cubicBezTo>
                  <a:pt x="758082" y="1585102"/>
                  <a:pt x="689950" y="1563038"/>
                  <a:pt x="653153" y="1563516"/>
                </a:cubicBezTo>
                <a:cubicBezTo>
                  <a:pt x="591300" y="1567692"/>
                  <a:pt x="576686" y="1582565"/>
                  <a:pt x="541933" y="1561051"/>
                </a:cubicBezTo>
                <a:cubicBezTo>
                  <a:pt x="537775" y="1570056"/>
                  <a:pt x="508236" y="1570304"/>
                  <a:pt x="472797" y="1568904"/>
                </a:cubicBezTo>
                <a:cubicBezTo>
                  <a:pt x="458898" y="1573560"/>
                  <a:pt x="425270" y="1567476"/>
                  <a:pt x="396059" y="1560970"/>
                </a:cubicBezTo>
                <a:cubicBezTo>
                  <a:pt x="431016" y="1548467"/>
                  <a:pt x="332180" y="1575204"/>
                  <a:pt x="336819" y="1560892"/>
                </a:cubicBezTo>
                <a:cubicBezTo>
                  <a:pt x="292157" y="1552383"/>
                  <a:pt x="263346" y="1557575"/>
                  <a:pt x="267163" y="1531913"/>
                </a:cubicBezTo>
                <a:cubicBezTo>
                  <a:pt x="253228" y="1516946"/>
                  <a:pt x="198100" y="1540864"/>
                  <a:pt x="196644" y="1524565"/>
                </a:cubicBezTo>
                <a:cubicBezTo>
                  <a:pt x="172602" y="1535342"/>
                  <a:pt x="127394" y="1518578"/>
                  <a:pt x="86819" y="1519517"/>
                </a:cubicBezTo>
                <a:cubicBezTo>
                  <a:pt x="78537" y="1512257"/>
                  <a:pt x="69224" y="1512723"/>
                  <a:pt x="53369" y="1516853"/>
                </a:cubicBezTo>
                <a:cubicBezTo>
                  <a:pt x="37131" y="1517503"/>
                  <a:pt x="19976" y="1516838"/>
                  <a:pt x="2359" y="1515247"/>
                </a:cubicBezTo>
                <a:lnTo>
                  <a:pt x="0" y="1514932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8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FB2619-C642-C8C1-D877-170CD0EEA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9751" y="1118473"/>
            <a:ext cx="8924392" cy="1037867"/>
          </a:xfrm>
        </p:spPr>
        <p:txBody>
          <a:bodyPr>
            <a:normAutofit/>
          </a:bodyPr>
          <a:lstStyle/>
          <a:p>
            <a:pPr algn="ctr"/>
            <a:r>
              <a:rPr lang="en-US"/>
              <a:t>Sources</a:t>
            </a:r>
          </a:p>
        </p:txBody>
      </p:sp>
      <p:sp>
        <p:nvSpPr>
          <p:cNvPr id="45" name="Rectangle 6">
            <a:extLst>
              <a:ext uri="{FF2B5EF4-FFF2-40B4-BE49-F238E27FC236}">
                <a16:creationId xmlns:a16="http://schemas.microsoft.com/office/drawing/2014/main" id="{B24A3A03-2C4E-45B5-B388-FAD638CDF0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96548" y="662268"/>
            <a:ext cx="1707751" cy="428984"/>
          </a:xfrm>
          <a:custGeom>
            <a:avLst/>
            <a:gdLst>
              <a:gd name="connsiteX0" fmla="*/ 0 w 2142503"/>
              <a:gd name="connsiteY0" fmla="*/ 0 h 571500"/>
              <a:gd name="connsiteX1" fmla="*/ 2142503 w 2142503"/>
              <a:gd name="connsiteY1" fmla="*/ 0 h 571500"/>
              <a:gd name="connsiteX2" fmla="*/ 2142503 w 2142503"/>
              <a:gd name="connsiteY2" fmla="*/ 571500 h 571500"/>
              <a:gd name="connsiteX3" fmla="*/ 0 w 2142503"/>
              <a:gd name="connsiteY3" fmla="*/ 571500 h 571500"/>
              <a:gd name="connsiteX4" fmla="*/ 0 w 2142503"/>
              <a:gd name="connsiteY4" fmla="*/ 0 h 571500"/>
              <a:gd name="connsiteX0" fmla="*/ 0 w 2142503"/>
              <a:gd name="connsiteY0" fmla="*/ 0 h 582145"/>
              <a:gd name="connsiteX1" fmla="*/ 2142503 w 2142503"/>
              <a:gd name="connsiteY1" fmla="*/ 0 h 582145"/>
              <a:gd name="connsiteX2" fmla="*/ 2142503 w 2142503"/>
              <a:gd name="connsiteY2" fmla="*/ 571500 h 582145"/>
              <a:gd name="connsiteX3" fmla="*/ 2050917 w 2142503"/>
              <a:gd name="connsiteY3" fmla="*/ 582088 h 582145"/>
              <a:gd name="connsiteX4" fmla="*/ 0 w 2142503"/>
              <a:gd name="connsiteY4" fmla="*/ 571500 h 582145"/>
              <a:gd name="connsiteX5" fmla="*/ 0 w 2142503"/>
              <a:gd name="connsiteY5" fmla="*/ 0 h 582145"/>
              <a:gd name="connsiteX0" fmla="*/ 0 w 2159832"/>
              <a:gd name="connsiteY0" fmla="*/ 0 h 582145"/>
              <a:gd name="connsiteX1" fmla="*/ 2142503 w 2159832"/>
              <a:gd name="connsiteY1" fmla="*/ 0 h 582145"/>
              <a:gd name="connsiteX2" fmla="*/ 2159829 w 2159832"/>
              <a:gd name="connsiteY2" fmla="*/ 96526 h 582145"/>
              <a:gd name="connsiteX3" fmla="*/ 2142503 w 2159832"/>
              <a:gd name="connsiteY3" fmla="*/ 571500 h 582145"/>
              <a:gd name="connsiteX4" fmla="*/ 2050917 w 2159832"/>
              <a:gd name="connsiteY4" fmla="*/ 582088 h 582145"/>
              <a:gd name="connsiteX5" fmla="*/ 0 w 2159832"/>
              <a:gd name="connsiteY5" fmla="*/ 571500 h 582145"/>
              <a:gd name="connsiteX6" fmla="*/ 0 w 2159832"/>
              <a:gd name="connsiteY6" fmla="*/ 0 h 582145"/>
              <a:gd name="connsiteX0" fmla="*/ 0 w 2159832"/>
              <a:gd name="connsiteY0" fmla="*/ 12386 h 594531"/>
              <a:gd name="connsiteX1" fmla="*/ 67826 w 2159832"/>
              <a:gd name="connsiteY1" fmla="*/ 0 h 594531"/>
              <a:gd name="connsiteX2" fmla="*/ 2142503 w 2159832"/>
              <a:gd name="connsiteY2" fmla="*/ 12386 h 594531"/>
              <a:gd name="connsiteX3" fmla="*/ 2159829 w 2159832"/>
              <a:gd name="connsiteY3" fmla="*/ 108912 h 594531"/>
              <a:gd name="connsiteX4" fmla="*/ 2142503 w 2159832"/>
              <a:gd name="connsiteY4" fmla="*/ 583886 h 594531"/>
              <a:gd name="connsiteX5" fmla="*/ 2050917 w 2159832"/>
              <a:gd name="connsiteY5" fmla="*/ 594474 h 594531"/>
              <a:gd name="connsiteX6" fmla="*/ 0 w 2159832"/>
              <a:gd name="connsiteY6" fmla="*/ 583886 h 594531"/>
              <a:gd name="connsiteX7" fmla="*/ 0 w 2159832"/>
              <a:gd name="connsiteY7" fmla="*/ 12386 h 594531"/>
              <a:gd name="connsiteX0" fmla="*/ 0 w 2168908"/>
              <a:gd name="connsiteY0" fmla="*/ 26000 h 594531"/>
              <a:gd name="connsiteX1" fmla="*/ 76902 w 2168908"/>
              <a:gd name="connsiteY1" fmla="*/ 0 h 594531"/>
              <a:gd name="connsiteX2" fmla="*/ 2151579 w 2168908"/>
              <a:gd name="connsiteY2" fmla="*/ 12386 h 594531"/>
              <a:gd name="connsiteX3" fmla="*/ 2168905 w 2168908"/>
              <a:gd name="connsiteY3" fmla="*/ 108912 h 594531"/>
              <a:gd name="connsiteX4" fmla="*/ 2151579 w 2168908"/>
              <a:gd name="connsiteY4" fmla="*/ 583886 h 594531"/>
              <a:gd name="connsiteX5" fmla="*/ 2059993 w 2168908"/>
              <a:gd name="connsiteY5" fmla="*/ 594474 h 594531"/>
              <a:gd name="connsiteX6" fmla="*/ 9076 w 2168908"/>
              <a:gd name="connsiteY6" fmla="*/ 583886 h 594531"/>
              <a:gd name="connsiteX7" fmla="*/ 0 w 2168908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147197 w 2316105"/>
              <a:gd name="connsiteY0" fmla="*/ 26000 h 594531"/>
              <a:gd name="connsiteX1" fmla="*/ 224099 w 2316105"/>
              <a:gd name="connsiteY1" fmla="*/ 0 h 594531"/>
              <a:gd name="connsiteX2" fmla="*/ 2298776 w 2316105"/>
              <a:gd name="connsiteY2" fmla="*/ 12386 h 594531"/>
              <a:gd name="connsiteX3" fmla="*/ 2316102 w 2316105"/>
              <a:gd name="connsiteY3" fmla="*/ 108912 h 594531"/>
              <a:gd name="connsiteX4" fmla="*/ 2298776 w 2316105"/>
              <a:gd name="connsiteY4" fmla="*/ 583886 h 594531"/>
              <a:gd name="connsiteX5" fmla="*/ 2207190 w 2316105"/>
              <a:gd name="connsiteY5" fmla="*/ 594474 h 594531"/>
              <a:gd name="connsiteX6" fmla="*/ 156273 w 2316105"/>
              <a:gd name="connsiteY6" fmla="*/ 583886 h 594531"/>
              <a:gd name="connsiteX7" fmla="*/ 142416 w 2316105"/>
              <a:gd name="connsiteY7" fmla="*/ 235975 h 594531"/>
              <a:gd name="connsiteX8" fmla="*/ 147197 w 2316105"/>
              <a:gd name="connsiteY8" fmla="*/ 26000 h 594531"/>
              <a:gd name="connsiteX0" fmla="*/ 154684 w 2323592"/>
              <a:gd name="connsiteY0" fmla="*/ 26000 h 594531"/>
              <a:gd name="connsiteX1" fmla="*/ 231586 w 2323592"/>
              <a:gd name="connsiteY1" fmla="*/ 0 h 594531"/>
              <a:gd name="connsiteX2" fmla="*/ 2306263 w 2323592"/>
              <a:gd name="connsiteY2" fmla="*/ 12386 h 594531"/>
              <a:gd name="connsiteX3" fmla="*/ 2323589 w 2323592"/>
              <a:gd name="connsiteY3" fmla="*/ 108912 h 594531"/>
              <a:gd name="connsiteX4" fmla="*/ 2306263 w 2323592"/>
              <a:gd name="connsiteY4" fmla="*/ 583886 h 594531"/>
              <a:gd name="connsiteX5" fmla="*/ 2214677 w 2323592"/>
              <a:gd name="connsiteY5" fmla="*/ 594474 h 594531"/>
              <a:gd name="connsiteX6" fmla="*/ 163760 w 2323592"/>
              <a:gd name="connsiteY6" fmla="*/ 583886 h 594531"/>
              <a:gd name="connsiteX7" fmla="*/ 158979 w 2323592"/>
              <a:gd name="connsiteY7" fmla="*/ 403879 h 594531"/>
              <a:gd name="connsiteX8" fmla="*/ 149903 w 2323592"/>
              <a:gd name="connsiteY8" fmla="*/ 235975 h 594531"/>
              <a:gd name="connsiteX9" fmla="*/ 154684 w 2323592"/>
              <a:gd name="connsiteY9" fmla="*/ 26000 h 594531"/>
              <a:gd name="connsiteX0" fmla="*/ 13665 w 2182573"/>
              <a:gd name="connsiteY0" fmla="*/ 26000 h 594531"/>
              <a:gd name="connsiteX1" fmla="*/ 90567 w 2182573"/>
              <a:gd name="connsiteY1" fmla="*/ 0 h 594531"/>
              <a:gd name="connsiteX2" fmla="*/ 2165244 w 2182573"/>
              <a:gd name="connsiteY2" fmla="*/ 12386 h 594531"/>
              <a:gd name="connsiteX3" fmla="*/ 2182570 w 2182573"/>
              <a:gd name="connsiteY3" fmla="*/ 108912 h 594531"/>
              <a:gd name="connsiteX4" fmla="*/ 2165244 w 2182573"/>
              <a:gd name="connsiteY4" fmla="*/ 583886 h 594531"/>
              <a:gd name="connsiteX5" fmla="*/ 2073658 w 2182573"/>
              <a:gd name="connsiteY5" fmla="*/ 594474 h 594531"/>
              <a:gd name="connsiteX6" fmla="*/ 22741 w 2182573"/>
              <a:gd name="connsiteY6" fmla="*/ 583886 h 594531"/>
              <a:gd name="connsiteX7" fmla="*/ 17960 w 2182573"/>
              <a:gd name="connsiteY7" fmla="*/ 403879 h 594531"/>
              <a:gd name="connsiteX8" fmla="*/ 8884 w 2182573"/>
              <a:gd name="connsiteY8" fmla="*/ 235975 h 594531"/>
              <a:gd name="connsiteX9" fmla="*/ 13665 w 2182573"/>
              <a:gd name="connsiteY9" fmla="*/ 26000 h 594531"/>
              <a:gd name="connsiteX0" fmla="*/ 13665 w 2202120"/>
              <a:gd name="connsiteY0" fmla="*/ 26000 h 594531"/>
              <a:gd name="connsiteX1" fmla="*/ 90567 w 2202120"/>
              <a:gd name="connsiteY1" fmla="*/ 0 h 594531"/>
              <a:gd name="connsiteX2" fmla="*/ 2165244 w 2202120"/>
              <a:gd name="connsiteY2" fmla="*/ 12386 h 594531"/>
              <a:gd name="connsiteX3" fmla="*/ 2182570 w 2202120"/>
              <a:gd name="connsiteY3" fmla="*/ 108912 h 594531"/>
              <a:gd name="connsiteX4" fmla="*/ 2192471 w 2202120"/>
              <a:gd name="connsiteY4" fmla="*/ 583886 h 594531"/>
              <a:gd name="connsiteX5" fmla="*/ 2073658 w 2202120"/>
              <a:gd name="connsiteY5" fmla="*/ 594474 h 594531"/>
              <a:gd name="connsiteX6" fmla="*/ 22741 w 2202120"/>
              <a:gd name="connsiteY6" fmla="*/ 583886 h 594531"/>
              <a:gd name="connsiteX7" fmla="*/ 17960 w 2202120"/>
              <a:gd name="connsiteY7" fmla="*/ 403879 h 594531"/>
              <a:gd name="connsiteX8" fmla="*/ 8884 w 2202120"/>
              <a:gd name="connsiteY8" fmla="*/ 235975 h 594531"/>
              <a:gd name="connsiteX9" fmla="*/ 13665 w 2202120"/>
              <a:gd name="connsiteY9" fmla="*/ 26000 h 594531"/>
              <a:gd name="connsiteX0" fmla="*/ 13665 w 2202036"/>
              <a:gd name="connsiteY0" fmla="*/ 26000 h 594531"/>
              <a:gd name="connsiteX1" fmla="*/ 90567 w 2202036"/>
              <a:gd name="connsiteY1" fmla="*/ 0 h 594531"/>
              <a:gd name="connsiteX2" fmla="*/ 2165244 w 2202036"/>
              <a:gd name="connsiteY2" fmla="*/ 12386 h 594531"/>
              <a:gd name="connsiteX3" fmla="*/ 2182570 w 2202036"/>
              <a:gd name="connsiteY3" fmla="*/ 108912 h 594531"/>
              <a:gd name="connsiteX4" fmla="*/ 2191645 w 2202036"/>
              <a:gd name="connsiteY4" fmla="*/ 422031 h 594531"/>
              <a:gd name="connsiteX5" fmla="*/ 2192471 w 2202036"/>
              <a:gd name="connsiteY5" fmla="*/ 583886 h 594531"/>
              <a:gd name="connsiteX6" fmla="*/ 2073658 w 2202036"/>
              <a:gd name="connsiteY6" fmla="*/ 594474 h 594531"/>
              <a:gd name="connsiteX7" fmla="*/ 22741 w 2202036"/>
              <a:gd name="connsiteY7" fmla="*/ 583886 h 594531"/>
              <a:gd name="connsiteX8" fmla="*/ 17960 w 2202036"/>
              <a:gd name="connsiteY8" fmla="*/ 403879 h 594531"/>
              <a:gd name="connsiteX9" fmla="*/ 8884 w 2202036"/>
              <a:gd name="connsiteY9" fmla="*/ 235975 h 594531"/>
              <a:gd name="connsiteX10" fmla="*/ 13665 w 2202036"/>
              <a:gd name="connsiteY10" fmla="*/ 26000 h 594531"/>
              <a:gd name="connsiteX0" fmla="*/ 142254 w 2330625"/>
              <a:gd name="connsiteY0" fmla="*/ 26000 h 594531"/>
              <a:gd name="connsiteX1" fmla="*/ 219156 w 2330625"/>
              <a:gd name="connsiteY1" fmla="*/ 0 h 594531"/>
              <a:gd name="connsiteX2" fmla="*/ 2293833 w 2330625"/>
              <a:gd name="connsiteY2" fmla="*/ 12386 h 594531"/>
              <a:gd name="connsiteX3" fmla="*/ 2311159 w 2330625"/>
              <a:gd name="connsiteY3" fmla="*/ 108912 h 594531"/>
              <a:gd name="connsiteX4" fmla="*/ 2320234 w 2330625"/>
              <a:gd name="connsiteY4" fmla="*/ 422031 h 594531"/>
              <a:gd name="connsiteX5" fmla="*/ 2321060 w 2330625"/>
              <a:gd name="connsiteY5" fmla="*/ 583886 h 594531"/>
              <a:gd name="connsiteX6" fmla="*/ 2202247 w 2330625"/>
              <a:gd name="connsiteY6" fmla="*/ 594474 h 594531"/>
              <a:gd name="connsiteX7" fmla="*/ 151330 w 2330625"/>
              <a:gd name="connsiteY7" fmla="*/ 583886 h 594531"/>
              <a:gd name="connsiteX8" fmla="*/ 155624 w 2330625"/>
              <a:gd name="connsiteY8" fmla="*/ 512790 h 594531"/>
              <a:gd name="connsiteX9" fmla="*/ 146549 w 2330625"/>
              <a:gd name="connsiteY9" fmla="*/ 403879 h 594531"/>
              <a:gd name="connsiteX10" fmla="*/ 137473 w 2330625"/>
              <a:gd name="connsiteY10" fmla="*/ 235975 h 594531"/>
              <a:gd name="connsiteX11" fmla="*/ 142254 w 2330625"/>
              <a:gd name="connsiteY11" fmla="*/ 26000 h 594531"/>
              <a:gd name="connsiteX0" fmla="*/ 13413 w 2201784"/>
              <a:gd name="connsiteY0" fmla="*/ 26000 h 594531"/>
              <a:gd name="connsiteX1" fmla="*/ 90315 w 2201784"/>
              <a:gd name="connsiteY1" fmla="*/ 0 h 594531"/>
              <a:gd name="connsiteX2" fmla="*/ 2164992 w 2201784"/>
              <a:gd name="connsiteY2" fmla="*/ 12386 h 594531"/>
              <a:gd name="connsiteX3" fmla="*/ 2182318 w 2201784"/>
              <a:gd name="connsiteY3" fmla="*/ 108912 h 594531"/>
              <a:gd name="connsiteX4" fmla="*/ 2191393 w 2201784"/>
              <a:gd name="connsiteY4" fmla="*/ 422031 h 594531"/>
              <a:gd name="connsiteX5" fmla="*/ 2192219 w 2201784"/>
              <a:gd name="connsiteY5" fmla="*/ 583886 h 594531"/>
              <a:gd name="connsiteX6" fmla="*/ 2073406 w 2201784"/>
              <a:gd name="connsiteY6" fmla="*/ 594474 h 594531"/>
              <a:gd name="connsiteX7" fmla="*/ 22489 w 2201784"/>
              <a:gd name="connsiteY7" fmla="*/ 583886 h 594531"/>
              <a:gd name="connsiteX8" fmla="*/ 26783 w 2201784"/>
              <a:gd name="connsiteY8" fmla="*/ 512790 h 594531"/>
              <a:gd name="connsiteX9" fmla="*/ 17708 w 2201784"/>
              <a:gd name="connsiteY9" fmla="*/ 403879 h 594531"/>
              <a:gd name="connsiteX10" fmla="*/ 8632 w 2201784"/>
              <a:gd name="connsiteY10" fmla="*/ 235975 h 594531"/>
              <a:gd name="connsiteX11" fmla="*/ 13413 w 2201784"/>
              <a:gd name="connsiteY11" fmla="*/ 26000 h 594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01784" h="594531">
                <a:moveTo>
                  <a:pt x="13413" y="26000"/>
                </a:moveTo>
                <a:cubicBezTo>
                  <a:pt x="37534" y="24897"/>
                  <a:pt x="66194" y="1103"/>
                  <a:pt x="90315" y="0"/>
                </a:cubicBezTo>
                <a:lnTo>
                  <a:pt x="2164992" y="12386"/>
                </a:lnTo>
                <a:cubicBezTo>
                  <a:pt x="2164717" y="43049"/>
                  <a:pt x="2182593" y="78249"/>
                  <a:pt x="2182318" y="108912"/>
                </a:cubicBezTo>
                <a:cubicBezTo>
                  <a:pt x="2188231" y="177186"/>
                  <a:pt x="2189743" y="342869"/>
                  <a:pt x="2191393" y="422031"/>
                </a:cubicBezTo>
                <a:cubicBezTo>
                  <a:pt x="2193043" y="501193"/>
                  <a:pt x="2213396" y="555146"/>
                  <a:pt x="2192219" y="583886"/>
                </a:cubicBezTo>
                <a:cubicBezTo>
                  <a:pt x="2172279" y="582877"/>
                  <a:pt x="2093346" y="595483"/>
                  <a:pt x="2073406" y="594474"/>
                </a:cubicBezTo>
                <a:lnTo>
                  <a:pt x="22489" y="583886"/>
                </a:lnTo>
                <a:cubicBezTo>
                  <a:pt x="5849" y="592962"/>
                  <a:pt x="27580" y="542791"/>
                  <a:pt x="26783" y="512790"/>
                </a:cubicBezTo>
                <a:cubicBezTo>
                  <a:pt x="25986" y="482789"/>
                  <a:pt x="18464" y="450015"/>
                  <a:pt x="17708" y="403879"/>
                </a:cubicBezTo>
                <a:cubicBezTo>
                  <a:pt x="16952" y="357743"/>
                  <a:pt x="-14855" y="308787"/>
                  <a:pt x="8632" y="235975"/>
                </a:cubicBezTo>
                <a:cubicBezTo>
                  <a:pt x="7119" y="142994"/>
                  <a:pt x="-201" y="65329"/>
                  <a:pt x="13413" y="26000"/>
                </a:cubicBezTo>
                <a:close/>
              </a:path>
            </a:pathLst>
          </a:custGeom>
          <a:solidFill>
            <a:srgbClr val="D9D4D0">
              <a:alpha val="60000"/>
            </a:srgbClr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7" name="Content Placeholder 2">
            <a:extLst>
              <a:ext uri="{FF2B5EF4-FFF2-40B4-BE49-F238E27FC236}">
                <a16:creationId xmlns:a16="http://schemas.microsoft.com/office/drawing/2014/main" id="{48F95801-2073-699B-8F9D-855162A79A0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959310" y="2924174"/>
          <a:ext cx="8273380" cy="28289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933598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484</Words>
  <Application>Microsoft Office PowerPoint</Application>
  <PresentationFormat>Widescreen</PresentationFormat>
  <Paragraphs>84</Paragraphs>
  <Slides>14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Office Theme</vt:lpstr>
      <vt:lpstr>Amazon Recommendation System: How AI Predicts What You’ll Buy Next</vt:lpstr>
      <vt:lpstr>What is a Recommendation System?</vt:lpstr>
      <vt:lpstr>Why Amazon Needs It</vt:lpstr>
      <vt:lpstr>High-Level System Overview</vt:lpstr>
      <vt:lpstr>Collaborative Filtering</vt:lpstr>
      <vt:lpstr>Content-Based Filtering</vt:lpstr>
      <vt:lpstr>A9/A10</vt:lpstr>
      <vt:lpstr>The algorithms framework</vt:lpstr>
      <vt:lpstr>PowerPoint Presentation</vt:lpstr>
      <vt:lpstr>Challenges</vt:lpstr>
      <vt:lpstr>Python Code</vt:lpstr>
      <vt:lpstr>Real Amazon Impact</vt:lpstr>
      <vt:lpstr>Conclusion</vt:lpstr>
      <vt:lpstr>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Leland Jones</dc:creator>
  <cp:lastModifiedBy>Leland Jones</cp:lastModifiedBy>
  <cp:revision>1</cp:revision>
  <dcterms:created xsi:type="dcterms:W3CDTF">2026-04-25T21:57:30Z</dcterms:created>
  <dcterms:modified xsi:type="dcterms:W3CDTF">2026-04-29T23:02:52Z</dcterms:modified>
</cp:coreProperties>
</file>